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797675" cy="987266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2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667571-9503-D7FE-4197-3C222E95D9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8E9AD1B-4B9B-188F-BD9B-199D16966C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26591DE-4BC6-00DA-ECCE-0E1341AC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DA340-5CC5-4079-9F71-F707CA9FE509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DF837E7-3A4C-A2E4-BA4A-0FD6157C3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B6B3B45-AD3A-5CE5-8346-8F0BF592B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CA2F-B8DC-4932-8E38-CBE5334B1C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0887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884DC7-A952-81CA-1A8B-3139A7EB0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A90901-8696-08AE-708F-0EA9F9605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FD2C4F-0D45-E2C8-BFF6-EEA29852F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DA340-5CC5-4079-9F71-F707CA9FE509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BCE6A18-3362-5A59-5DAA-E7D57C08E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452BE8-CA87-408F-1083-D38C5601D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CA2F-B8DC-4932-8E38-CBE5334B1C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5237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3073C2-6F03-530D-385F-9589E4D38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841D434-FAA6-FD40-CB29-E6C784644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B288FA-4E59-5F65-665E-E9BEBE974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DA340-5CC5-4079-9F71-F707CA9FE509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421824-7710-3C27-6571-64B3C5BCA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F2BFE8-7BA3-DF32-D5BC-523EE99A2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CA2F-B8DC-4932-8E38-CBE5334B1C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6932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E815B4-BF60-C561-859D-B834C661A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C4EE3B-3E08-FFF0-AC5D-8CCAA39C45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72E41B1-AD95-15C4-55B4-350564A6F3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04E7586-6DEA-4882-2371-DDA39F6EC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DA340-5CC5-4079-9F71-F707CA9FE509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DE0F8E9-036E-A204-321E-B6ED2E174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6A62294-668E-AA47-C712-88A7BF3D0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CA2F-B8DC-4932-8E38-CBE5334B1C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8934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A3BB92-E5A0-EE3E-3782-CCDB21AF7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340E0B8-1459-AAA5-70FA-A0AE02A5F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75B77C8-6226-8591-ABE7-40E46F90A8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6E0B46F-F1C7-E106-B682-E978B724A5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51837D0-EAC7-F1B5-93EF-1D3200214E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5DD0041-077F-527C-B0DD-B70BDE063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DA340-5CC5-4079-9F71-F707CA9FE509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6F8189E-D842-DF51-B3E9-8CDAD3387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F92AEA1-B0C4-3E08-EF1A-BD48DD9BA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CA2F-B8DC-4932-8E38-CBE5334B1C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4104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B7830C-3EEA-97F9-61B7-D96A06E6D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FE45CA2-6C7F-BF3B-E141-D5280113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DA340-5CC5-4079-9F71-F707CA9FE509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C7B54D2-FA44-4E66-8D18-378E306DA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A811C3-B8B1-1592-3B4F-3424E2CD0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CA2F-B8DC-4932-8E38-CBE5334B1C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54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C9BC0AA-0C34-763D-5133-91A7FFA16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DA340-5CC5-4079-9F71-F707CA9FE509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F6E6D13-B636-897D-E5F3-01359863E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4F10BE-F1C5-61FA-D98C-4DA900AB3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CA2F-B8DC-4932-8E38-CBE5334B1C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401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43A7E9-32F7-E458-EA2C-47E5B576A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1648F5-CAE5-855B-9841-9ED46BC88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18559FC-11A3-B503-0729-E0DDCE816D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E00D80D-C37D-80C4-1CF6-0A5D325F9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DA340-5CC5-4079-9F71-F707CA9FE509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402621B-0396-69DD-C40A-EBF75A355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892E6E3-E8E6-F425-4793-DE5CCBC0C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CA2F-B8DC-4932-8E38-CBE5334B1C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8954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8B9CFD-9EC1-F0F3-6B4B-F3080FD95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068028A-54AB-EE76-EB07-A7FD0EE3B7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07BBC45-F857-5177-8E8D-5312047B2B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AA2E543-CF5D-7E8E-E471-0E5E01CA6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DA340-5CC5-4079-9F71-F707CA9FE509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E654D23-F65C-4098-BBBF-CE823859B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AF73BF3-84E1-CD41-7CF9-FC6F2057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CA2F-B8DC-4932-8E38-CBE5334B1C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7951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31C211-4F2D-3745-F9C6-B31F4131D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14C184B-1757-9AA9-29CC-2D04FFA541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B6F7427-5391-7EFB-B5B4-313705867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DA340-5CC5-4079-9F71-F707CA9FE509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A8EC71-22EC-DC70-BCDD-AE707B272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DDCBD2-D9F6-F0C0-7350-77EBAF015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CA2F-B8DC-4932-8E38-CBE5334B1C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6293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ED737CA-3DD6-9585-9268-EF8F7B00D1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84A33DE-ACE7-9397-3662-748903DE6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F1731B-B537-EE8F-1D8B-3178DEAE9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5DA340-5CC5-4079-9F71-F707CA9FE509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38D42BF-399A-B54F-7E74-3BF02B0B5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38095A-FF18-7000-9B14-4D9DD52AE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7CA2F-B8DC-4932-8E38-CBE5334B1C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1269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4FB84D0-99A4-51F9-51E9-F65A6DB5F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CF6139E-B8FB-CF49-4C6B-ADD0C7A88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E0C6F72-AF90-09A1-A2A3-8066EC1E15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5DA340-5CC5-4079-9F71-F707CA9FE509}" type="datetimeFigureOut">
              <a:rPr lang="fr-FR" smtClean="0"/>
              <a:t>13/03/2026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4629C3-4528-7E5D-F3C6-49C97DEDDC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BA75FC4-458D-878E-323A-4A4A43D14F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A7CA2F-B8DC-4932-8E38-CBE5334B1C7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5120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7DEC40-6118-ADE5-42CD-9C4DE9F1BC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19288" y="993026"/>
            <a:ext cx="8059927" cy="897627"/>
          </a:xfrm>
        </p:spPr>
        <p:txBody>
          <a:bodyPr>
            <a:noAutofit/>
          </a:bodyPr>
          <a:lstStyle/>
          <a:p>
            <a:r>
              <a:rPr lang="fr-FR" sz="4800" b="1" dirty="0"/>
              <a:t>ENSEIGNEMENT DE SPECIALITE	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06E6EDD-D357-DF97-2E71-3E3A41AFC8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3517" y="1908011"/>
            <a:ext cx="9144000" cy="1655762"/>
          </a:xfrm>
        </p:spPr>
        <p:txBody>
          <a:bodyPr>
            <a:noAutofit/>
          </a:bodyPr>
          <a:lstStyle/>
          <a:p>
            <a:r>
              <a:rPr lang="fr-FR" sz="9600" dirty="0"/>
              <a:t>NUMERIQUE ET SCIENCES INFORMATIQUES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09FEFC9-57EB-2F2D-F8E5-9D06F0BAB5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69" t="23184" r="11893" b="22786"/>
          <a:stretch>
            <a:fillRect/>
          </a:stretch>
        </p:blipFill>
        <p:spPr>
          <a:xfrm>
            <a:off x="7949251" y="2918201"/>
            <a:ext cx="4314388" cy="2049147"/>
          </a:xfrm>
          <a:prstGeom prst="rect">
            <a:avLst/>
          </a:prstGeom>
        </p:spPr>
      </p:pic>
      <p:pic>
        <p:nvPicPr>
          <p:cNvPr id="5" name="Graphique 4">
            <a:extLst>
              <a:ext uri="{FF2B5EF4-FFF2-40B4-BE49-F238E27FC236}">
                <a16:creationId xmlns:a16="http://schemas.microsoft.com/office/drawing/2014/main" id="{C96E4378-CB78-B23C-3B21-E85A53F7B7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2604" t="18258" r="17133" b="44333"/>
          <a:stretch>
            <a:fillRect/>
          </a:stretch>
        </p:blipFill>
        <p:spPr>
          <a:xfrm>
            <a:off x="103517" y="272918"/>
            <a:ext cx="3933626" cy="1220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794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460E03D-B163-0D4E-E4D2-CC7478B306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434" y="0"/>
            <a:ext cx="98246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81350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</Words>
  <Application>Microsoft Office PowerPoint</Application>
  <PresentationFormat>Grand écran</PresentationFormat>
  <Paragraphs>2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Thème Office</vt:lpstr>
      <vt:lpstr>ENSEIGNEMENT DE SPECIALITE 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 ICART</dc:creator>
  <cp:lastModifiedBy>R ICART</cp:lastModifiedBy>
  <cp:revision>1</cp:revision>
  <dcterms:created xsi:type="dcterms:W3CDTF">2026-03-13T10:31:04Z</dcterms:created>
  <dcterms:modified xsi:type="dcterms:W3CDTF">2026-03-13T10:33:00Z</dcterms:modified>
</cp:coreProperties>
</file>