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Default Extension="png" ContentType="image/png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7475200" cy="9753600"/>
  <p:notesSz cx="17475200" cy="97536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
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/Relationships>
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/Relationships>
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/Relationships>
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/Relationships>
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/Relationships>
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/Relationships>
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/Relationships>
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/Relationships>
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/Relationships>
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/Relationships>
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1.xml"/></Relationships>
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2.xml"/></Relationships>
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3.xml"/></Relationships>
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4.xml"/></Relationships>
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5.xml"/>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39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31343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140">
                <a:solidFill>
                  <a:srgbClr val="0E1523"/>
                </a:solidFill>
              </a:rPr>
              <a:t>N</a:t>
            </a:r>
            <a:r>
              <a:rPr dirty="0" spc="70"/>
              <a:t>o</a:t>
            </a:r>
            <a:r>
              <a:rPr dirty="0" spc="55"/>
              <a:t>t</a:t>
            </a:r>
            <a:r>
              <a:rPr dirty="0" spc="45"/>
              <a:t>e</a:t>
            </a:r>
            <a:r>
              <a:rPr dirty="0" spc="114"/>
              <a:t>bo</a:t>
            </a:r>
            <a:r>
              <a:rPr dirty="0" spc="-5"/>
              <a:t>o</a:t>
            </a:r>
            <a:r>
              <a:rPr dirty="0" spc="45"/>
              <a:t>k</a:t>
            </a:r>
            <a:r>
              <a:rPr dirty="0" spc="-25"/>
              <a:t>L</a:t>
            </a:r>
            <a:r>
              <a:rPr dirty="0" spc="114">
                <a:solidFill>
                  <a:srgbClr val="0E1523"/>
                </a:solidFill>
              </a:rPr>
              <a:t>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1" i="0">
                <a:solidFill>
                  <a:srgbClr val="111A2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31343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140">
                <a:solidFill>
                  <a:srgbClr val="0E1523"/>
                </a:solidFill>
              </a:rPr>
              <a:t>N</a:t>
            </a:r>
            <a:r>
              <a:rPr dirty="0" spc="70"/>
              <a:t>o</a:t>
            </a:r>
            <a:r>
              <a:rPr dirty="0" spc="55"/>
              <a:t>t</a:t>
            </a:r>
            <a:r>
              <a:rPr dirty="0" spc="45"/>
              <a:t>e</a:t>
            </a:r>
            <a:r>
              <a:rPr dirty="0" spc="114"/>
              <a:t>bo</a:t>
            </a:r>
            <a:r>
              <a:rPr dirty="0" spc="-5"/>
              <a:t>o</a:t>
            </a:r>
            <a:r>
              <a:rPr dirty="0" spc="45"/>
              <a:t>k</a:t>
            </a:r>
            <a:r>
              <a:rPr dirty="0" spc="-25"/>
              <a:t>L</a:t>
            </a:r>
            <a:r>
              <a:rPr dirty="0" spc="114">
                <a:solidFill>
                  <a:srgbClr val="0E1523"/>
                </a:solidFill>
              </a:rPr>
              <a:t>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1" i="0">
                <a:solidFill>
                  <a:srgbClr val="111A2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7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31343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140">
                <a:solidFill>
                  <a:srgbClr val="0E1523"/>
                </a:solidFill>
              </a:rPr>
              <a:t>N</a:t>
            </a:r>
            <a:r>
              <a:rPr dirty="0" spc="70"/>
              <a:t>o</a:t>
            </a:r>
            <a:r>
              <a:rPr dirty="0" spc="55"/>
              <a:t>t</a:t>
            </a:r>
            <a:r>
              <a:rPr dirty="0" spc="45"/>
              <a:t>e</a:t>
            </a:r>
            <a:r>
              <a:rPr dirty="0" spc="114"/>
              <a:t>bo</a:t>
            </a:r>
            <a:r>
              <a:rPr dirty="0" spc="-5"/>
              <a:t>o</a:t>
            </a:r>
            <a:r>
              <a:rPr dirty="0" spc="45"/>
              <a:t>k</a:t>
            </a:r>
            <a:r>
              <a:rPr dirty="0" spc="-25"/>
              <a:t>L</a:t>
            </a:r>
            <a:r>
              <a:rPr dirty="0" spc="114">
                <a:solidFill>
                  <a:srgbClr val="0E1523"/>
                </a:solidFill>
              </a:rPr>
              <a:t>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1" i="0">
                <a:solidFill>
                  <a:srgbClr val="111A2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31343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140">
                <a:solidFill>
                  <a:srgbClr val="0E1523"/>
                </a:solidFill>
              </a:rPr>
              <a:t>N</a:t>
            </a:r>
            <a:r>
              <a:rPr dirty="0" spc="70"/>
              <a:t>o</a:t>
            </a:r>
            <a:r>
              <a:rPr dirty="0" spc="55"/>
              <a:t>t</a:t>
            </a:r>
            <a:r>
              <a:rPr dirty="0" spc="45"/>
              <a:t>e</a:t>
            </a:r>
            <a:r>
              <a:rPr dirty="0" spc="114"/>
              <a:t>bo</a:t>
            </a:r>
            <a:r>
              <a:rPr dirty="0" spc="-5"/>
              <a:t>o</a:t>
            </a:r>
            <a:r>
              <a:rPr dirty="0" spc="45"/>
              <a:t>k</a:t>
            </a:r>
            <a:r>
              <a:rPr dirty="0" spc="-25"/>
              <a:t>L</a:t>
            </a:r>
            <a:r>
              <a:rPr dirty="0" spc="114">
                <a:solidFill>
                  <a:srgbClr val="0E1523"/>
                </a:solidFill>
              </a:rPr>
              <a:t>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31343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140">
                <a:solidFill>
                  <a:srgbClr val="0E1523"/>
                </a:solidFill>
              </a:rPr>
              <a:t>N</a:t>
            </a:r>
            <a:r>
              <a:rPr dirty="0" spc="70"/>
              <a:t>o</a:t>
            </a:r>
            <a:r>
              <a:rPr dirty="0" spc="55"/>
              <a:t>t</a:t>
            </a:r>
            <a:r>
              <a:rPr dirty="0" spc="45"/>
              <a:t>e</a:t>
            </a:r>
            <a:r>
              <a:rPr dirty="0" spc="114"/>
              <a:t>bo</a:t>
            </a:r>
            <a:r>
              <a:rPr dirty="0" spc="-5"/>
              <a:t>o</a:t>
            </a:r>
            <a:r>
              <a:rPr dirty="0" spc="45"/>
              <a:t>k</a:t>
            </a:r>
            <a:r>
              <a:rPr dirty="0" spc="-25"/>
              <a:t>L</a:t>
            </a:r>
            <a:r>
              <a:rPr dirty="0" spc="114">
                <a:solidFill>
                  <a:srgbClr val="0E1523"/>
                </a:solidFill>
              </a:rPr>
              <a:t>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74800" y="1068576"/>
            <a:ext cx="14325600" cy="838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50" b="1" i="0">
                <a:solidFill>
                  <a:srgbClr val="111A2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79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6357600" y="9467416"/>
            <a:ext cx="1016634" cy="190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31343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140">
                <a:solidFill>
                  <a:srgbClr val="0E1523"/>
                </a:solidFill>
              </a:rPr>
              <a:t>N</a:t>
            </a:r>
            <a:r>
              <a:rPr dirty="0" spc="70"/>
              <a:t>o</a:t>
            </a:r>
            <a:r>
              <a:rPr dirty="0" spc="55"/>
              <a:t>t</a:t>
            </a:r>
            <a:r>
              <a:rPr dirty="0" spc="45"/>
              <a:t>e</a:t>
            </a:r>
            <a:r>
              <a:rPr dirty="0" spc="114"/>
              <a:t>bo</a:t>
            </a:r>
            <a:r>
              <a:rPr dirty="0" spc="-5"/>
              <a:t>o</a:t>
            </a:r>
            <a:r>
              <a:rPr dirty="0" spc="45"/>
              <a:t>k</a:t>
            </a:r>
            <a:r>
              <a:rPr dirty="0" spc="-25"/>
              <a:t>L</a:t>
            </a:r>
            <a:r>
              <a:rPr dirty="0" spc="114">
                <a:solidFill>
                  <a:srgbClr val="0E1523"/>
                </a:solidFill>
              </a:rPr>
              <a:t>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notesSlide" Target="../notesSlides/notesSlide1.xml"/><Relationship Id="rId15" Type="http://schemas.openxmlformats.org/officeDocument/2006/relationships/slide" Target="slide1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png"/><Relationship Id="rId6" Type="http://schemas.openxmlformats.org/officeDocument/2006/relationships/image" Target="../media/image17.jpg"/><Relationship Id="rId7" Type="http://schemas.openxmlformats.org/officeDocument/2006/relationships/image" Target="../media/image18.jpg"/><Relationship Id="rId8" Type="http://schemas.openxmlformats.org/officeDocument/2006/relationships/image" Target="../media/image19.jpg"/><Relationship Id="rId9" Type="http://schemas.openxmlformats.org/officeDocument/2006/relationships/image" Target="../media/image20.jpg"/><Relationship Id="rId10" Type="http://schemas.openxmlformats.org/officeDocument/2006/relationships/image" Target="../media/image21.jpg"/><Relationship Id="rId11" Type="http://schemas.openxmlformats.org/officeDocument/2006/relationships/notesSlide" Target="../notesSlides/notesSlide2.xml"/><Relationship Id="rId12" Type="http://schemas.openxmlformats.org/officeDocument/2006/relationships/slide" Target="slide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Relationship Id="rId8" Type="http://schemas.openxmlformats.org/officeDocument/2006/relationships/image" Target="../media/image28.jpg"/><Relationship Id="rId9" Type="http://schemas.openxmlformats.org/officeDocument/2006/relationships/notesSlide" Target="../notesSlides/notesSlide3.xml"/><Relationship Id="rId10" Type="http://schemas.openxmlformats.org/officeDocument/2006/relationships/slide" Target="slide3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Relationship Id="rId4" Type="http://schemas.openxmlformats.org/officeDocument/2006/relationships/image" Target="../media/image31.jpg"/><Relationship Id="rId5" Type="http://schemas.openxmlformats.org/officeDocument/2006/relationships/image" Target="../media/image32.jpg"/><Relationship Id="rId6" Type="http://schemas.openxmlformats.org/officeDocument/2006/relationships/image" Target="../media/image33.jpg"/><Relationship Id="rId7" Type="http://schemas.openxmlformats.org/officeDocument/2006/relationships/notesSlide" Target="../notesSlides/notesSlide4.xml"/><Relationship Id="rId8" Type="http://schemas.openxmlformats.org/officeDocument/2006/relationships/slide" Target="slide4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4.jpg"/><Relationship Id="rId3" Type="http://schemas.openxmlformats.org/officeDocument/2006/relationships/image" Target="../media/image35.jpg"/><Relationship Id="rId4" Type="http://schemas.openxmlformats.org/officeDocument/2006/relationships/image" Target="../media/image36.jpg"/><Relationship Id="rId5" Type="http://schemas.openxmlformats.org/officeDocument/2006/relationships/image" Target="../media/image37.jpg"/><Relationship Id="rId6" Type="http://schemas.openxmlformats.org/officeDocument/2006/relationships/notesSlide" Target="../notesSlides/notesSlide5.xml"/><Relationship Id="rId7" Type="http://schemas.openxmlformats.org/officeDocument/2006/relationships/slide" Target="slide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8.jpg"/><Relationship Id="rId3" Type="http://schemas.openxmlformats.org/officeDocument/2006/relationships/image" Target="../media/image39.jpg"/><Relationship Id="rId4" Type="http://schemas.openxmlformats.org/officeDocument/2006/relationships/image" Target="../media/image40.jpg"/><Relationship Id="rId5" Type="http://schemas.openxmlformats.org/officeDocument/2006/relationships/image" Target="../media/image41.jpg"/><Relationship Id="rId6" Type="http://schemas.openxmlformats.org/officeDocument/2006/relationships/image" Target="../media/image42.jpg"/><Relationship Id="rId7" Type="http://schemas.openxmlformats.org/officeDocument/2006/relationships/image" Target="../media/image43.jpg"/><Relationship Id="rId8" Type="http://schemas.openxmlformats.org/officeDocument/2006/relationships/image" Target="../media/image44.jpg"/><Relationship Id="rId9" Type="http://schemas.openxmlformats.org/officeDocument/2006/relationships/image" Target="../media/image45.jpg"/><Relationship Id="rId10" Type="http://schemas.openxmlformats.org/officeDocument/2006/relationships/image" Target="../media/image46.jpg"/><Relationship Id="rId11" Type="http://schemas.openxmlformats.org/officeDocument/2006/relationships/notesSlide" Target="../notesSlides/notesSlide6.xml"/><Relationship Id="rId12" Type="http://schemas.openxmlformats.org/officeDocument/2006/relationships/slide" Target="slide6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jpg"/><Relationship Id="rId3" Type="http://schemas.openxmlformats.org/officeDocument/2006/relationships/image" Target="../media/image48.jpg"/><Relationship Id="rId4" Type="http://schemas.openxmlformats.org/officeDocument/2006/relationships/image" Target="../media/image49.jpg"/><Relationship Id="rId5" Type="http://schemas.openxmlformats.org/officeDocument/2006/relationships/image" Target="../media/image50.jpg"/><Relationship Id="rId6" Type="http://schemas.openxmlformats.org/officeDocument/2006/relationships/image" Target="../media/image51.jpg"/><Relationship Id="rId7" Type="http://schemas.openxmlformats.org/officeDocument/2006/relationships/notesSlide" Target="../notesSlides/notesSlide7.xml"/><Relationship Id="rId8" Type="http://schemas.openxmlformats.org/officeDocument/2006/relationships/slide" Target="slide7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jpg"/><Relationship Id="rId3" Type="http://schemas.openxmlformats.org/officeDocument/2006/relationships/image" Target="../media/image53.jpg"/><Relationship Id="rId4" Type="http://schemas.openxmlformats.org/officeDocument/2006/relationships/image" Target="../media/image54.jpg"/><Relationship Id="rId5" Type="http://schemas.openxmlformats.org/officeDocument/2006/relationships/image" Target="../media/image55.jpg"/><Relationship Id="rId6" Type="http://schemas.openxmlformats.org/officeDocument/2006/relationships/image" Target="../media/image56.jpg"/><Relationship Id="rId7" Type="http://schemas.openxmlformats.org/officeDocument/2006/relationships/image" Target="../media/image57.jpg"/><Relationship Id="rId8" Type="http://schemas.openxmlformats.org/officeDocument/2006/relationships/notesSlide" Target="../notesSlides/notesSlide8.xml"/><Relationship Id="rId9" Type="http://schemas.openxmlformats.org/officeDocument/2006/relationships/slide" Target="slide8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jpg"/><Relationship Id="rId3" Type="http://schemas.openxmlformats.org/officeDocument/2006/relationships/image" Target="../media/image59.jpg"/><Relationship Id="rId4" Type="http://schemas.openxmlformats.org/officeDocument/2006/relationships/image" Target="../media/image60.jpg"/><Relationship Id="rId5" Type="http://schemas.openxmlformats.org/officeDocument/2006/relationships/notesSlide" Target="../notesSlides/notesSlide9.xml"/><Relationship Id="rId6" Type="http://schemas.openxmlformats.org/officeDocument/2006/relationships/slide" Target="slide9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jpg"/><Relationship Id="rId3" Type="http://schemas.openxmlformats.org/officeDocument/2006/relationships/image" Target="../media/image62.jpg"/><Relationship Id="rId4" Type="http://schemas.openxmlformats.org/officeDocument/2006/relationships/notesSlide" Target="../notesSlides/notesSlide10.xml"/><Relationship Id="rId5" Type="http://schemas.openxmlformats.org/officeDocument/2006/relationships/slide" Target="slide10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jpg"/><Relationship Id="rId3" Type="http://schemas.openxmlformats.org/officeDocument/2006/relationships/image" Target="../media/image64.jpg"/><Relationship Id="rId4" Type="http://schemas.openxmlformats.org/officeDocument/2006/relationships/image" Target="../media/image65.jpg"/><Relationship Id="rId5" Type="http://schemas.openxmlformats.org/officeDocument/2006/relationships/image" Target="../media/image66.jpg"/><Relationship Id="rId6" Type="http://schemas.openxmlformats.org/officeDocument/2006/relationships/image" Target="../media/image67.jpg"/><Relationship Id="rId7" Type="http://schemas.openxmlformats.org/officeDocument/2006/relationships/notesSlide" Target="../notesSlides/notesSlide11.xml"/><Relationship Id="rId8" Type="http://schemas.openxmlformats.org/officeDocument/2006/relationships/slide" Target="slide11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jpg"/><Relationship Id="rId3" Type="http://schemas.openxmlformats.org/officeDocument/2006/relationships/image" Target="../media/image69.jpg"/><Relationship Id="rId4" Type="http://schemas.openxmlformats.org/officeDocument/2006/relationships/image" Target="../media/image70.jpg"/><Relationship Id="rId5" Type="http://schemas.openxmlformats.org/officeDocument/2006/relationships/notesSlide" Target="../notesSlides/notesSlide12.xml"/><Relationship Id="rId6" Type="http://schemas.openxmlformats.org/officeDocument/2006/relationships/slide" Target="slide1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1.jpg"/><Relationship Id="rId3" Type="http://schemas.openxmlformats.org/officeDocument/2006/relationships/notesSlide" Target="../notesSlides/notesSlide13.xml"/><Relationship Id="rId4" Type="http://schemas.openxmlformats.org/officeDocument/2006/relationships/slide" Target="slide13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2.jpg"/><Relationship Id="rId3" Type="http://schemas.openxmlformats.org/officeDocument/2006/relationships/image" Target="../media/image73.jpg"/><Relationship Id="rId4" Type="http://schemas.openxmlformats.org/officeDocument/2006/relationships/notesSlide" Target="../notesSlides/notesSlide14.xml"/><Relationship Id="rId5" Type="http://schemas.openxmlformats.org/officeDocument/2006/relationships/slide" Target="slide14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Relationship Id="rId3" Type="http://schemas.openxmlformats.org/officeDocument/2006/relationships/image" Target="../media/image75.jpg"/><Relationship Id="rId4" Type="http://schemas.openxmlformats.org/officeDocument/2006/relationships/image" Target="../media/image76.jpg"/><Relationship Id="rId5" Type="http://schemas.openxmlformats.org/officeDocument/2006/relationships/image" Target="../media/image77.jpg"/><Relationship Id="rId6" Type="http://schemas.openxmlformats.org/officeDocument/2006/relationships/image" Target="../media/image78.jpg"/><Relationship Id="rId7" Type="http://schemas.openxmlformats.org/officeDocument/2006/relationships/image" Target="../media/image79.jpg"/><Relationship Id="rId8" Type="http://schemas.openxmlformats.org/officeDocument/2006/relationships/image" Target="../media/image80.jpg"/><Relationship Id="rId9" Type="http://schemas.openxmlformats.org/officeDocument/2006/relationships/image" Target="../media/image81.jpg"/><Relationship Id="rId10" Type="http://schemas.openxmlformats.org/officeDocument/2006/relationships/image" Target="../media/image82.jpg"/><Relationship Id="rId11" Type="http://schemas.openxmlformats.org/officeDocument/2006/relationships/image" Target="../media/image83.jpg"/><Relationship Id="rId12" Type="http://schemas.openxmlformats.org/officeDocument/2006/relationships/image" Target="../media/image84.jpg"/><Relationship Id="rId13" Type="http://schemas.openxmlformats.org/officeDocument/2006/relationships/image" Target="../media/image85.jpg"/><Relationship Id="rId14" Type="http://schemas.openxmlformats.org/officeDocument/2006/relationships/image" Target="../media/image86.jpg"/><Relationship Id="rId15" Type="http://schemas.openxmlformats.org/officeDocument/2006/relationships/notesSlide" Target="../notesSlides/notesSlide15.xml"/><Relationship Id="rId16" Type="http://schemas.openxmlformats.org/officeDocument/2006/relationships/slide" Target="slide1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800" y="1879600"/>
            <a:ext cx="939800" cy="1168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44600" y="3429000"/>
            <a:ext cx="965200" cy="1117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375400" y="1905000"/>
            <a:ext cx="279400" cy="1117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07200" y="2184400"/>
            <a:ext cx="254000" cy="8382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162800" y="1828800"/>
            <a:ext cx="1473200" cy="12192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260600" y="2159000"/>
            <a:ext cx="838200" cy="11684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200400" y="2159000"/>
            <a:ext cx="1752600" cy="889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054600" y="2184400"/>
            <a:ext cx="279400" cy="8382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461000" y="2159000"/>
            <a:ext cx="787400" cy="8890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336800" y="3429000"/>
            <a:ext cx="914400" cy="11430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378200" y="3429000"/>
            <a:ext cx="279400" cy="11176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194800" y="1498600"/>
            <a:ext cx="7315200" cy="75184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155700" y="4895850"/>
            <a:ext cx="7467600" cy="0"/>
          </a:xfrm>
          <a:custGeom>
            <a:avLst/>
            <a:gdLst/>
            <a:ahLst/>
            <a:cxnLst/>
            <a:rect l="l" t="t" r="r" b="b"/>
            <a:pathLst>
              <a:path w="7467600" h="0">
                <a:moveTo>
                  <a:pt x="0" y="0"/>
                </a:moveTo>
                <a:lnTo>
                  <a:pt x="7467600" y="0"/>
                </a:lnTo>
              </a:path>
            </a:pathLst>
          </a:custGeom>
          <a:ln w="88900">
            <a:solidFill>
              <a:srgbClr val="D4542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492500" y="1233003"/>
            <a:ext cx="629920" cy="876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6700" spc="3080">
                <a:solidFill>
                  <a:srgbClr val="0E1523"/>
                </a:solidFill>
                <a:latin typeface="Times New Roman"/>
                <a:cs typeface="Times New Roman"/>
              </a:rPr>
              <a:t>,</a:t>
            </a:r>
            <a:endParaRPr sz="67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140">
                <a:solidFill>
                  <a:srgbClr val="0E1523"/>
                </a:solidFill>
              </a:rPr>
              <a:t>N</a:t>
            </a:r>
            <a:r>
              <a:rPr dirty="0" spc="70"/>
              <a:t>o</a:t>
            </a:r>
            <a:r>
              <a:rPr dirty="0" spc="55"/>
              <a:t>t</a:t>
            </a:r>
            <a:r>
              <a:rPr dirty="0" spc="45"/>
              <a:t>e</a:t>
            </a:r>
            <a:r>
              <a:rPr dirty="0" spc="114"/>
              <a:t>bo</a:t>
            </a:r>
            <a:r>
              <a:rPr dirty="0" spc="-5"/>
              <a:t>o</a:t>
            </a:r>
            <a:r>
              <a:rPr dirty="0" spc="45"/>
              <a:t>k</a:t>
            </a:r>
            <a:r>
              <a:rPr dirty="0" spc="-25"/>
              <a:t>L</a:t>
            </a:r>
            <a:r>
              <a:rPr dirty="0" spc="114">
                <a:solidFill>
                  <a:srgbClr val="0E1523"/>
                </a:solidFill>
              </a:rPr>
              <a:t>M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054600" y="1545048"/>
            <a:ext cx="2139950" cy="939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1739264" algn="l"/>
              </a:tabLst>
            </a:pPr>
            <a:r>
              <a:rPr dirty="0" sz="7200" spc="400">
                <a:solidFill>
                  <a:srgbClr val="0E1523"/>
                </a:solidFill>
                <a:latin typeface="Arial"/>
                <a:cs typeface="Arial"/>
              </a:rPr>
              <a:t>•</a:t>
            </a:r>
            <a:r>
              <a:rPr dirty="0" sz="7200" spc="400">
                <a:solidFill>
                  <a:srgbClr val="0E1523"/>
                </a:solidFill>
                <a:latin typeface="Arial"/>
                <a:cs typeface="Arial"/>
              </a:rPr>
              <a:t>	</a:t>
            </a:r>
            <a:r>
              <a:rPr dirty="0" sz="7200" spc="525">
                <a:solidFill>
                  <a:srgbClr val="0E1523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68400" y="5262640"/>
            <a:ext cx="7044690" cy="40817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 marR="63500">
              <a:lnSpc>
                <a:spcPts val="6900"/>
              </a:lnSpc>
            </a:pPr>
            <a:r>
              <a:rPr dirty="0" sz="6000" spc="-140" b="1">
                <a:solidFill>
                  <a:srgbClr val="0E1523"/>
                </a:solidFill>
                <a:latin typeface="Arial"/>
                <a:cs typeface="Arial"/>
              </a:rPr>
              <a:t>D</a:t>
            </a:r>
            <a:r>
              <a:rPr dirty="0" sz="6000" spc="160" b="1">
                <a:solidFill>
                  <a:srgbClr val="0E1523"/>
                </a:solidFill>
                <a:latin typeface="Arial"/>
                <a:cs typeface="Arial"/>
              </a:rPr>
              <a:t>e</a:t>
            </a:r>
            <a:r>
              <a:rPr dirty="0" sz="6000" spc="360" b="1">
                <a:solidFill>
                  <a:srgbClr val="0E1523"/>
                </a:solidFill>
                <a:latin typeface="Arial"/>
                <a:cs typeface="Arial"/>
              </a:rPr>
              <a:t>v</a:t>
            </a:r>
            <a:r>
              <a:rPr dirty="0" sz="6000" spc="-80" b="1">
                <a:solidFill>
                  <a:srgbClr val="0E1523"/>
                </a:solidFill>
                <a:latin typeface="Arial"/>
                <a:cs typeface="Arial"/>
              </a:rPr>
              <a:t>i</a:t>
            </a:r>
            <a:r>
              <a:rPr dirty="0" sz="6000" spc="360" b="1">
                <a:solidFill>
                  <a:srgbClr val="0E1523"/>
                </a:solidFill>
                <a:latin typeface="Arial"/>
                <a:cs typeface="Arial"/>
              </a:rPr>
              <a:t>e</a:t>
            </a:r>
            <a:r>
              <a:rPr dirty="0" sz="6000" b="1">
                <a:solidFill>
                  <a:srgbClr val="0E1523"/>
                </a:solidFill>
                <a:latin typeface="Arial"/>
                <a:cs typeface="Arial"/>
              </a:rPr>
              <a:t>n</a:t>
            </a:r>
            <a:r>
              <a:rPr dirty="0" sz="6000" spc="165" b="1">
                <a:solidFill>
                  <a:srgbClr val="0E1523"/>
                </a:solidFill>
                <a:latin typeface="Arial"/>
                <a:cs typeface="Arial"/>
              </a:rPr>
              <a:t>s</a:t>
            </a:r>
            <a:r>
              <a:rPr dirty="0" sz="6000" spc="-575" b="1">
                <a:solidFill>
                  <a:srgbClr val="0E1523"/>
                </a:solidFill>
                <a:latin typeface="Arial"/>
                <a:cs typeface="Arial"/>
              </a:rPr>
              <a:t> </a:t>
            </a:r>
            <a:r>
              <a:rPr dirty="0" sz="6000" spc="165" b="1">
                <a:solidFill>
                  <a:srgbClr val="0E1523"/>
                </a:solidFill>
                <a:latin typeface="Arial"/>
                <a:cs typeface="Arial"/>
              </a:rPr>
              <a:t>A</a:t>
            </a:r>
            <a:r>
              <a:rPr dirty="0" sz="6000" spc="265" b="1">
                <a:solidFill>
                  <a:srgbClr val="0E1523"/>
                </a:solidFill>
                <a:latin typeface="Arial"/>
                <a:cs typeface="Arial"/>
              </a:rPr>
              <a:t>ct</a:t>
            </a:r>
            <a:r>
              <a:rPr dirty="0" sz="6000" spc="390" b="1">
                <a:solidFill>
                  <a:srgbClr val="0E1523"/>
                </a:solidFill>
                <a:latin typeface="Arial"/>
                <a:cs typeface="Arial"/>
              </a:rPr>
              <a:t>e</a:t>
            </a:r>
            <a:r>
              <a:rPr dirty="0" sz="6000" spc="100" b="1">
                <a:solidFill>
                  <a:srgbClr val="0E1523"/>
                </a:solidFill>
                <a:latin typeface="Arial"/>
                <a:cs typeface="Arial"/>
              </a:rPr>
              <a:t>u</a:t>
            </a:r>
            <a:r>
              <a:rPr dirty="0" sz="6000" spc="45" b="1">
                <a:solidFill>
                  <a:srgbClr val="0E1523"/>
                </a:solidFill>
                <a:latin typeface="Arial"/>
                <a:cs typeface="Arial"/>
              </a:rPr>
              <a:t>r</a:t>
            </a:r>
            <a:r>
              <a:rPr dirty="0" sz="6000" spc="-250" b="1">
                <a:solidFill>
                  <a:srgbClr val="0E1523"/>
                </a:solidFill>
                <a:latin typeface="Arial"/>
                <a:cs typeface="Arial"/>
              </a:rPr>
              <a:t> </a:t>
            </a:r>
            <a:r>
              <a:rPr dirty="0" sz="6000" spc="200" b="1">
                <a:solidFill>
                  <a:srgbClr val="0E1523"/>
                </a:solidFill>
                <a:latin typeface="Arial"/>
                <a:cs typeface="Arial"/>
              </a:rPr>
              <a:t>d</a:t>
            </a:r>
            <a:r>
              <a:rPr dirty="0" sz="6000" spc="365" b="1">
                <a:solidFill>
                  <a:srgbClr val="0E1523"/>
                </a:solidFill>
                <a:latin typeface="Arial"/>
                <a:cs typeface="Arial"/>
              </a:rPr>
              <a:t>u</a:t>
            </a:r>
            <a:r>
              <a:rPr dirty="0" sz="6000" spc="165" b="1">
                <a:solidFill>
                  <a:srgbClr val="0E1523"/>
                </a:solidFill>
                <a:latin typeface="Arial"/>
                <a:cs typeface="Arial"/>
              </a:rPr>
              <a:t> </a:t>
            </a:r>
            <a:r>
              <a:rPr dirty="0" sz="6000" spc="495" b="1">
                <a:solidFill>
                  <a:srgbClr val="0E1523"/>
                </a:solidFill>
                <a:latin typeface="Arial"/>
                <a:cs typeface="Arial"/>
              </a:rPr>
              <a:t>M</a:t>
            </a:r>
            <a:r>
              <a:rPr dirty="0" sz="6000" spc="100" b="1">
                <a:solidFill>
                  <a:srgbClr val="0E1523"/>
                </a:solidFill>
                <a:latin typeface="Arial"/>
                <a:cs typeface="Arial"/>
              </a:rPr>
              <a:t>o</a:t>
            </a:r>
            <a:r>
              <a:rPr dirty="0" sz="6000" b="1">
                <a:solidFill>
                  <a:srgbClr val="0E1523"/>
                </a:solidFill>
                <a:latin typeface="Arial"/>
                <a:cs typeface="Arial"/>
              </a:rPr>
              <a:t>n</a:t>
            </a:r>
            <a:r>
              <a:rPr dirty="0" sz="6000" spc="210" b="1">
                <a:solidFill>
                  <a:srgbClr val="0E1523"/>
                </a:solidFill>
                <a:latin typeface="Arial"/>
                <a:cs typeface="Arial"/>
              </a:rPr>
              <a:t>de</a:t>
            </a:r>
            <a:r>
              <a:rPr dirty="0" sz="6000" spc="-155" b="1">
                <a:solidFill>
                  <a:srgbClr val="0E1523"/>
                </a:solidFill>
                <a:latin typeface="Arial"/>
                <a:cs typeface="Arial"/>
              </a:rPr>
              <a:t> </a:t>
            </a:r>
            <a:r>
              <a:rPr dirty="0" sz="6000" spc="160" b="1">
                <a:solidFill>
                  <a:srgbClr val="0E1523"/>
                </a:solidFill>
                <a:latin typeface="Arial"/>
                <a:cs typeface="Arial"/>
              </a:rPr>
              <a:t>N</a:t>
            </a:r>
            <a:r>
              <a:rPr dirty="0" sz="6000" spc="100" b="1">
                <a:solidFill>
                  <a:srgbClr val="0E1523"/>
                </a:solidFill>
                <a:latin typeface="Arial"/>
                <a:cs typeface="Arial"/>
              </a:rPr>
              <a:t>u</a:t>
            </a:r>
            <a:r>
              <a:rPr dirty="0" sz="6000" spc="60" b="1">
                <a:solidFill>
                  <a:srgbClr val="0E1523"/>
                </a:solidFill>
                <a:latin typeface="Arial"/>
                <a:cs typeface="Arial"/>
              </a:rPr>
              <a:t>m</a:t>
            </a:r>
            <a:r>
              <a:rPr dirty="0" sz="6000" spc="360" b="1">
                <a:solidFill>
                  <a:srgbClr val="0E1523"/>
                </a:solidFill>
                <a:latin typeface="Arial"/>
                <a:cs typeface="Arial"/>
              </a:rPr>
              <a:t>é</a:t>
            </a:r>
            <a:r>
              <a:rPr dirty="0" sz="6000" spc="254" b="1">
                <a:solidFill>
                  <a:srgbClr val="0E1523"/>
                </a:solidFill>
                <a:latin typeface="Arial"/>
                <a:cs typeface="Arial"/>
              </a:rPr>
              <a:t>r</a:t>
            </a:r>
            <a:r>
              <a:rPr dirty="0" sz="6000" spc="-275" b="1">
                <a:solidFill>
                  <a:srgbClr val="0E1523"/>
                </a:solidFill>
                <a:latin typeface="Arial"/>
                <a:cs typeface="Arial"/>
              </a:rPr>
              <a:t>i</a:t>
            </a:r>
            <a:r>
              <a:rPr dirty="0" sz="6000" spc="300" b="1">
                <a:solidFill>
                  <a:srgbClr val="0E1523"/>
                </a:solidFill>
                <a:latin typeface="Arial"/>
                <a:cs typeface="Arial"/>
              </a:rPr>
              <a:t>q</a:t>
            </a:r>
            <a:r>
              <a:rPr dirty="0" sz="6000" spc="-100" b="1">
                <a:solidFill>
                  <a:srgbClr val="0E1523"/>
                </a:solidFill>
                <a:latin typeface="Arial"/>
                <a:cs typeface="Arial"/>
              </a:rPr>
              <a:t>u</a:t>
            </a:r>
            <a:r>
              <a:rPr dirty="0" sz="6000" spc="365" b="1">
                <a:solidFill>
                  <a:srgbClr val="0E1523"/>
                </a:solidFill>
                <a:latin typeface="Arial"/>
                <a:cs typeface="Arial"/>
              </a:rPr>
              <a:t>e</a:t>
            </a:r>
            <a:endParaRPr sz="6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20"/>
              </a:spcBef>
            </a:pPr>
            <a:r>
              <a:rPr dirty="0" sz="3100" spc="35">
                <a:solidFill>
                  <a:srgbClr val="3D464D"/>
                </a:solidFill>
                <a:latin typeface="Arial"/>
                <a:cs typeface="Arial"/>
              </a:rPr>
              <a:t>Numér</a:t>
            </a:r>
            <a:r>
              <a:rPr dirty="0" sz="3100" spc="20">
                <a:solidFill>
                  <a:srgbClr val="3D464D"/>
                </a:solidFill>
                <a:latin typeface="Arial"/>
                <a:cs typeface="Arial"/>
              </a:rPr>
              <a:t>i</a:t>
            </a:r>
            <a:r>
              <a:rPr dirty="0" sz="3100" spc="15">
                <a:solidFill>
                  <a:srgbClr val="3D464D"/>
                </a:solidFill>
                <a:latin typeface="Arial"/>
                <a:cs typeface="Arial"/>
              </a:rPr>
              <a:t>que</a:t>
            </a:r>
            <a:r>
              <a:rPr dirty="0" sz="3100" spc="114">
                <a:solidFill>
                  <a:srgbClr val="3D464D"/>
                </a:solidFill>
                <a:latin typeface="Arial"/>
                <a:cs typeface="Arial"/>
              </a:rPr>
              <a:t> </a:t>
            </a:r>
            <a:r>
              <a:rPr dirty="0" sz="3100" spc="100">
                <a:solidFill>
                  <a:srgbClr val="3D464D"/>
                </a:solidFill>
                <a:latin typeface="Arial"/>
                <a:cs typeface="Arial"/>
              </a:rPr>
              <a:t>et</a:t>
            </a:r>
            <a:r>
              <a:rPr dirty="0" sz="3100" spc="20">
                <a:solidFill>
                  <a:srgbClr val="3D464D"/>
                </a:solidFill>
                <a:latin typeface="Arial"/>
                <a:cs typeface="Arial"/>
              </a:rPr>
              <a:t> </a:t>
            </a:r>
            <a:r>
              <a:rPr dirty="0" sz="3100" spc="15">
                <a:solidFill>
                  <a:srgbClr val="3D464D"/>
                </a:solidFill>
                <a:latin typeface="Arial"/>
                <a:cs typeface="Arial"/>
              </a:rPr>
              <a:t>Sc</a:t>
            </a:r>
            <a:r>
              <a:rPr dirty="0" sz="3100" spc="15">
                <a:solidFill>
                  <a:srgbClr val="3D464D"/>
                </a:solidFill>
                <a:latin typeface="Arial"/>
                <a:cs typeface="Arial"/>
              </a:rPr>
              <a:t>i</a:t>
            </a:r>
            <a:r>
              <a:rPr dirty="0" sz="3100" spc="15">
                <a:solidFill>
                  <a:srgbClr val="3D464D"/>
                </a:solidFill>
                <a:latin typeface="Arial"/>
                <a:cs typeface="Arial"/>
              </a:rPr>
              <a:t>ences</a:t>
            </a:r>
            <a:r>
              <a:rPr dirty="0" sz="3100" spc="280">
                <a:solidFill>
                  <a:srgbClr val="3D464D"/>
                </a:solidFill>
                <a:latin typeface="Arial"/>
                <a:cs typeface="Arial"/>
              </a:rPr>
              <a:t> </a:t>
            </a:r>
            <a:r>
              <a:rPr dirty="0" sz="3100" spc="10">
                <a:solidFill>
                  <a:srgbClr val="313436"/>
                </a:solidFill>
                <a:latin typeface="Arial"/>
                <a:cs typeface="Arial"/>
              </a:rPr>
              <a:t>In</a:t>
            </a:r>
            <a:r>
              <a:rPr dirty="0" sz="3100" spc="-5">
                <a:solidFill>
                  <a:srgbClr val="313436"/>
                </a:solidFill>
                <a:latin typeface="Arial"/>
                <a:cs typeface="Arial"/>
              </a:rPr>
              <a:t>f</a:t>
            </a:r>
            <a:r>
              <a:rPr dirty="0" sz="3100" spc="45">
                <a:solidFill>
                  <a:srgbClr val="313436"/>
                </a:solidFill>
                <a:latin typeface="Arial"/>
                <a:cs typeface="Arial"/>
              </a:rPr>
              <a:t>ormat</a:t>
            </a:r>
            <a:r>
              <a:rPr dirty="0" sz="3100" spc="160">
                <a:solidFill>
                  <a:srgbClr val="313436"/>
                </a:solidFill>
                <a:latin typeface="Arial"/>
                <a:cs typeface="Arial"/>
              </a:rPr>
              <a:t>i</a:t>
            </a:r>
            <a:r>
              <a:rPr dirty="0" sz="3100" spc="15">
                <a:solidFill>
                  <a:srgbClr val="313436"/>
                </a:solidFill>
                <a:latin typeface="Arial"/>
                <a:cs typeface="Arial"/>
              </a:rPr>
              <a:t>ques</a:t>
            </a:r>
            <a:endParaRPr sz="3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"/>
              </a:spcBef>
            </a:pPr>
            <a:endParaRPr sz="4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550" spc="-145">
                <a:solidFill>
                  <a:srgbClr val="3D464D"/>
                </a:solidFill>
                <a:latin typeface="Arial"/>
                <a:cs typeface="Arial"/>
              </a:rPr>
              <a:t>P</a:t>
            </a:r>
            <a:r>
              <a:rPr dirty="0" sz="3550" spc="-45">
                <a:solidFill>
                  <a:srgbClr val="3D464D"/>
                </a:solidFill>
                <a:latin typeface="Arial"/>
                <a:cs typeface="Arial"/>
              </a:rPr>
              <a:t>a</a:t>
            </a:r>
            <a:r>
              <a:rPr dirty="0" sz="3550" spc="15">
                <a:solidFill>
                  <a:srgbClr val="3D464D"/>
                </a:solidFill>
                <a:latin typeface="Arial"/>
                <a:cs typeface="Arial"/>
              </a:rPr>
              <a:t>ssez</a:t>
            </a:r>
            <a:r>
              <a:rPr dirty="0" sz="3550" spc="240">
                <a:solidFill>
                  <a:srgbClr val="3D464D"/>
                </a:solidFill>
                <a:latin typeface="Arial"/>
                <a:cs typeface="Arial"/>
              </a:rPr>
              <a:t> </a:t>
            </a:r>
            <a:r>
              <a:rPr dirty="0" sz="3550" spc="75">
                <a:solidFill>
                  <a:srgbClr val="3D464D"/>
                </a:solidFill>
                <a:latin typeface="Arial"/>
                <a:cs typeface="Arial"/>
              </a:rPr>
              <a:t>de</a:t>
            </a:r>
            <a:r>
              <a:rPr dirty="0" sz="3550" spc="204">
                <a:solidFill>
                  <a:srgbClr val="3D464D"/>
                </a:solidFill>
                <a:latin typeface="Arial"/>
                <a:cs typeface="Arial"/>
              </a:rPr>
              <a:t> </a:t>
            </a:r>
            <a:r>
              <a:rPr dirty="0" sz="3550" spc="10">
                <a:solidFill>
                  <a:srgbClr val="3D464D"/>
                </a:solidFill>
                <a:latin typeface="Arial"/>
                <a:cs typeface="Arial"/>
              </a:rPr>
              <a:t>l</a:t>
            </a:r>
            <a:r>
              <a:rPr dirty="0" sz="3550" spc="55">
                <a:solidFill>
                  <a:srgbClr val="3D464D"/>
                </a:solidFill>
                <a:latin typeface="Arial"/>
                <a:cs typeface="Arial"/>
              </a:rPr>
              <a:t>'aut</a:t>
            </a:r>
            <a:r>
              <a:rPr dirty="0" sz="3550" spc="-675">
                <a:solidFill>
                  <a:srgbClr val="3D464D"/>
                </a:solidFill>
                <a:latin typeface="Arial"/>
                <a:cs typeface="Arial"/>
              </a:rPr>
              <a:t> </a:t>
            </a:r>
            <a:r>
              <a:rPr dirty="0" sz="3550" spc="30">
                <a:solidFill>
                  <a:srgbClr val="3D464D"/>
                </a:solidFill>
                <a:latin typeface="Arial"/>
                <a:cs typeface="Arial"/>
              </a:rPr>
              <a:t>re</a:t>
            </a:r>
            <a:r>
              <a:rPr dirty="0" sz="3550" spc="-10">
                <a:solidFill>
                  <a:srgbClr val="3D464D"/>
                </a:solidFill>
                <a:latin typeface="Arial"/>
                <a:cs typeface="Arial"/>
              </a:rPr>
              <a:t> </a:t>
            </a:r>
            <a:r>
              <a:rPr dirty="0" sz="3550" spc="120">
                <a:solidFill>
                  <a:srgbClr val="3D464D"/>
                </a:solidFill>
                <a:latin typeface="Arial"/>
                <a:cs typeface="Arial"/>
              </a:rPr>
              <a:t>c</a:t>
            </a:r>
            <a:r>
              <a:rPr dirty="0" sz="3550" spc="20">
                <a:solidFill>
                  <a:srgbClr val="3D464D"/>
                </a:solidFill>
                <a:latin typeface="Arial"/>
                <a:cs typeface="Arial"/>
              </a:rPr>
              <a:t>ô</a:t>
            </a:r>
            <a:r>
              <a:rPr dirty="0" sz="3550" spc="400">
                <a:solidFill>
                  <a:srgbClr val="3D464D"/>
                </a:solidFill>
                <a:latin typeface="Arial"/>
                <a:cs typeface="Arial"/>
              </a:rPr>
              <a:t>t</a:t>
            </a:r>
            <a:r>
              <a:rPr dirty="0" sz="3550" spc="-40">
                <a:solidFill>
                  <a:srgbClr val="3D464D"/>
                </a:solidFill>
                <a:latin typeface="Arial"/>
                <a:cs typeface="Arial"/>
              </a:rPr>
              <a:t>é</a:t>
            </a:r>
            <a:r>
              <a:rPr dirty="0" sz="3550" spc="75">
                <a:solidFill>
                  <a:srgbClr val="3D464D"/>
                </a:solidFill>
                <a:latin typeface="Arial"/>
                <a:cs typeface="Arial"/>
              </a:rPr>
              <a:t> </a:t>
            </a:r>
            <a:r>
              <a:rPr dirty="0" sz="3550" spc="75">
                <a:solidFill>
                  <a:srgbClr val="3D464D"/>
                </a:solidFill>
                <a:latin typeface="Arial"/>
                <a:cs typeface="Arial"/>
              </a:rPr>
              <a:t>de</a:t>
            </a:r>
            <a:r>
              <a:rPr dirty="0" sz="3550" spc="204">
                <a:solidFill>
                  <a:srgbClr val="3D464D"/>
                </a:solidFill>
                <a:latin typeface="Arial"/>
                <a:cs typeface="Arial"/>
              </a:rPr>
              <a:t> </a:t>
            </a:r>
            <a:r>
              <a:rPr dirty="0" sz="3550" spc="10">
                <a:solidFill>
                  <a:srgbClr val="3D464D"/>
                </a:solidFill>
                <a:latin typeface="Arial"/>
                <a:cs typeface="Arial"/>
              </a:rPr>
              <a:t>l</a:t>
            </a:r>
            <a:r>
              <a:rPr dirty="0" sz="3550" spc="45">
                <a:solidFill>
                  <a:srgbClr val="3D464D"/>
                </a:solidFill>
                <a:latin typeface="Arial"/>
                <a:cs typeface="Arial"/>
              </a:rPr>
              <a:t>'écra</a:t>
            </a:r>
            <a:r>
              <a:rPr dirty="0" sz="3550" spc="-670">
                <a:solidFill>
                  <a:srgbClr val="3D464D"/>
                </a:solidFill>
                <a:latin typeface="Arial"/>
                <a:cs typeface="Arial"/>
              </a:rPr>
              <a:t> </a:t>
            </a:r>
            <a:r>
              <a:rPr dirty="0" sz="3550" spc="20">
                <a:solidFill>
                  <a:srgbClr val="3D464D"/>
                </a:solidFill>
                <a:latin typeface="Arial"/>
                <a:cs typeface="Arial"/>
              </a:rPr>
              <a:t>n</a:t>
            </a:r>
            <a:r>
              <a:rPr dirty="0" sz="3550" spc="375">
                <a:solidFill>
                  <a:srgbClr val="3D464D"/>
                </a:solidFill>
                <a:latin typeface="Arial"/>
                <a:cs typeface="Arial"/>
              </a:rPr>
              <a:t>.</a:t>
            </a:r>
            <a:endParaRPr sz="3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62600" y="4546600"/>
            <a:ext cx="3810000" cy="353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588000" y="2565400"/>
            <a:ext cx="1092200" cy="1092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137400" y="2895600"/>
            <a:ext cx="711200" cy="304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137400" y="3505200"/>
            <a:ext cx="685800" cy="762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280400" y="2565400"/>
            <a:ext cx="914400" cy="6350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483600" y="7213600"/>
            <a:ext cx="482600" cy="5334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769600" y="2565400"/>
            <a:ext cx="1143000" cy="11684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499600" y="4546600"/>
            <a:ext cx="2387600" cy="3530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601200" y="6553200"/>
            <a:ext cx="558800" cy="4572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743700" y="2559050"/>
            <a:ext cx="1473200" cy="0"/>
          </a:xfrm>
          <a:custGeom>
            <a:avLst/>
            <a:gdLst/>
            <a:ahLst/>
            <a:cxnLst/>
            <a:rect l="l" t="t" r="r" b="b"/>
            <a:pathLst>
              <a:path w="1473200" h="0">
                <a:moveTo>
                  <a:pt x="0" y="0"/>
                </a:moveTo>
                <a:lnTo>
                  <a:pt x="1473200" y="0"/>
                </a:lnTo>
              </a:path>
            </a:pathLst>
          </a:custGeom>
          <a:ln w="101600">
            <a:solidFill>
              <a:srgbClr val="3F67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575300" y="3708400"/>
            <a:ext cx="0" cy="1485900"/>
          </a:xfrm>
          <a:custGeom>
            <a:avLst/>
            <a:gdLst/>
            <a:ahLst/>
            <a:cxnLst/>
            <a:rect l="l" t="t" r="r" b="b"/>
            <a:pathLst>
              <a:path w="0" h="1485900">
                <a:moveTo>
                  <a:pt x="0" y="1485900"/>
                </a:moveTo>
                <a:lnTo>
                  <a:pt x="0" y="0"/>
                </a:lnTo>
              </a:path>
            </a:pathLst>
          </a:custGeom>
          <a:ln w="101600">
            <a:solidFill>
              <a:srgbClr val="3B67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870700" y="6369050"/>
            <a:ext cx="1244600" cy="0"/>
          </a:xfrm>
          <a:custGeom>
            <a:avLst/>
            <a:gdLst/>
            <a:ahLst/>
            <a:cxnLst/>
            <a:rect l="l" t="t" r="r" b="b"/>
            <a:pathLst>
              <a:path w="1244600" h="0">
                <a:moveTo>
                  <a:pt x="0" y="0"/>
                </a:moveTo>
                <a:lnTo>
                  <a:pt x="1244600" y="0"/>
                </a:lnTo>
              </a:path>
            </a:pathLst>
          </a:custGeom>
          <a:ln w="101600">
            <a:solidFill>
              <a:srgbClr val="3F67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258300" y="2559050"/>
            <a:ext cx="1473200" cy="0"/>
          </a:xfrm>
          <a:custGeom>
            <a:avLst/>
            <a:gdLst/>
            <a:ahLst/>
            <a:cxnLst/>
            <a:rect l="l" t="t" r="r" b="b"/>
            <a:pathLst>
              <a:path w="1473200" h="0">
                <a:moveTo>
                  <a:pt x="0" y="0"/>
                </a:moveTo>
                <a:lnTo>
                  <a:pt x="1473200" y="0"/>
                </a:lnTo>
              </a:path>
            </a:pathLst>
          </a:custGeom>
          <a:ln w="101600">
            <a:solidFill>
              <a:srgbClr val="EB742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391650" y="4495800"/>
            <a:ext cx="0" cy="660400"/>
          </a:xfrm>
          <a:custGeom>
            <a:avLst/>
            <a:gdLst/>
            <a:ahLst/>
            <a:cxnLst/>
            <a:rect l="l" t="t" r="r" b="b"/>
            <a:pathLst>
              <a:path w="0" h="660400">
                <a:moveTo>
                  <a:pt x="0" y="660400"/>
                </a:moveTo>
                <a:lnTo>
                  <a:pt x="0" y="0"/>
                </a:lnTo>
              </a:path>
            </a:pathLst>
          </a:custGeom>
          <a:ln w="101600">
            <a:solidFill>
              <a:srgbClr val="3B67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1906250" y="3746500"/>
            <a:ext cx="0" cy="1409700"/>
          </a:xfrm>
          <a:custGeom>
            <a:avLst/>
            <a:gdLst/>
            <a:ahLst/>
            <a:cxnLst/>
            <a:rect l="l" t="t" r="r" b="b"/>
            <a:pathLst>
              <a:path w="0" h="1409700">
                <a:moveTo>
                  <a:pt x="0" y="1409700"/>
                </a:moveTo>
                <a:lnTo>
                  <a:pt x="0" y="0"/>
                </a:lnTo>
              </a:path>
            </a:pathLst>
          </a:custGeom>
          <a:ln w="101600">
            <a:solidFill>
              <a:srgbClr val="EB702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060700" y="742095"/>
            <a:ext cx="11423015" cy="1460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149600" marR="5080" indent="-3136900">
              <a:lnSpc>
                <a:spcPts val="5800"/>
              </a:lnSpc>
            </a:pPr>
            <a:r>
              <a:rPr dirty="0" sz="5500" spc="-100" b="1">
                <a:solidFill>
                  <a:srgbClr val="0C1C3A"/>
                </a:solidFill>
                <a:latin typeface="Arial"/>
                <a:cs typeface="Arial"/>
              </a:rPr>
              <a:t>P</a:t>
            </a:r>
            <a:r>
              <a:rPr dirty="0" sz="5500" spc="55" b="1">
                <a:solidFill>
                  <a:srgbClr val="0C1C3A"/>
                </a:solidFill>
                <a:latin typeface="Arial"/>
                <a:cs typeface="Arial"/>
              </a:rPr>
              <a:t>l</a:t>
            </a:r>
            <a:r>
              <a:rPr dirty="0" sz="5500" spc="-195" b="1">
                <a:solidFill>
                  <a:srgbClr val="0C1C3A"/>
                </a:solidFill>
                <a:latin typeface="Arial"/>
                <a:cs typeface="Arial"/>
              </a:rPr>
              <a:t>u</a:t>
            </a:r>
            <a:r>
              <a:rPr dirty="0" sz="5500" spc="90" b="1">
                <a:solidFill>
                  <a:srgbClr val="0C1C3A"/>
                </a:solidFill>
                <a:latin typeface="Arial"/>
                <a:cs typeface="Arial"/>
              </a:rPr>
              <a:t>s</a:t>
            </a:r>
            <a:r>
              <a:rPr dirty="0" sz="5500" spc="-280" b="1">
                <a:solidFill>
                  <a:srgbClr val="0C1C3A"/>
                </a:solidFill>
                <a:latin typeface="Arial"/>
                <a:cs typeface="Arial"/>
              </a:rPr>
              <a:t> </a:t>
            </a:r>
            <a:r>
              <a:rPr dirty="0" sz="5500" spc="305" b="1">
                <a:solidFill>
                  <a:srgbClr val="0C1C3A"/>
                </a:solidFill>
                <a:latin typeface="Arial"/>
                <a:cs typeface="Arial"/>
              </a:rPr>
              <a:t>q</a:t>
            </a:r>
            <a:r>
              <a:rPr dirty="0" sz="5500" spc="-95" b="1">
                <a:solidFill>
                  <a:srgbClr val="0C1C3A"/>
                </a:solidFill>
                <a:latin typeface="Arial"/>
                <a:cs typeface="Arial"/>
              </a:rPr>
              <a:t>u</a:t>
            </a:r>
            <a:r>
              <a:rPr dirty="0" sz="5500" spc="305" b="1">
                <a:solidFill>
                  <a:srgbClr val="0C1C3A"/>
                </a:solidFill>
                <a:latin typeface="Arial"/>
                <a:cs typeface="Arial"/>
              </a:rPr>
              <a:t>e</a:t>
            </a:r>
            <a:r>
              <a:rPr dirty="0" sz="5500" spc="-295" b="1">
                <a:solidFill>
                  <a:srgbClr val="0C1C3A"/>
                </a:solidFill>
                <a:latin typeface="Arial"/>
                <a:cs typeface="Arial"/>
              </a:rPr>
              <a:t> </a:t>
            </a:r>
            <a:r>
              <a:rPr dirty="0" sz="5500" spc="200" b="1">
                <a:solidFill>
                  <a:srgbClr val="0C1C3A"/>
                </a:solidFill>
                <a:latin typeface="Arial"/>
                <a:cs typeface="Arial"/>
              </a:rPr>
              <a:t>d</a:t>
            </a:r>
            <a:r>
              <a:rPr dirty="0" sz="5500" spc="300" b="1">
                <a:solidFill>
                  <a:srgbClr val="0C1C3A"/>
                </a:solidFill>
                <a:latin typeface="Arial"/>
                <a:cs typeface="Arial"/>
              </a:rPr>
              <a:t>u</a:t>
            </a:r>
            <a:r>
              <a:rPr dirty="0" sz="5500" spc="-620" b="1">
                <a:solidFill>
                  <a:srgbClr val="0C1C3A"/>
                </a:solidFill>
                <a:latin typeface="Arial"/>
                <a:cs typeface="Arial"/>
              </a:rPr>
              <a:t> </a:t>
            </a:r>
            <a:r>
              <a:rPr dirty="0" sz="5500" spc="240" b="1">
                <a:solidFill>
                  <a:srgbClr val="0C1C3A"/>
                </a:solidFill>
                <a:latin typeface="Arial"/>
                <a:cs typeface="Arial"/>
              </a:rPr>
              <a:t>c</a:t>
            </a:r>
            <a:r>
              <a:rPr dirty="0" sz="5500" spc="5" b="1">
                <a:solidFill>
                  <a:srgbClr val="0C1C3A"/>
                </a:solidFill>
                <a:latin typeface="Arial"/>
                <a:cs typeface="Arial"/>
              </a:rPr>
              <a:t>o</a:t>
            </a:r>
            <a:r>
              <a:rPr dirty="0" sz="5500" spc="190" b="1">
                <a:solidFill>
                  <a:srgbClr val="0C1C3A"/>
                </a:solidFill>
                <a:latin typeface="Arial"/>
                <a:cs typeface="Arial"/>
              </a:rPr>
              <a:t>de</a:t>
            </a:r>
            <a:r>
              <a:rPr dirty="0" sz="5500" spc="-95" b="1">
                <a:solidFill>
                  <a:srgbClr val="0C1C3A"/>
                </a:solidFill>
                <a:latin typeface="Arial"/>
                <a:cs typeface="Arial"/>
              </a:rPr>
              <a:t> </a:t>
            </a:r>
            <a:r>
              <a:rPr dirty="0" sz="5500" spc="565" b="1">
                <a:solidFill>
                  <a:srgbClr val="0C1C3A"/>
                </a:solidFill>
                <a:latin typeface="Arial"/>
                <a:cs typeface="Arial"/>
              </a:rPr>
              <a:t>:</a:t>
            </a:r>
            <a:r>
              <a:rPr dirty="0" sz="5500" spc="-1030" b="1">
                <a:solidFill>
                  <a:srgbClr val="0C1C3A"/>
                </a:solidFill>
                <a:latin typeface="Arial"/>
                <a:cs typeface="Arial"/>
              </a:rPr>
              <a:t> </a:t>
            </a:r>
            <a:r>
              <a:rPr dirty="0" sz="5500" spc="105" b="1">
                <a:solidFill>
                  <a:srgbClr val="0C1C3A"/>
                </a:solidFill>
                <a:latin typeface="Arial"/>
                <a:cs typeface="Arial"/>
              </a:rPr>
              <a:t>u</a:t>
            </a:r>
            <a:r>
              <a:rPr dirty="0" sz="5500" spc="-95" b="1">
                <a:solidFill>
                  <a:srgbClr val="0C1C3A"/>
                </a:solidFill>
                <a:latin typeface="Arial"/>
                <a:cs typeface="Arial"/>
              </a:rPr>
              <a:t>n</a:t>
            </a:r>
            <a:r>
              <a:rPr dirty="0" sz="5500" spc="305" b="1">
                <a:solidFill>
                  <a:srgbClr val="0C1C3A"/>
                </a:solidFill>
                <a:latin typeface="Arial"/>
                <a:cs typeface="Arial"/>
              </a:rPr>
              <a:t>e</a:t>
            </a:r>
            <a:r>
              <a:rPr dirty="0" sz="5500" spc="-295" b="1">
                <a:solidFill>
                  <a:srgbClr val="0C1C3A"/>
                </a:solidFill>
                <a:latin typeface="Arial"/>
                <a:cs typeface="Arial"/>
              </a:rPr>
              <a:t> </a:t>
            </a:r>
            <a:r>
              <a:rPr dirty="0" sz="5500" spc="40" b="1">
                <a:solidFill>
                  <a:srgbClr val="0C1C3A"/>
                </a:solidFill>
                <a:latin typeface="Arial"/>
                <a:cs typeface="Arial"/>
              </a:rPr>
              <a:t>s</a:t>
            </a:r>
            <a:r>
              <a:rPr dirty="0" sz="5500" spc="340" b="1">
                <a:solidFill>
                  <a:srgbClr val="0C1C3A"/>
                </a:solidFill>
                <a:latin typeface="Arial"/>
                <a:cs typeface="Arial"/>
              </a:rPr>
              <a:t>c</a:t>
            </a:r>
            <a:r>
              <a:rPr dirty="0" sz="5500" spc="-145" b="1">
                <a:solidFill>
                  <a:srgbClr val="0C1C3A"/>
                </a:solidFill>
                <a:latin typeface="Arial"/>
                <a:cs typeface="Arial"/>
              </a:rPr>
              <a:t>i</a:t>
            </a:r>
            <a:r>
              <a:rPr dirty="0" sz="5500" spc="340" b="1">
                <a:solidFill>
                  <a:srgbClr val="0C1C3A"/>
                </a:solidFill>
                <a:latin typeface="Arial"/>
                <a:cs typeface="Arial"/>
              </a:rPr>
              <a:t>e</a:t>
            </a:r>
            <a:r>
              <a:rPr dirty="0" sz="5500" spc="5" b="1">
                <a:solidFill>
                  <a:srgbClr val="0C1C3A"/>
                </a:solidFill>
                <a:latin typeface="Arial"/>
                <a:cs typeface="Arial"/>
              </a:rPr>
              <a:t>n</a:t>
            </a:r>
            <a:r>
              <a:rPr dirty="0" sz="5500" spc="210" b="1">
                <a:solidFill>
                  <a:srgbClr val="0C1C3A"/>
                </a:solidFill>
                <a:latin typeface="Arial"/>
                <a:cs typeface="Arial"/>
              </a:rPr>
              <a:t>ce</a:t>
            </a:r>
            <a:r>
              <a:rPr dirty="0" sz="5500" spc="-275" b="1">
                <a:solidFill>
                  <a:srgbClr val="0C1C3A"/>
                </a:solidFill>
                <a:latin typeface="Arial"/>
                <a:cs typeface="Arial"/>
              </a:rPr>
              <a:t> </a:t>
            </a:r>
            <a:r>
              <a:rPr dirty="0" sz="5500" spc="140" b="1">
                <a:solidFill>
                  <a:srgbClr val="0C1C3A"/>
                </a:solidFill>
                <a:latin typeface="Arial"/>
                <a:cs typeface="Arial"/>
              </a:rPr>
              <a:t>e</a:t>
            </a:r>
            <a:r>
              <a:rPr dirty="0" sz="5500" spc="310" b="1">
                <a:solidFill>
                  <a:srgbClr val="0C1C3A"/>
                </a:solidFill>
                <a:latin typeface="Arial"/>
                <a:cs typeface="Arial"/>
              </a:rPr>
              <a:t>t</a:t>
            </a:r>
            <a:r>
              <a:rPr dirty="0" sz="5500" spc="260" b="1">
                <a:solidFill>
                  <a:srgbClr val="0C1C3A"/>
                </a:solidFill>
                <a:latin typeface="Arial"/>
                <a:cs typeface="Arial"/>
              </a:rPr>
              <a:t> </a:t>
            </a:r>
            <a:r>
              <a:rPr dirty="0" sz="5500" spc="105" b="1">
                <a:solidFill>
                  <a:srgbClr val="0C1C3A"/>
                </a:solidFill>
                <a:latin typeface="Arial"/>
                <a:cs typeface="Arial"/>
              </a:rPr>
              <a:t>u</a:t>
            </a:r>
            <a:r>
              <a:rPr dirty="0" sz="5500" spc="-95" b="1">
                <a:solidFill>
                  <a:srgbClr val="0C1C3A"/>
                </a:solidFill>
                <a:latin typeface="Arial"/>
                <a:cs typeface="Arial"/>
              </a:rPr>
              <a:t>n</a:t>
            </a:r>
            <a:r>
              <a:rPr dirty="0" sz="5500" spc="305" b="1">
                <a:solidFill>
                  <a:srgbClr val="0C1C3A"/>
                </a:solidFill>
                <a:latin typeface="Arial"/>
                <a:cs typeface="Arial"/>
              </a:rPr>
              <a:t>e</a:t>
            </a:r>
            <a:r>
              <a:rPr dirty="0" sz="5500" spc="-395" b="1">
                <a:solidFill>
                  <a:srgbClr val="0C1C3A"/>
                </a:solidFill>
                <a:latin typeface="Arial"/>
                <a:cs typeface="Arial"/>
              </a:rPr>
              <a:t> </a:t>
            </a:r>
            <a:r>
              <a:rPr dirty="0" sz="5500" spc="200" b="1">
                <a:solidFill>
                  <a:srgbClr val="0C1C3A"/>
                </a:solidFill>
                <a:latin typeface="Arial"/>
                <a:cs typeface="Arial"/>
              </a:rPr>
              <a:t>t</a:t>
            </a:r>
            <a:r>
              <a:rPr dirty="0" sz="5500" spc="400" b="1">
                <a:solidFill>
                  <a:srgbClr val="0C1C3A"/>
                </a:solidFill>
                <a:latin typeface="Arial"/>
                <a:cs typeface="Arial"/>
              </a:rPr>
              <a:t>e</a:t>
            </a:r>
            <a:r>
              <a:rPr dirty="0" sz="5500" spc="340" b="1">
                <a:solidFill>
                  <a:srgbClr val="0C1C3A"/>
                </a:solidFill>
                <a:latin typeface="Arial"/>
                <a:cs typeface="Arial"/>
              </a:rPr>
              <a:t>c</a:t>
            </a:r>
            <a:r>
              <a:rPr dirty="0" sz="5500" spc="105" b="1">
                <a:solidFill>
                  <a:srgbClr val="0C1C3A"/>
                </a:solidFill>
                <a:latin typeface="Arial"/>
                <a:cs typeface="Arial"/>
              </a:rPr>
              <a:t>h</a:t>
            </a:r>
            <a:r>
              <a:rPr dirty="0" sz="5500" spc="5" b="1">
                <a:solidFill>
                  <a:srgbClr val="0C1C3A"/>
                </a:solidFill>
                <a:latin typeface="Arial"/>
                <a:cs typeface="Arial"/>
              </a:rPr>
              <a:t>n</a:t>
            </a:r>
            <a:r>
              <a:rPr dirty="0" sz="5500" spc="-145" b="1">
                <a:solidFill>
                  <a:srgbClr val="0C1C3A"/>
                </a:solidFill>
                <a:latin typeface="Arial"/>
                <a:cs typeface="Arial"/>
              </a:rPr>
              <a:t>i</a:t>
            </a:r>
            <a:r>
              <a:rPr dirty="0" sz="5500" spc="200" b="1">
                <a:solidFill>
                  <a:srgbClr val="0C1C3A"/>
                </a:solidFill>
                <a:latin typeface="Arial"/>
                <a:cs typeface="Arial"/>
              </a:rPr>
              <a:t>q</a:t>
            </a:r>
            <a:r>
              <a:rPr dirty="0" sz="5500" spc="-95" b="1">
                <a:solidFill>
                  <a:srgbClr val="0C1C3A"/>
                </a:solidFill>
                <a:latin typeface="Arial"/>
                <a:cs typeface="Arial"/>
              </a:rPr>
              <a:t>u</a:t>
            </a:r>
            <a:r>
              <a:rPr dirty="0" sz="5500" spc="440" b="1">
                <a:solidFill>
                  <a:srgbClr val="0C1C3A"/>
                </a:solidFill>
                <a:latin typeface="Arial"/>
                <a:cs typeface="Arial"/>
              </a:rPr>
              <a:t>e</a:t>
            </a:r>
            <a:r>
              <a:rPr dirty="0" sz="5500" spc="655" b="1">
                <a:solidFill>
                  <a:srgbClr val="0C1C3A"/>
                </a:solidFill>
                <a:latin typeface="Arial"/>
                <a:cs typeface="Arial"/>
              </a:rPr>
              <a:t>.</a:t>
            </a:r>
            <a:endParaRPr sz="5500">
              <a:latin typeface="Arial"/>
              <a:cs typeface="Arial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140">
                <a:solidFill>
                  <a:srgbClr val="0E1523"/>
                </a:solidFill>
              </a:rPr>
              <a:t>N</a:t>
            </a:r>
            <a:r>
              <a:rPr dirty="0" spc="70"/>
              <a:t>o</a:t>
            </a:r>
            <a:r>
              <a:rPr dirty="0" spc="55"/>
              <a:t>t</a:t>
            </a:r>
            <a:r>
              <a:rPr dirty="0" spc="45"/>
              <a:t>e</a:t>
            </a:r>
            <a:r>
              <a:rPr dirty="0" spc="114"/>
              <a:t>bo</a:t>
            </a:r>
            <a:r>
              <a:rPr dirty="0" spc="-5"/>
              <a:t>o</a:t>
            </a:r>
            <a:r>
              <a:rPr dirty="0" spc="45"/>
              <a:t>k</a:t>
            </a:r>
            <a:r>
              <a:rPr dirty="0" spc="-25"/>
              <a:t>L</a:t>
            </a:r>
            <a:r>
              <a:rPr dirty="0" spc="114">
                <a:solidFill>
                  <a:srgbClr val="0E1523"/>
                </a:solidFill>
              </a:rPr>
              <a:t>M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175177" y="3250239"/>
            <a:ext cx="2846070" cy="8572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6550" spc="-8090">
                <a:solidFill>
                  <a:srgbClr val="3D484F"/>
                </a:solidFill>
                <a:latin typeface="Arial"/>
                <a:cs typeface="Arial"/>
              </a:rPr>
              <a:t>!</a:t>
            </a:r>
            <a:r>
              <a:rPr dirty="0" sz="6550" spc="455">
                <a:solidFill>
                  <a:srgbClr val="3D484F"/>
                </a:solidFill>
                <a:latin typeface="Arial"/>
                <a:cs typeface="Arial"/>
              </a:rPr>
              <a:t>)</a:t>
            </a:r>
            <a:r>
              <a:rPr dirty="0" sz="6550" spc="-860">
                <a:solidFill>
                  <a:srgbClr val="3D484F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0A0C0C"/>
                </a:solidFill>
                <a:latin typeface="Arial"/>
                <a:cs typeface="Arial"/>
              </a:rPr>
              <a:t>La</a:t>
            </a:r>
            <a:r>
              <a:rPr dirty="0" sz="1800" spc="-85">
                <a:solidFill>
                  <a:srgbClr val="0A0C0C"/>
                </a:solidFill>
                <a:latin typeface="Arial"/>
                <a:cs typeface="Arial"/>
              </a:rPr>
              <a:t>n</a:t>
            </a:r>
            <a:r>
              <a:rPr dirty="0" sz="1800" spc="95">
                <a:solidFill>
                  <a:srgbClr val="0A0C0C"/>
                </a:solidFill>
                <a:latin typeface="Arial"/>
                <a:cs typeface="Arial"/>
              </a:rPr>
              <a:t>g</a:t>
            </a:r>
            <a:r>
              <a:rPr dirty="0" sz="1800" spc="35">
                <a:solidFill>
                  <a:srgbClr val="0A0C0C"/>
                </a:solidFill>
                <a:latin typeface="Arial"/>
                <a:cs typeface="Arial"/>
              </a:rPr>
              <a:t>ages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550400" y="3739062"/>
            <a:ext cx="1014094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spc="-114">
                <a:solidFill>
                  <a:srgbClr val="1F2123"/>
                </a:solidFill>
                <a:latin typeface="Arial"/>
                <a:cs typeface="Arial"/>
              </a:rPr>
              <a:t>S</a:t>
            </a:r>
            <a:r>
              <a:rPr dirty="0" sz="1800" spc="195">
                <a:solidFill>
                  <a:srgbClr val="1F2123"/>
                </a:solidFill>
                <a:latin typeface="Arial"/>
                <a:cs typeface="Arial"/>
              </a:rPr>
              <a:t>t</a:t>
            </a:r>
            <a:r>
              <a:rPr dirty="0" sz="1800" spc="95">
                <a:solidFill>
                  <a:srgbClr val="1F2123"/>
                </a:solidFill>
                <a:latin typeface="Arial"/>
                <a:cs typeface="Arial"/>
              </a:rPr>
              <a:t>u</a:t>
            </a:r>
            <a:r>
              <a:rPr dirty="0" sz="1800" spc="-5">
                <a:solidFill>
                  <a:srgbClr val="1F2123"/>
                </a:solidFill>
                <a:latin typeface="Arial"/>
                <a:cs typeface="Arial"/>
              </a:rPr>
              <a:t>d</a:t>
            </a:r>
            <a:r>
              <a:rPr dirty="0" sz="1800" spc="95">
                <a:solidFill>
                  <a:srgbClr val="1F2123"/>
                </a:solidFill>
                <a:latin typeface="Arial"/>
                <a:cs typeface="Arial"/>
              </a:rPr>
              <a:t>e</a:t>
            </a:r>
            <a:r>
              <a:rPr dirty="0" sz="1800" spc="120">
                <a:solidFill>
                  <a:srgbClr val="1F2123"/>
                </a:solidFill>
                <a:latin typeface="Arial"/>
                <a:cs typeface="Arial"/>
              </a:rPr>
              <a:t>nts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680700" y="3558969"/>
            <a:ext cx="900430" cy="10058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R="36195">
              <a:lnSpc>
                <a:spcPct val="100000"/>
              </a:lnSpc>
            </a:pPr>
            <a:r>
              <a:rPr dirty="0" sz="3550" spc="204">
                <a:solidFill>
                  <a:srgbClr val="566060"/>
                </a:solidFill>
                <a:latin typeface="Arial"/>
                <a:cs typeface="Arial"/>
              </a:rPr>
              <a:t>î</a:t>
            </a:r>
            <a:r>
              <a:rPr dirty="0" sz="3550" spc="-790">
                <a:solidFill>
                  <a:srgbClr val="3D484F"/>
                </a:solidFill>
                <a:latin typeface="Arial"/>
                <a:cs typeface="Arial"/>
              </a:rPr>
              <a:t>c::</a:t>
            </a:r>
            <a:r>
              <a:rPr dirty="0" sz="3550" spc="-325">
                <a:solidFill>
                  <a:srgbClr val="3D484F"/>
                </a:solidFill>
                <a:latin typeface="Arial"/>
                <a:cs typeface="Arial"/>
              </a:rPr>
              <a:t>f</a:t>
            </a:r>
            <a:r>
              <a:rPr dirty="0" sz="2300" spc="-885">
                <a:solidFill>
                  <a:srgbClr val="566060"/>
                </a:solidFill>
                <a:latin typeface="Arial"/>
                <a:cs typeface="Arial"/>
              </a:rPr>
              <a:t>1</a:t>
            </a:r>
            <a:r>
              <a:rPr dirty="0" sz="2300" spc="-570">
                <a:solidFill>
                  <a:srgbClr val="8C8E90"/>
                </a:solidFill>
                <a:latin typeface="Arial"/>
                <a:cs typeface="Arial"/>
              </a:rPr>
              <a:t>·</a:t>
            </a:r>
            <a:r>
              <a:rPr dirty="0" sz="2300" spc="75">
                <a:solidFill>
                  <a:srgbClr val="566060"/>
                </a:solidFill>
                <a:latin typeface="Arial"/>
                <a:cs typeface="Arial"/>
              </a:rPr>
              <a:t>-</a:t>
            </a:r>
            <a:endParaRPr sz="2300">
              <a:latin typeface="Arial"/>
              <a:cs typeface="Arial"/>
            </a:endParaRPr>
          </a:p>
          <a:p>
            <a:pPr marL="546100">
              <a:lnSpc>
                <a:spcPts val="1545"/>
              </a:lnSpc>
              <a:spcBef>
                <a:spcPts val="640"/>
              </a:spcBef>
            </a:pPr>
            <a:r>
              <a:rPr dirty="0" sz="1450" spc="90">
                <a:solidFill>
                  <a:srgbClr val="BCC3C8"/>
                </a:solidFill>
                <a:latin typeface="Times New Roman"/>
                <a:cs typeface="Times New Roman"/>
              </a:rPr>
              <a:t>.</a:t>
            </a:r>
            <a:r>
              <a:rPr dirty="0" sz="1450" spc="-120">
                <a:solidFill>
                  <a:srgbClr val="BCC3C8"/>
                </a:solidFill>
                <a:latin typeface="Times New Roman"/>
                <a:cs typeface="Times New Roman"/>
              </a:rPr>
              <a:t> </a:t>
            </a:r>
            <a:r>
              <a:rPr dirty="0" sz="1450" spc="200">
                <a:solidFill>
                  <a:srgbClr val="3D484F"/>
                </a:solidFill>
                <a:latin typeface="Times New Roman"/>
                <a:cs typeface="Times New Roman"/>
              </a:rPr>
              <a:t>t</a:t>
            </a:r>
            <a:endParaRPr sz="1450">
              <a:latin typeface="Times New Roman"/>
              <a:cs typeface="Times New Roman"/>
            </a:endParaRPr>
          </a:p>
          <a:p>
            <a:pPr algn="ctr">
              <a:lnSpc>
                <a:spcPts val="1964"/>
              </a:lnSpc>
            </a:pPr>
            <a:r>
              <a:rPr dirty="0" sz="1800" spc="40">
                <a:solidFill>
                  <a:srgbClr val="0A0C0C"/>
                </a:solidFill>
                <a:latin typeface="Arial"/>
                <a:cs typeface="Arial"/>
              </a:rPr>
              <a:t>Projects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78162" y="4131719"/>
            <a:ext cx="656590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-6895">
                <a:solidFill>
                  <a:srgbClr val="28AA67"/>
                </a:solidFill>
                <a:latin typeface="Times New Roman"/>
                <a:cs typeface="Times New Roman"/>
              </a:rPr>
              <a:t>-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928100" y="4131719"/>
            <a:ext cx="49212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345">
                <a:solidFill>
                  <a:srgbClr val="28AA67"/>
                </a:solidFill>
                <a:latin typeface="Times New Roman"/>
                <a:cs typeface="Times New Roman"/>
              </a:rPr>
              <a:t>....-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702300" y="4310562"/>
            <a:ext cx="135826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spc="70">
                <a:solidFill>
                  <a:srgbClr val="0A0C0C"/>
                </a:solidFill>
                <a:latin typeface="Arial"/>
                <a:cs typeface="Arial"/>
              </a:rPr>
              <a:t>Arch</a:t>
            </a:r>
            <a:r>
              <a:rPr dirty="0" sz="1800" spc="60">
                <a:solidFill>
                  <a:srgbClr val="0A0C0C"/>
                </a:solidFill>
                <a:latin typeface="Arial"/>
                <a:cs typeface="Arial"/>
              </a:rPr>
              <a:t>i</a:t>
            </a:r>
            <a:r>
              <a:rPr dirty="0" sz="1800" spc="60">
                <a:solidFill>
                  <a:srgbClr val="0A0C0C"/>
                </a:solidFill>
                <a:latin typeface="Arial"/>
                <a:cs typeface="Arial"/>
              </a:rPr>
              <a:t>tecture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71700" y="4173263"/>
            <a:ext cx="3010535" cy="533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4000" spc="-555" b="1">
                <a:solidFill>
                  <a:srgbClr val="0A0C0C"/>
                </a:solidFill>
                <a:latin typeface="Courier New"/>
                <a:cs typeface="Courier New"/>
              </a:rPr>
              <a:t>P</a:t>
            </a:r>
            <a:r>
              <a:rPr dirty="0" sz="4000" spc="-655" b="1">
                <a:solidFill>
                  <a:srgbClr val="0A0C0C"/>
                </a:solidFill>
                <a:latin typeface="Courier New"/>
                <a:cs typeface="Courier New"/>
              </a:rPr>
              <a:t>r</a:t>
            </a:r>
            <a:r>
              <a:rPr dirty="0" sz="4000" spc="-675" b="1">
                <a:solidFill>
                  <a:srgbClr val="0A0C0C"/>
                </a:solidFill>
                <a:latin typeface="Courier New"/>
                <a:cs typeface="Courier New"/>
              </a:rPr>
              <a:t>o</a:t>
            </a:r>
            <a:r>
              <a:rPr dirty="0" sz="4000" spc="-335" b="1">
                <a:solidFill>
                  <a:srgbClr val="0A0C0C"/>
                </a:solidFill>
                <a:latin typeface="Courier New"/>
                <a:cs typeface="Courier New"/>
              </a:rPr>
              <a:t>g</a:t>
            </a:r>
            <a:r>
              <a:rPr dirty="0" sz="4000" spc="-700" b="1">
                <a:solidFill>
                  <a:srgbClr val="0A0C0C"/>
                </a:solidFill>
                <a:latin typeface="Courier New"/>
                <a:cs typeface="Courier New"/>
              </a:rPr>
              <a:t>r</a:t>
            </a:r>
            <a:r>
              <a:rPr dirty="0" sz="4000" spc="-605" b="1">
                <a:solidFill>
                  <a:srgbClr val="0A0C0C"/>
                </a:solidFill>
                <a:latin typeface="Courier New"/>
                <a:cs typeface="Courier New"/>
              </a:rPr>
              <a:t>a</a:t>
            </a:r>
            <a:r>
              <a:rPr dirty="0" sz="4000" spc="-795" b="1">
                <a:solidFill>
                  <a:srgbClr val="0A0C0C"/>
                </a:solidFill>
                <a:latin typeface="Courier New"/>
                <a:cs typeface="Courier New"/>
              </a:rPr>
              <a:t>m</a:t>
            </a:r>
            <a:r>
              <a:rPr dirty="0" sz="4000" spc="-2010" b="1">
                <a:solidFill>
                  <a:srgbClr val="0A0C0C"/>
                </a:solidFill>
                <a:latin typeface="Courier New"/>
                <a:cs typeface="Courier New"/>
              </a:rPr>
              <a:t> </a:t>
            </a:r>
            <a:r>
              <a:rPr dirty="0" sz="4000" spc="-700" b="1">
                <a:solidFill>
                  <a:srgbClr val="0A0C0C"/>
                </a:solidFill>
                <a:latin typeface="Courier New"/>
                <a:cs typeface="Courier New"/>
              </a:rPr>
              <a:t>m</a:t>
            </a:r>
            <a:r>
              <a:rPr dirty="0" sz="4000" spc="-409" b="1">
                <a:solidFill>
                  <a:srgbClr val="0A0C0C"/>
                </a:solidFill>
                <a:latin typeface="Courier New"/>
                <a:cs typeface="Courier New"/>
              </a:rPr>
              <a:t>a</a:t>
            </a:r>
            <a:r>
              <a:rPr dirty="0" sz="4000" spc="-600" b="1">
                <a:solidFill>
                  <a:srgbClr val="0A0C0C"/>
                </a:solidFill>
                <a:latin typeface="Courier New"/>
                <a:cs typeface="Courier New"/>
              </a:rPr>
              <a:t>t</a:t>
            </a:r>
            <a:r>
              <a:rPr dirty="0" sz="4000" spc="-800" b="1">
                <a:solidFill>
                  <a:srgbClr val="0A0C0C"/>
                </a:solidFill>
                <a:latin typeface="Courier New"/>
                <a:cs typeface="Courier New"/>
              </a:rPr>
              <a:t>i</a:t>
            </a:r>
            <a:r>
              <a:rPr dirty="0" sz="4000" spc="-650" b="1">
                <a:solidFill>
                  <a:srgbClr val="0A0C0C"/>
                </a:solidFill>
                <a:latin typeface="Courier New"/>
                <a:cs typeface="Courier New"/>
              </a:rPr>
              <a:t>on</a:t>
            </a:r>
            <a:endParaRPr sz="40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21500" y="5821862"/>
            <a:ext cx="1337310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spc="60">
                <a:solidFill>
                  <a:srgbClr val="0A0C0C"/>
                </a:solidFill>
                <a:latin typeface="Arial"/>
                <a:cs typeface="Arial"/>
              </a:rPr>
              <a:t>A</a:t>
            </a:r>
            <a:r>
              <a:rPr dirty="0" sz="1800" spc="25">
                <a:solidFill>
                  <a:srgbClr val="0A0C0C"/>
                </a:solidFill>
                <a:latin typeface="Arial"/>
                <a:cs typeface="Arial"/>
              </a:rPr>
              <a:t>l</a:t>
            </a:r>
            <a:r>
              <a:rPr dirty="0" sz="1800" spc="95">
                <a:solidFill>
                  <a:srgbClr val="0A0C0C"/>
                </a:solidFill>
                <a:latin typeface="Arial"/>
                <a:cs typeface="Arial"/>
              </a:rPr>
              <a:t>g</a:t>
            </a:r>
            <a:r>
              <a:rPr dirty="0" sz="1800" spc="110">
                <a:solidFill>
                  <a:srgbClr val="0A0C0C"/>
                </a:solidFill>
                <a:latin typeface="Arial"/>
                <a:cs typeface="Arial"/>
              </a:rPr>
              <a:t>or</a:t>
            </a:r>
            <a:r>
              <a:rPr dirty="0" sz="1800" spc="-25">
                <a:solidFill>
                  <a:srgbClr val="0A0C0C"/>
                </a:solidFill>
                <a:latin typeface="Arial"/>
                <a:cs typeface="Arial"/>
              </a:rPr>
              <a:t>i</a:t>
            </a:r>
            <a:r>
              <a:rPr dirty="0" sz="1800" spc="70">
                <a:solidFill>
                  <a:srgbClr val="0A0C0C"/>
                </a:solidFill>
                <a:latin typeface="Arial"/>
                <a:cs typeface="Arial"/>
              </a:rPr>
              <a:t>thm</a:t>
            </a:r>
            <a:r>
              <a:rPr dirty="0" sz="1800" spc="50">
                <a:solidFill>
                  <a:srgbClr val="0A0C0C"/>
                </a:solidFill>
                <a:latin typeface="Arial"/>
                <a:cs typeface="Arial"/>
              </a:rPr>
              <a:t>e</a:t>
            </a:r>
            <a:r>
              <a:rPr dirty="0" sz="1800" spc="125">
                <a:solidFill>
                  <a:srgbClr val="0A0C0C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27900" y="6506468"/>
            <a:ext cx="721995" cy="917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38735">
              <a:lnSpc>
                <a:spcPts val="5240"/>
              </a:lnSpc>
            </a:pPr>
            <a:r>
              <a:rPr dirty="0" sz="4650" spc="940">
                <a:solidFill>
                  <a:srgbClr val="3D484F"/>
                </a:solidFill>
                <a:latin typeface="Arial"/>
                <a:cs typeface="Arial"/>
              </a:rPr>
              <a:t>Q</a:t>
            </a:r>
            <a:endParaRPr sz="4650">
              <a:latin typeface="Arial"/>
              <a:cs typeface="Arial"/>
            </a:endParaRPr>
          </a:p>
          <a:p>
            <a:pPr algn="ctr">
              <a:lnSpc>
                <a:spcPts val="1170"/>
              </a:lnSpc>
            </a:pPr>
            <a:r>
              <a:rPr dirty="0" sz="1350" spc="55">
                <a:solidFill>
                  <a:srgbClr val="1F2123"/>
                </a:solidFill>
                <a:latin typeface="Arial"/>
                <a:cs typeface="Arial"/>
              </a:rPr>
              <a:t>C</a:t>
            </a:r>
            <a:r>
              <a:rPr dirty="0" sz="1350" spc="-40">
                <a:solidFill>
                  <a:srgbClr val="1F2123"/>
                </a:solidFill>
                <a:latin typeface="Arial"/>
                <a:cs typeface="Arial"/>
              </a:rPr>
              <a:t>l</a:t>
            </a:r>
            <a:r>
              <a:rPr dirty="0" sz="1350" spc="45">
                <a:solidFill>
                  <a:srgbClr val="1F2123"/>
                </a:solidFill>
                <a:latin typeface="Arial"/>
                <a:cs typeface="Arial"/>
              </a:rPr>
              <a:t>o</a:t>
            </a:r>
            <a:r>
              <a:rPr dirty="0" sz="1350" spc="90">
                <a:solidFill>
                  <a:srgbClr val="1F2123"/>
                </a:solidFill>
                <a:latin typeface="Arial"/>
                <a:cs typeface="Arial"/>
              </a:rPr>
              <a:t>ud</a:t>
            </a:r>
            <a:endParaRPr sz="1350">
              <a:latin typeface="Arial"/>
              <a:cs typeface="Arial"/>
            </a:endParaRPr>
          </a:p>
          <a:p>
            <a:pPr algn="ctr">
              <a:lnSpc>
                <a:spcPts val="1510"/>
              </a:lnSpc>
            </a:pPr>
            <a:r>
              <a:rPr dirty="0" sz="1350" spc="30">
                <a:solidFill>
                  <a:srgbClr val="1F2123"/>
                </a:solidFill>
                <a:latin typeface="Arial"/>
                <a:cs typeface="Arial"/>
              </a:rPr>
              <a:t>Ana</a:t>
            </a:r>
            <a:r>
              <a:rPr dirty="0" sz="1350" spc="75">
                <a:solidFill>
                  <a:srgbClr val="1F2123"/>
                </a:solidFill>
                <a:latin typeface="Arial"/>
                <a:cs typeface="Arial"/>
              </a:rPr>
              <a:t>l</a:t>
            </a:r>
            <a:r>
              <a:rPr dirty="0" sz="1350" spc="80">
                <a:solidFill>
                  <a:srgbClr val="1F2123"/>
                </a:solidFill>
                <a:latin typeface="Arial"/>
                <a:cs typeface="Arial"/>
              </a:rPr>
              <a:t>ysi</a:t>
            </a:r>
            <a:r>
              <a:rPr dirty="0" sz="1350" spc="5">
                <a:solidFill>
                  <a:srgbClr val="1F2123"/>
                </a:solidFill>
                <a:latin typeface="Arial"/>
                <a:cs typeface="Arial"/>
              </a:rPr>
              <a:t>s</a:t>
            </a:r>
            <a:endParaRPr sz="13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47100" y="6833371"/>
            <a:ext cx="394970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5">
                <a:solidFill>
                  <a:srgbClr val="1F2123"/>
                </a:solidFill>
                <a:latin typeface="Arial"/>
                <a:cs typeface="Arial"/>
              </a:rPr>
              <a:t>Data</a:t>
            </a:r>
            <a:endParaRPr sz="13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153400" y="7760471"/>
            <a:ext cx="1158240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65">
                <a:solidFill>
                  <a:srgbClr val="1F2123"/>
                </a:solidFill>
                <a:latin typeface="Arial"/>
                <a:cs typeface="Arial"/>
              </a:rPr>
              <a:t>Cy</a:t>
            </a:r>
            <a:r>
              <a:rPr dirty="0" sz="1350" spc="-35">
                <a:solidFill>
                  <a:srgbClr val="1F2123"/>
                </a:solidFill>
                <a:latin typeface="Arial"/>
                <a:cs typeface="Arial"/>
              </a:rPr>
              <a:t>b</a:t>
            </a:r>
            <a:r>
              <a:rPr dirty="0" sz="1350" spc="45">
                <a:solidFill>
                  <a:srgbClr val="1F2123"/>
                </a:solidFill>
                <a:latin typeface="Arial"/>
                <a:cs typeface="Arial"/>
              </a:rPr>
              <a:t>e</a:t>
            </a:r>
            <a:r>
              <a:rPr dirty="0" sz="1350" spc="90">
                <a:solidFill>
                  <a:srgbClr val="1F2123"/>
                </a:solidFill>
                <a:latin typeface="Arial"/>
                <a:cs typeface="Arial"/>
              </a:rPr>
              <a:t>r</a:t>
            </a:r>
            <a:r>
              <a:rPr dirty="0" sz="1350" spc="-15">
                <a:solidFill>
                  <a:srgbClr val="1F2123"/>
                </a:solidFill>
                <a:latin typeface="Arial"/>
                <a:cs typeface="Arial"/>
              </a:rPr>
              <a:t>s</a:t>
            </a:r>
            <a:r>
              <a:rPr dirty="0" sz="1350" spc="75">
                <a:solidFill>
                  <a:srgbClr val="1F2123"/>
                </a:solidFill>
                <a:latin typeface="Arial"/>
                <a:cs typeface="Arial"/>
              </a:rPr>
              <a:t>ec</a:t>
            </a:r>
            <a:r>
              <a:rPr dirty="0" sz="1350" spc="60">
                <a:solidFill>
                  <a:srgbClr val="1F2123"/>
                </a:solidFill>
                <a:latin typeface="Arial"/>
                <a:cs typeface="Arial"/>
              </a:rPr>
              <a:t>u</a:t>
            </a:r>
            <a:r>
              <a:rPr dirty="0" sz="1350" spc="170">
                <a:solidFill>
                  <a:srgbClr val="1F2123"/>
                </a:solidFill>
                <a:latin typeface="Arial"/>
                <a:cs typeface="Arial"/>
              </a:rPr>
              <a:t>r</a:t>
            </a:r>
            <a:r>
              <a:rPr dirty="0" sz="1350" spc="-125">
                <a:solidFill>
                  <a:srgbClr val="1F2123"/>
                </a:solidFill>
                <a:latin typeface="Arial"/>
                <a:cs typeface="Arial"/>
              </a:rPr>
              <a:t>i</a:t>
            </a:r>
            <a:r>
              <a:rPr dirty="0" sz="1350" spc="75">
                <a:solidFill>
                  <a:srgbClr val="1F2123"/>
                </a:solidFill>
                <a:latin typeface="Arial"/>
                <a:cs typeface="Arial"/>
              </a:rPr>
              <a:t>ty</a:t>
            </a:r>
            <a:endParaRPr sz="13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293600" y="4173263"/>
            <a:ext cx="3561715" cy="533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4000" spc="-625" b="1">
                <a:solidFill>
                  <a:srgbClr val="0A0C0C"/>
                </a:solidFill>
                <a:latin typeface="Courier New"/>
                <a:cs typeface="Courier New"/>
              </a:rPr>
              <a:t>Pr</a:t>
            </a:r>
            <a:r>
              <a:rPr dirty="0" sz="4000" spc="-655" b="1">
                <a:solidFill>
                  <a:srgbClr val="0A0C0C"/>
                </a:solidFill>
                <a:latin typeface="Courier New"/>
                <a:cs typeface="Courier New"/>
              </a:rPr>
              <a:t>o</a:t>
            </a:r>
            <a:r>
              <a:rPr dirty="0" sz="4000" spc="-905" b="1">
                <a:solidFill>
                  <a:srgbClr val="0A0C0C"/>
                </a:solidFill>
                <a:latin typeface="Courier New"/>
                <a:cs typeface="Courier New"/>
              </a:rPr>
              <a:t>j</a:t>
            </a:r>
            <a:r>
              <a:rPr dirty="0" sz="4000" spc="-800" b="1">
                <a:solidFill>
                  <a:srgbClr val="0A0C0C"/>
                </a:solidFill>
                <a:latin typeface="Courier New"/>
                <a:cs typeface="Courier New"/>
              </a:rPr>
              <a:t>e</a:t>
            </a:r>
            <a:r>
              <a:rPr dirty="0" sz="4000" spc="-530" b="1">
                <a:solidFill>
                  <a:srgbClr val="0A0C0C"/>
                </a:solidFill>
                <a:latin typeface="Courier New"/>
                <a:cs typeface="Courier New"/>
              </a:rPr>
              <a:t>ts</a:t>
            </a:r>
            <a:r>
              <a:rPr dirty="0" sz="4000" spc="-1145" b="1">
                <a:solidFill>
                  <a:srgbClr val="0A0C0C"/>
                </a:solidFill>
                <a:latin typeface="Courier New"/>
                <a:cs typeface="Courier New"/>
              </a:rPr>
              <a:t> </a:t>
            </a:r>
            <a:r>
              <a:rPr dirty="0" sz="4000" spc="-650" b="1">
                <a:solidFill>
                  <a:srgbClr val="0A0C0C"/>
                </a:solidFill>
                <a:latin typeface="Courier New"/>
                <a:cs typeface="Courier New"/>
              </a:rPr>
              <a:t>Concr</a:t>
            </a:r>
            <a:r>
              <a:rPr dirty="0" sz="4000" spc="-465" b="1">
                <a:solidFill>
                  <a:srgbClr val="0A0C0C"/>
                </a:solidFill>
                <a:latin typeface="Courier New"/>
                <a:cs typeface="Courier New"/>
              </a:rPr>
              <a:t>e</a:t>
            </a:r>
            <a:r>
              <a:rPr dirty="0" sz="4000" spc="-530" b="1">
                <a:solidFill>
                  <a:srgbClr val="0A0C0C"/>
                </a:solidFill>
                <a:latin typeface="Courier New"/>
                <a:cs typeface="Courier New"/>
              </a:rPr>
              <a:t>ts</a:t>
            </a:r>
            <a:endParaRPr sz="40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842500" y="5188288"/>
            <a:ext cx="240665" cy="3619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650" spc="810">
                <a:solidFill>
                  <a:srgbClr val="566060"/>
                </a:solidFill>
                <a:latin typeface="Arial"/>
                <a:cs typeface="Arial"/>
              </a:rPr>
              <a:t>-</a:t>
            </a:r>
            <a:endParaRPr sz="26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842500" y="5448089"/>
            <a:ext cx="288290" cy="292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100" spc="1370">
                <a:solidFill>
                  <a:srgbClr val="566060"/>
                </a:solidFill>
                <a:latin typeface="Arial"/>
                <a:cs typeface="Arial"/>
              </a:rPr>
              <a:t>-</a:t>
            </a:r>
            <a:endParaRPr sz="21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461500" y="5506116"/>
            <a:ext cx="165100" cy="330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425">
                <a:solidFill>
                  <a:srgbClr val="1F2123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398000" y="5745662"/>
            <a:ext cx="1058545" cy="482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 indent="25400">
              <a:lnSpc>
                <a:spcPts val="1800"/>
              </a:lnSpc>
            </a:pPr>
            <a:r>
              <a:rPr dirty="0" sz="1800" spc="-25">
                <a:solidFill>
                  <a:srgbClr val="0A0C0C"/>
                </a:solidFill>
                <a:latin typeface="Arial"/>
                <a:cs typeface="Arial"/>
              </a:rPr>
              <a:t>E</a:t>
            </a:r>
            <a:r>
              <a:rPr dirty="0" sz="1800" spc="-100">
                <a:solidFill>
                  <a:srgbClr val="0A0C0C"/>
                </a:solidFill>
                <a:latin typeface="Arial"/>
                <a:cs typeface="Arial"/>
              </a:rPr>
              <a:t>p</a:t>
            </a:r>
            <a:r>
              <a:rPr dirty="0" sz="1800" spc="45">
                <a:solidFill>
                  <a:srgbClr val="0A0C0C"/>
                </a:solidFill>
                <a:latin typeface="Arial"/>
                <a:cs typeface="Arial"/>
              </a:rPr>
              <a:t>reuves</a:t>
            </a:r>
            <a:r>
              <a:rPr dirty="0" sz="1800" spc="25">
                <a:solidFill>
                  <a:srgbClr val="0A0C0C"/>
                </a:solidFill>
                <a:latin typeface="Arial"/>
                <a:cs typeface="Arial"/>
              </a:rPr>
              <a:t> </a:t>
            </a:r>
            <a:r>
              <a:rPr dirty="0" sz="1800" spc="95">
                <a:solidFill>
                  <a:srgbClr val="0A0C0C"/>
                </a:solidFill>
                <a:latin typeface="Arial"/>
                <a:cs typeface="Arial"/>
              </a:rPr>
              <a:t>p</a:t>
            </a:r>
            <a:r>
              <a:rPr dirty="0" sz="1800" spc="70">
                <a:solidFill>
                  <a:srgbClr val="0A0C0C"/>
                </a:solidFill>
                <a:latin typeface="Arial"/>
                <a:cs typeface="Arial"/>
              </a:rPr>
              <a:t>r</a:t>
            </a:r>
            <a:r>
              <a:rPr dirty="0" sz="1800" spc="-75">
                <a:solidFill>
                  <a:srgbClr val="0A0C0C"/>
                </a:solidFill>
                <a:latin typeface="Arial"/>
                <a:cs typeface="Arial"/>
              </a:rPr>
              <a:t>a</a:t>
            </a:r>
            <a:r>
              <a:rPr dirty="0" sz="1800" spc="220">
                <a:solidFill>
                  <a:srgbClr val="0A0C0C"/>
                </a:solidFill>
                <a:latin typeface="Arial"/>
                <a:cs typeface="Arial"/>
              </a:rPr>
              <a:t>t</a:t>
            </a:r>
            <a:r>
              <a:rPr dirty="0" sz="1800" spc="70">
                <a:solidFill>
                  <a:srgbClr val="0A0C0C"/>
                </a:solidFill>
                <a:latin typeface="Arial"/>
                <a:cs typeface="Arial"/>
              </a:rPr>
              <a:t>i</a:t>
            </a:r>
            <a:r>
              <a:rPr dirty="0" sz="1800" spc="95">
                <a:solidFill>
                  <a:srgbClr val="0A0C0C"/>
                </a:solidFill>
                <a:latin typeface="Arial"/>
                <a:cs typeface="Arial"/>
              </a:rPr>
              <a:t>q</a:t>
            </a:r>
            <a:r>
              <a:rPr dirty="0" sz="1800" spc="75">
                <a:solidFill>
                  <a:srgbClr val="0A0C0C"/>
                </a:solidFill>
                <a:latin typeface="Arial"/>
                <a:cs typeface="Arial"/>
              </a:rPr>
              <a:t>ues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998200" y="6903763"/>
            <a:ext cx="3462654" cy="533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4000" spc="-700" b="1">
                <a:solidFill>
                  <a:srgbClr val="0A0C0C"/>
                </a:solidFill>
                <a:latin typeface="Courier New"/>
                <a:cs typeface="Courier New"/>
              </a:rPr>
              <a:t>E</a:t>
            </a:r>
            <a:r>
              <a:rPr dirty="0" sz="4000" spc="-610" b="1">
                <a:solidFill>
                  <a:srgbClr val="0A0C0C"/>
                </a:solidFill>
                <a:latin typeface="Courier New"/>
                <a:cs typeface="Courier New"/>
              </a:rPr>
              <a:t>n</a:t>
            </a:r>
            <a:r>
              <a:rPr dirty="0" sz="4000" spc="-700" b="1">
                <a:solidFill>
                  <a:srgbClr val="0A0C0C"/>
                </a:solidFill>
                <a:latin typeface="Courier New"/>
                <a:cs typeface="Courier New"/>
              </a:rPr>
              <a:t>j</a:t>
            </a:r>
            <a:r>
              <a:rPr dirty="0" sz="4000" spc="-625" b="1">
                <a:solidFill>
                  <a:srgbClr val="0A0C0C"/>
                </a:solidFill>
                <a:latin typeface="Courier New"/>
                <a:cs typeface="Courier New"/>
              </a:rPr>
              <a:t>eux</a:t>
            </a:r>
            <a:r>
              <a:rPr dirty="0" sz="4000" spc="-830" b="1">
                <a:solidFill>
                  <a:srgbClr val="0A0C0C"/>
                </a:solidFill>
                <a:latin typeface="Courier New"/>
                <a:cs typeface="Courier New"/>
              </a:rPr>
              <a:t> </a:t>
            </a:r>
            <a:r>
              <a:rPr dirty="0" sz="4000" spc="-720" b="1">
                <a:solidFill>
                  <a:srgbClr val="0A0C0C"/>
                </a:solidFill>
                <a:latin typeface="Courier New"/>
                <a:cs typeface="Courier New"/>
              </a:rPr>
              <a:t>Mod</a:t>
            </a:r>
            <a:r>
              <a:rPr dirty="0" sz="4000" spc="-1839" b="1">
                <a:solidFill>
                  <a:srgbClr val="0A0C0C"/>
                </a:solidFill>
                <a:latin typeface="Courier New"/>
                <a:cs typeface="Courier New"/>
              </a:rPr>
              <a:t> </a:t>
            </a:r>
            <a:r>
              <a:rPr dirty="0" sz="4000" spc="-675" b="1">
                <a:solidFill>
                  <a:srgbClr val="0A0C0C"/>
                </a:solidFill>
                <a:latin typeface="Courier New"/>
                <a:cs typeface="Courier New"/>
              </a:rPr>
              <a:t>er</a:t>
            </a:r>
            <a:r>
              <a:rPr dirty="0" sz="4000" spc="-360" b="1">
                <a:solidFill>
                  <a:srgbClr val="0A0C0C"/>
                </a:solidFill>
                <a:latin typeface="Courier New"/>
                <a:cs typeface="Courier New"/>
              </a:rPr>
              <a:t>n</a:t>
            </a:r>
            <a:r>
              <a:rPr dirty="0" sz="4000" spc="-600" b="1">
                <a:solidFill>
                  <a:srgbClr val="0A0C0C"/>
                </a:solidFill>
                <a:latin typeface="Courier New"/>
                <a:cs typeface="Courier New"/>
              </a:rPr>
              <a:t>e</a:t>
            </a:r>
            <a:r>
              <a:rPr dirty="0" sz="4000" spc="-340" b="1">
                <a:solidFill>
                  <a:srgbClr val="0A0C0C"/>
                </a:solidFill>
                <a:latin typeface="Courier New"/>
                <a:cs typeface="Courier New"/>
              </a:rPr>
              <a:t>s</a:t>
            </a:r>
            <a:endParaRPr sz="400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436100" y="7049271"/>
            <a:ext cx="928369" cy="387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68300" marR="5080" indent="-355600">
              <a:lnSpc>
                <a:spcPts val="1500"/>
              </a:lnSpc>
            </a:pPr>
            <a:r>
              <a:rPr dirty="0" sz="1350" spc="50">
                <a:solidFill>
                  <a:srgbClr val="1F2123"/>
                </a:solidFill>
                <a:latin typeface="Arial"/>
                <a:cs typeface="Arial"/>
              </a:rPr>
              <a:t>B</a:t>
            </a:r>
            <a:r>
              <a:rPr dirty="0" sz="1350" spc="-70">
                <a:solidFill>
                  <a:srgbClr val="1F2123"/>
                </a:solidFill>
                <a:latin typeface="Arial"/>
                <a:cs typeface="Arial"/>
              </a:rPr>
              <a:t>l</a:t>
            </a:r>
            <a:r>
              <a:rPr dirty="0" sz="1350" spc="60">
                <a:solidFill>
                  <a:srgbClr val="1F2123"/>
                </a:solidFill>
                <a:latin typeface="Arial"/>
                <a:cs typeface="Arial"/>
              </a:rPr>
              <a:t>o</a:t>
            </a:r>
            <a:r>
              <a:rPr dirty="0" sz="1350" spc="10">
                <a:solidFill>
                  <a:srgbClr val="1F2123"/>
                </a:solidFill>
                <a:latin typeface="Arial"/>
                <a:cs typeface="Arial"/>
              </a:rPr>
              <a:t>c</a:t>
            </a:r>
            <a:r>
              <a:rPr dirty="0" sz="1350" spc="120">
                <a:solidFill>
                  <a:srgbClr val="1F2123"/>
                </a:solidFill>
                <a:latin typeface="Arial"/>
                <a:cs typeface="Arial"/>
              </a:rPr>
              <a:t>k</a:t>
            </a:r>
            <a:r>
              <a:rPr dirty="0" sz="1350" spc="25">
                <a:solidFill>
                  <a:srgbClr val="1F2123"/>
                </a:solidFill>
                <a:latin typeface="Arial"/>
                <a:cs typeface="Arial"/>
              </a:rPr>
              <a:t>c</a:t>
            </a:r>
            <a:r>
              <a:rPr dirty="0" sz="1350" spc="45">
                <a:solidFill>
                  <a:srgbClr val="1F2123"/>
                </a:solidFill>
                <a:latin typeface="Arial"/>
                <a:cs typeface="Arial"/>
              </a:rPr>
              <a:t>h</a:t>
            </a:r>
            <a:r>
              <a:rPr dirty="0" sz="1350" spc="140">
                <a:solidFill>
                  <a:srgbClr val="1F2123"/>
                </a:solidFill>
                <a:latin typeface="Arial"/>
                <a:cs typeface="Arial"/>
              </a:rPr>
              <a:t>a</a:t>
            </a:r>
            <a:r>
              <a:rPr dirty="0" sz="1350" spc="5">
                <a:solidFill>
                  <a:srgbClr val="1F2123"/>
                </a:solidFill>
                <a:latin typeface="Arial"/>
                <a:cs typeface="Arial"/>
              </a:rPr>
              <a:t>i</a:t>
            </a:r>
            <a:r>
              <a:rPr dirty="0" sz="1350" spc="155">
                <a:solidFill>
                  <a:srgbClr val="1F2123"/>
                </a:solidFill>
                <a:latin typeface="Arial"/>
                <a:cs typeface="Arial"/>
              </a:rPr>
              <a:t>n</a:t>
            </a:r>
            <a:r>
              <a:rPr dirty="0" sz="1350" spc="75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1350" spc="30">
                <a:solidFill>
                  <a:srgbClr val="1F2123"/>
                </a:solidFill>
                <a:latin typeface="Arial"/>
                <a:cs typeface="Arial"/>
              </a:rPr>
              <a:t>Al</a:t>
            </a:r>
            <a:endParaRPr sz="13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292600" y="8551052"/>
            <a:ext cx="8882380" cy="800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968500" marR="5080" indent="-1955800">
              <a:lnSpc>
                <a:spcPts val="3300"/>
              </a:lnSpc>
            </a:pPr>
            <a:r>
              <a:rPr dirty="0" sz="2800" spc="-20">
                <a:solidFill>
                  <a:srgbClr val="3D484F"/>
                </a:solidFill>
                <a:latin typeface="Arial"/>
                <a:cs typeface="Arial"/>
              </a:rPr>
              <a:t>Un</a:t>
            </a:r>
            <a:r>
              <a:rPr dirty="0" sz="2800" spc="-25">
                <a:solidFill>
                  <a:srgbClr val="3D484F"/>
                </a:solidFill>
                <a:latin typeface="Arial"/>
                <a:cs typeface="Arial"/>
              </a:rPr>
              <a:t> </a:t>
            </a:r>
            <a:r>
              <a:rPr dirty="0" sz="2800" spc="15">
                <a:solidFill>
                  <a:srgbClr val="3D484F"/>
                </a:solidFill>
                <a:latin typeface="Arial"/>
                <a:cs typeface="Arial"/>
              </a:rPr>
              <a:t>pa</a:t>
            </a:r>
            <a:r>
              <a:rPr dirty="0" sz="2800" spc="114">
                <a:solidFill>
                  <a:srgbClr val="3D484F"/>
                </a:solidFill>
                <a:latin typeface="Arial"/>
                <a:cs typeface="Arial"/>
              </a:rPr>
              <a:t>r</a:t>
            </a:r>
            <a:r>
              <a:rPr dirty="0" sz="2800" spc="25">
                <a:solidFill>
                  <a:srgbClr val="3D484F"/>
                </a:solidFill>
                <a:latin typeface="Arial"/>
                <a:cs typeface="Arial"/>
              </a:rPr>
              <a:t>cours</a:t>
            </a:r>
            <a:r>
              <a:rPr dirty="0" sz="2800" spc="235">
                <a:solidFill>
                  <a:srgbClr val="3D484F"/>
                </a:solidFill>
                <a:latin typeface="Arial"/>
                <a:cs typeface="Arial"/>
              </a:rPr>
              <a:t> </a:t>
            </a:r>
            <a:r>
              <a:rPr dirty="0" sz="2800" spc="-130">
                <a:solidFill>
                  <a:srgbClr val="3D484F"/>
                </a:solidFill>
                <a:latin typeface="Arial"/>
                <a:cs typeface="Arial"/>
              </a:rPr>
              <a:t>l</a:t>
            </a:r>
            <a:r>
              <a:rPr dirty="0" sz="2800" spc="25">
                <a:solidFill>
                  <a:srgbClr val="3D484F"/>
                </a:solidFill>
                <a:latin typeface="Arial"/>
                <a:cs typeface="Arial"/>
              </a:rPr>
              <a:t>ycée</a:t>
            </a:r>
            <a:r>
              <a:rPr dirty="0" sz="2800" spc="185">
                <a:solidFill>
                  <a:srgbClr val="3D484F"/>
                </a:solidFill>
                <a:latin typeface="Arial"/>
                <a:cs typeface="Arial"/>
              </a:rPr>
              <a:t> </a:t>
            </a:r>
            <a:r>
              <a:rPr dirty="0" sz="2800" spc="-60">
                <a:solidFill>
                  <a:srgbClr val="3D484F"/>
                </a:solidFill>
                <a:latin typeface="Arial"/>
                <a:cs typeface="Arial"/>
              </a:rPr>
              <a:t>a</a:t>
            </a:r>
            <a:r>
              <a:rPr dirty="0" sz="2800" spc="-45">
                <a:solidFill>
                  <a:srgbClr val="3D484F"/>
                </a:solidFill>
                <a:latin typeface="Arial"/>
                <a:cs typeface="Arial"/>
              </a:rPr>
              <a:t>xé</a:t>
            </a:r>
            <a:r>
              <a:rPr dirty="0" sz="2800" spc="150">
                <a:solidFill>
                  <a:srgbClr val="3D484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3D484F"/>
                </a:solidFill>
                <a:latin typeface="Arial"/>
                <a:cs typeface="Arial"/>
              </a:rPr>
              <a:t>sur</a:t>
            </a:r>
            <a:r>
              <a:rPr dirty="0" sz="2800" spc="130">
                <a:solidFill>
                  <a:srgbClr val="3D484F"/>
                </a:solidFill>
                <a:latin typeface="Arial"/>
                <a:cs typeface="Arial"/>
              </a:rPr>
              <a:t> </a:t>
            </a:r>
            <a:r>
              <a:rPr dirty="0" sz="2800" spc="-15">
                <a:solidFill>
                  <a:srgbClr val="3D484F"/>
                </a:solidFill>
                <a:latin typeface="Arial"/>
                <a:cs typeface="Arial"/>
              </a:rPr>
              <a:t>la</a:t>
            </a:r>
            <a:r>
              <a:rPr dirty="0" sz="2800" spc="-35">
                <a:solidFill>
                  <a:srgbClr val="3D484F"/>
                </a:solidFill>
                <a:latin typeface="Arial"/>
                <a:cs typeface="Arial"/>
              </a:rPr>
              <a:t> </a:t>
            </a:r>
            <a:r>
              <a:rPr dirty="0" sz="2800" spc="40">
                <a:solidFill>
                  <a:srgbClr val="3D484F"/>
                </a:solidFill>
                <a:latin typeface="Arial"/>
                <a:cs typeface="Arial"/>
              </a:rPr>
              <a:t>compréhension</a:t>
            </a:r>
            <a:r>
              <a:rPr dirty="0" sz="2800" spc="105">
                <a:solidFill>
                  <a:srgbClr val="3D484F"/>
                </a:solidFill>
                <a:latin typeface="Arial"/>
                <a:cs typeface="Arial"/>
              </a:rPr>
              <a:t> </a:t>
            </a:r>
            <a:r>
              <a:rPr dirty="0" sz="2800" spc="35">
                <a:solidFill>
                  <a:srgbClr val="3D484F"/>
                </a:solidFill>
                <a:latin typeface="Arial"/>
                <a:cs typeface="Arial"/>
              </a:rPr>
              <a:t>théorique</a:t>
            </a:r>
            <a:r>
              <a:rPr dirty="0" sz="2800" spc="20">
                <a:solidFill>
                  <a:srgbClr val="3D484F"/>
                </a:solidFill>
                <a:latin typeface="Arial"/>
                <a:cs typeface="Arial"/>
              </a:rPr>
              <a:t> </a:t>
            </a:r>
            <a:r>
              <a:rPr dirty="0" sz="2800" spc="70">
                <a:solidFill>
                  <a:srgbClr val="3D484F"/>
                </a:solidFill>
                <a:latin typeface="Arial"/>
                <a:cs typeface="Arial"/>
              </a:rPr>
              <a:t>et</a:t>
            </a:r>
            <a:r>
              <a:rPr dirty="0" sz="2800" spc="25">
                <a:solidFill>
                  <a:srgbClr val="3D484F"/>
                </a:solidFill>
                <a:latin typeface="Arial"/>
                <a:cs typeface="Arial"/>
              </a:rPr>
              <a:t> </a:t>
            </a:r>
            <a:r>
              <a:rPr dirty="0" sz="2800" spc="40">
                <a:solidFill>
                  <a:srgbClr val="2F3438"/>
                </a:solidFill>
                <a:latin typeface="Arial"/>
                <a:cs typeface="Arial"/>
              </a:rPr>
              <a:t>techn</a:t>
            </a:r>
            <a:r>
              <a:rPr dirty="0" sz="2800" spc="245">
                <a:solidFill>
                  <a:srgbClr val="2F3438"/>
                </a:solidFill>
                <a:latin typeface="Arial"/>
                <a:cs typeface="Arial"/>
              </a:rPr>
              <a:t>i</a:t>
            </a:r>
            <a:r>
              <a:rPr dirty="0" sz="2800" spc="15">
                <a:solidFill>
                  <a:srgbClr val="2F3438"/>
                </a:solidFill>
                <a:latin typeface="Arial"/>
                <a:cs typeface="Arial"/>
              </a:rPr>
              <a:t>que</a:t>
            </a:r>
            <a:r>
              <a:rPr dirty="0" sz="2800" spc="100">
                <a:solidFill>
                  <a:srgbClr val="2F3438"/>
                </a:solidFill>
                <a:latin typeface="Arial"/>
                <a:cs typeface="Arial"/>
              </a:rPr>
              <a:t> </a:t>
            </a:r>
            <a:r>
              <a:rPr dirty="0" sz="2800" spc="15">
                <a:solidFill>
                  <a:srgbClr val="3D484F"/>
                </a:solidFill>
                <a:latin typeface="Arial"/>
                <a:cs typeface="Arial"/>
              </a:rPr>
              <a:t>de</a:t>
            </a:r>
            <a:r>
              <a:rPr dirty="0" sz="2800" spc="175">
                <a:solidFill>
                  <a:srgbClr val="3D484F"/>
                </a:solidFill>
                <a:latin typeface="Arial"/>
                <a:cs typeface="Arial"/>
              </a:rPr>
              <a:t> </a:t>
            </a:r>
            <a:r>
              <a:rPr dirty="0" sz="2800" spc="60">
                <a:solidFill>
                  <a:srgbClr val="2F3438"/>
                </a:solidFill>
                <a:latin typeface="Arial"/>
                <a:cs typeface="Arial"/>
              </a:rPr>
              <a:t>l'</a:t>
            </a:r>
            <a:r>
              <a:rPr dirty="0" sz="2800" spc="-25">
                <a:solidFill>
                  <a:srgbClr val="2F3438"/>
                </a:solidFill>
                <a:latin typeface="Arial"/>
                <a:cs typeface="Arial"/>
              </a:rPr>
              <a:t>i</a:t>
            </a:r>
            <a:r>
              <a:rPr dirty="0" sz="2800" spc="60">
                <a:solidFill>
                  <a:srgbClr val="2F3438"/>
                </a:solidFill>
                <a:latin typeface="Arial"/>
                <a:cs typeface="Arial"/>
              </a:rPr>
              <a:t>n</a:t>
            </a:r>
            <a:r>
              <a:rPr dirty="0" sz="2800" spc="80">
                <a:solidFill>
                  <a:srgbClr val="2F3438"/>
                </a:solidFill>
                <a:latin typeface="Arial"/>
                <a:cs typeface="Arial"/>
              </a:rPr>
              <a:t>f</a:t>
            </a:r>
            <a:r>
              <a:rPr dirty="0" sz="2800" spc="40">
                <a:solidFill>
                  <a:srgbClr val="2F3438"/>
                </a:solidFill>
                <a:latin typeface="Arial"/>
                <a:cs typeface="Arial"/>
              </a:rPr>
              <a:t>ormatiq</a:t>
            </a:r>
            <a:r>
              <a:rPr dirty="0" sz="2800" spc="120">
                <a:solidFill>
                  <a:srgbClr val="2F3438"/>
                </a:solidFill>
                <a:latin typeface="Arial"/>
                <a:cs typeface="Arial"/>
              </a:rPr>
              <a:t>u</a:t>
            </a:r>
            <a:r>
              <a:rPr dirty="0" sz="2800" spc="35">
                <a:solidFill>
                  <a:srgbClr val="2F3438"/>
                </a:solidFill>
                <a:latin typeface="Arial"/>
                <a:cs typeface="Arial"/>
              </a:rPr>
              <a:t>e.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25800" y="2819400"/>
            <a:ext cx="1549400" cy="1574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175000" y="7442200"/>
            <a:ext cx="508000" cy="431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318000" y="7442200"/>
            <a:ext cx="533400" cy="431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975600" y="2819400"/>
            <a:ext cx="1524000" cy="15748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975600" y="6350000"/>
            <a:ext cx="1524000" cy="3302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674600" y="2870200"/>
            <a:ext cx="1574800" cy="14732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725400" y="6350000"/>
            <a:ext cx="1498600" cy="1524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879600" y="2419350"/>
            <a:ext cx="4254500" cy="0"/>
          </a:xfrm>
          <a:custGeom>
            <a:avLst/>
            <a:gdLst/>
            <a:ahLst/>
            <a:cxnLst/>
            <a:rect l="l" t="t" r="r" b="b"/>
            <a:pathLst>
              <a:path w="4254500" h="0">
                <a:moveTo>
                  <a:pt x="0" y="0"/>
                </a:moveTo>
                <a:lnTo>
                  <a:pt x="4254500" y="0"/>
                </a:lnTo>
              </a:path>
            </a:pathLst>
          </a:custGeom>
          <a:ln w="63500">
            <a:solidFill>
              <a:srgbClr val="0F23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784350" y="2489200"/>
            <a:ext cx="0" cy="3048000"/>
          </a:xfrm>
          <a:custGeom>
            <a:avLst/>
            <a:gdLst/>
            <a:ahLst/>
            <a:cxnLst/>
            <a:rect l="l" t="t" r="r" b="b"/>
            <a:pathLst>
              <a:path w="0" h="3048000">
                <a:moveTo>
                  <a:pt x="0" y="3048000"/>
                </a:moveTo>
                <a:lnTo>
                  <a:pt x="0" y="0"/>
                </a:lnTo>
              </a:path>
            </a:pathLst>
          </a:custGeom>
          <a:ln w="63500">
            <a:solidFill>
              <a:srgbClr val="0C1F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905000" y="5619750"/>
            <a:ext cx="4216400" cy="0"/>
          </a:xfrm>
          <a:custGeom>
            <a:avLst/>
            <a:gdLst/>
            <a:ahLst/>
            <a:cxnLst/>
            <a:rect l="l" t="t" r="r" b="b"/>
            <a:pathLst>
              <a:path w="4216400" h="0">
                <a:moveTo>
                  <a:pt x="0" y="0"/>
                </a:moveTo>
                <a:lnTo>
                  <a:pt x="4216400" y="0"/>
                </a:lnTo>
              </a:path>
            </a:pathLst>
          </a:custGeom>
          <a:ln w="63500">
            <a:solidFill>
              <a:srgbClr val="13233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892300" y="5899150"/>
            <a:ext cx="4229100" cy="0"/>
          </a:xfrm>
          <a:custGeom>
            <a:avLst/>
            <a:gdLst/>
            <a:ahLst/>
            <a:cxnLst/>
            <a:rect l="l" t="t" r="r" b="b"/>
            <a:pathLst>
              <a:path w="4229100" h="0">
                <a:moveTo>
                  <a:pt x="0" y="0"/>
                </a:moveTo>
                <a:lnTo>
                  <a:pt x="4229100" y="0"/>
                </a:lnTo>
              </a:path>
            </a:pathLst>
          </a:custGeom>
          <a:ln w="63500">
            <a:solidFill>
              <a:srgbClr val="DB7C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784350" y="5981700"/>
            <a:ext cx="0" cy="3111500"/>
          </a:xfrm>
          <a:custGeom>
            <a:avLst/>
            <a:gdLst/>
            <a:ahLst/>
            <a:cxnLst/>
            <a:rect l="l" t="t" r="r" b="b"/>
            <a:pathLst>
              <a:path w="0" h="3111500">
                <a:moveTo>
                  <a:pt x="0" y="3111500"/>
                </a:moveTo>
                <a:lnTo>
                  <a:pt x="0" y="0"/>
                </a:lnTo>
              </a:path>
            </a:pathLst>
          </a:custGeom>
          <a:ln w="63500">
            <a:solidFill>
              <a:srgbClr val="D87C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746500" y="6381750"/>
            <a:ext cx="520700" cy="0"/>
          </a:xfrm>
          <a:custGeom>
            <a:avLst/>
            <a:gdLst/>
            <a:ahLst/>
            <a:cxnLst/>
            <a:rect l="l" t="t" r="r" b="b"/>
            <a:pathLst>
              <a:path w="520700" h="0">
                <a:moveTo>
                  <a:pt x="0" y="0"/>
                </a:moveTo>
                <a:lnTo>
                  <a:pt x="520700" y="0"/>
                </a:lnTo>
              </a:path>
            </a:pathLst>
          </a:custGeom>
          <a:ln w="38100">
            <a:solidFill>
              <a:srgbClr val="6754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746500" y="6667500"/>
            <a:ext cx="520700" cy="0"/>
          </a:xfrm>
          <a:custGeom>
            <a:avLst/>
            <a:gdLst/>
            <a:ahLst/>
            <a:cxnLst/>
            <a:rect l="l" t="t" r="r" b="b"/>
            <a:pathLst>
              <a:path w="520700" h="0">
                <a:moveTo>
                  <a:pt x="0" y="0"/>
                </a:moveTo>
                <a:lnTo>
                  <a:pt x="520700" y="0"/>
                </a:lnTo>
              </a:path>
            </a:pathLst>
          </a:custGeom>
          <a:ln w="38100">
            <a:solidFill>
              <a:srgbClr val="6B5B5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416300" y="7118350"/>
            <a:ext cx="368300" cy="0"/>
          </a:xfrm>
          <a:custGeom>
            <a:avLst/>
            <a:gdLst/>
            <a:ahLst/>
            <a:cxnLst/>
            <a:rect l="l" t="t" r="r" b="b"/>
            <a:pathLst>
              <a:path w="368300" h="0">
                <a:moveTo>
                  <a:pt x="0" y="0"/>
                </a:moveTo>
                <a:lnTo>
                  <a:pt x="368300" y="0"/>
                </a:lnTo>
              </a:path>
            </a:pathLst>
          </a:custGeom>
          <a:ln w="38100">
            <a:solidFill>
              <a:srgbClr val="4F576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879600" y="9163050"/>
            <a:ext cx="4254500" cy="0"/>
          </a:xfrm>
          <a:custGeom>
            <a:avLst/>
            <a:gdLst/>
            <a:ahLst/>
            <a:cxnLst/>
            <a:rect l="l" t="t" r="r" b="b"/>
            <a:pathLst>
              <a:path w="4254500" h="0">
                <a:moveTo>
                  <a:pt x="0" y="0"/>
                </a:moveTo>
                <a:lnTo>
                  <a:pt x="4254500" y="0"/>
                </a:lnTo>
              </a:path>
            </a:pathLst>
          </a:custGeom>
          <a:ln w="63500">
            <a:solidFill>
              <a:srgbClr val="DB80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229350" y="2514600"/>
            <a:ext cx="0" cy="2997200"/>
          </a:xfrm>
          <a:custGeom>
            <a:avLst/>
            <a:gdLst/>
            <a:ahLst/>
            <a:cxnLst/>
            <a:rect l="l" t="t" r="r" b="b"/>
            <a:pathLst>
              <a:path w="0" h="2997200">
                <a:moveTo>
                  <a:pt x="0" y="2997200"/>
                </a:moveTo>
                <a:lnTo>
                  <a:pt x="0" y="0"/>
                </a:lnTo>
              </a:path>
            </a:pathLst>
          </a:custGeom>
          <a:ln w="63500">
            <a:solidFill>
              <a:srgbClr val="0F1F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616700" y="2419350"/>
            <a:ext cx="4241800" cy="0"/>
          </a:xfrm>
          <a:custGeom>
            <a:avLst/>
            <a:gdLst/>
            <a:ahLst/>
            <a:cxnLst/>
            <a:rect l="l" t="t" r="r" b="b"/>
            <a:pathLst>
              <a:path w="4241800" h="0">
                <a:moveTo>
                  <a:pt x="0" y="0"/>
                </a:moveTo>
                <a:lnTo>
                  <a:pt x="4241800" y="0"/>
                </a:lnTo>
              </a:path>
            </a:pathLst>
          </a:custGeom>
          <a:ln w="63500">
            <a:solidFill>
              <a:srgbClr val="3B70B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515100" y="2514600"/>
            <a:ext cx="0" cy="2997200"/>
          </a:xfrm>
          <a:custGeom>
            <a:avLst/>
            <a:gdLst/>
            <a:ahLst/>
            <a:cxnLst/>
            <a:rect l="l" t="t" r="r" b="b"/>
            <a:pathLst>
              <a:path w="0" h="2997200">
                <a:moveTo>
                  <a:pt x="0" y="2997200"/>
                </a:moveTo>
                <a:lnTo>
                  <a:pt x="0" y="0"/>
                </a:lnTo>
              </a:path>
            </a:pathLst>
          </a:custGeom>
          <a:ln w="76200">
            <a:solidFill>
              <a:srgbClr val="4F80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629400" y="5619750"/>
            <a:ext cx="4216400" cy="0"/>
          </a:xfrm>
          <a:custGeom>
            <a:avLst/>
            <a:gdLst/>
            <a:ahLst/>
            <a:cxnLst/>
            <a:rect l="l" t="t" r="r" b="b"/>
            <a:pathLst>
              <a:path w="4216400" h="0">
                <a:moveTo>
                  <a:pt x="0" y="0"/>
                </a:moveTo>
                <a:lnTo>
                  <a:pt x="4216400" y="0"/>
                </a:lnTo>
              </a:path>
            </a:pathLst>
          </a:custGeom>
          <a:ln w="63500">
            <a:solidFill>
              <a:srgbClr val="3B6BB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229350" y="5994400"/>
            <a:ext cx="0" cy="3073400"/>
          </a:xfrm>
          <a:custGeom>
            <a:avLst/>
            <a:gdLst/>
            <a:ahLst/>
            <a:cxnLst/>
            <a:rect l="l" t="t" r="r" b="b"/>
            <a:pathLst>
              <a:path w="0" h="3073400">
                <a:moveTo>
                  <a:pt x="0" y="3073400"/>
                </a:moveTo>
                <a:lnTo>
                  <a:pt x="0" y="0"/>
                </a:lnTo>
              </a:path>
            </a:pathLst>
          </a:custGeom>
          <a:ln w="63500">
            <a:solidFill>
              <a:srgbClr val="DB7C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616700" y="5899150"/>
            <a:ext cx="4241800" cy="0"/>
          </a:xfrm>
          <a:custGeom>
            <a:avLst/>
            <a:gdLst/>
            <a:ahLst/>
            <a:cxnLst/>
            <a:rect l="l" t="t" r="r" b="b"/>
            <a:pathLst>
              <a:path w="4241800" h="0">
                <a:moveTo>
                  <a:pt x="0" y="0"/>
                </a:moveTo>
                <a:lnTo>
                  <a:pt x="4241800" y="0"/>
                </a:lnTo>
              </a:path>
            </a:pathLst>
          </a:custGeom>
          <a:ln w="63500">
            <a:solidFill>
              <a:srgbClr val="3B6BB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515100" y="5994400"/>
            <a:ext cx="0" cy="3073400"/>
          </a:xfrm>
          <a:custGeom>
            <a:avLst/>
            <a:gdLst/>
            <a:ahLst/>
            <a:cxnLst/>
            <a:rect l="l" t="t" r="r" b="b"/>
            <a:pathLst>
              <a:path w="0" h="3073400">
                <a:moveTo>
                  <a:pt x="0" y="3073400"/>
                </a:moveTo>
                <a:lnTo>
                  <a:pt x="0" y="0"/>
                </a:lnTo>
              </a:path>
            </a:pathLst>
          </a:custGeom>
          <a:ln w="76200">
            <a:solidFill>
              <a:srgbClr val="4B7C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616700" y="9163050"/>
            <a:ext cx="4241800" cy="0"/>
          </a:xfrm>
          <a:custGeom>
            <a:avLst/>
            <a:gdLst/>
            <a:ahLst/>
            <a:cxnLst/>
            <a:rect l="l" t="t" r="r" b="b"/>
            <a:pathLst>
              <a:path w="4241800" h="0">
                <a:moveTo>
                  <a:pt x="0" y="0"/>
                </a:moveTo>
                <a:lnTo>
                  <a:pt x="4241800" y="0"/>
                </a:lnTo>
              </a:path>
            </a:pathLst>
          </a:custGeom>
          <a:ln w="63500">
            <a:solidFill>
              <a:srgbClr val="3B70B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0966450" y="2540000"/>
            <a:ext cx="0" cy="2959100"/>
          </a:xfrm>
          <a:custGeom>
            <a:avLst/>
            <a:gdLst/>
            <a:ahLst/>
            <a:cxnLst/>
            <a:rect l="l" t="t" r="r" b="b"/>
            <a:pathLst>
              <a:path w="0" h="2959100">
                <a:moveTo>
                  <a:pt x="0" y="2959100"/>
                </a:moveTo>
                <a:lnTo>
                  <a:pt x="0" y="0"/>
                </a:lnTo>
              </a:path>
            </a:pathLst>
          </a:custGeom>
          <a:ln w="63500">
            <a:solidFill>
              <a:srgbClr val="4474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1353800" y="2419350"/>
            <a:ext cx="4241800" cy="0"/>
          </a:xfrm>
          <a:custGeom>
            <a:avLst/>
            <a:gdLst/>
            <a:ahLst/>
            <a:cxnLst/>
            <a:rect l="l" t="t" r="r" b="b"/>
            <a:pathLst>
              <a:path w="4241800" h="0">
                <a:moveTo>
                  <a:pt x="0" y="0"/>
                </a:moveTo>
                <a:lnTo>
                  <a:pt x="4241800" y="0"/>
                </a:lnTo>
              </a:path>
            </a:pathLst>
          </a:custGeom>
          <a:ln w="63500">
            <a:solidFill>
              <a:srgbClr val="3B70B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5690850" y="2514600"/>
            <a:ext cx="0" cy="2997200"/>
          </a:xfrm>
          <a:custGeom>
            <a:avLst/>
            <a:gdLst/>
            <a:ahLst/>
            <a:cxnLst/>
            <a:rect l="l" t="t" r="r" b="b"/>
            <a:pathLst>
              <a:path w="0" h="2997200">
                <a:moveTo>
                  <a:pt x="0" y="2997200"/>
                </a:moveTo>
                <a:lnTo>
                  <a:pt x="0" y="0"/>
                </a:lnTo>
              </a:path>
            </a:pathLst>
          </a:custGeom>
          <a:ln w="63500">
            <a:solidFill>
              <a:srgbClr val="3B74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1245850" y="2527300"/>
            <a:ext cx="0" cy="2984500"/>
          </a:xfrm>
          <a:custGeom>
            <a:avLst/>
            <a:gdLst/>
            <a:ahLst/>
            <a:cxnLst/>
            <a:rect l="l" t="t" r="r" b="b"/>
            <a:pathLst>
              <a:path w="0" h="2984500">
                <a:moveTo>
                  <a:pt x="0" y="2984500"/>
                </a:moveTo>
                <a:lnTo>
                  <a:pt x="0" y="0"/>
                </a:lnTo>
              </a:path>
            </a:pathLst>
          </a:custGeom>
          <a:ln w="63500">
            <a:solidFill>
              <a:srgbClr val="3B70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1366500" y="5619750"/>
            <a:ext cx="4216400" cy="0"/>
          </a:xfrm>
          <a:custGeom>
            <a:avLst/>
            <a:gdLst/>
            <a:ahLst/>
            <a:cxnLst/>
            <a:rect l="l" t="t" r="r" b="b"/>
            <a:pathLst>
              <a:path w="4216400" h="0">
                <a:moveTo>
                  <a:pt x="0" y="0"/>
                </a:moveTo>
                <a:lnTo>
                  <a:pt x="4216400" y="0"/>
                </a:lnTo>
              </a:path>
            </a:pathLst>
          </a:custGeom>
          <a:ln w="63500">
            <a:solidFill>
              <a:srgbClr val="3B70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0960100" y="5981700"/>
            <a:ext cx="0" cy="3098800"/>
          </a:xfrm>
          <a:custGeom>
            <a:avLst/>
            <a:gdLst/>
            <a:ahLst/>
            <a:cxnLst/>
            <a:rect l="l" t="t" r="r" b="b"/>
            <a:pathLst>
              <a:path w="0" h="3098800">
                <a:moveTo>
                  <a:pt x="0" y="3098800"/>
                </a:moveTo>
                <a:lnTo>
                  <a:pt x="0" y="0"/>
                </a:lnTo>
              </a:path>
            </a:pathLst>
          </a:custGeom>
          <a:ln w="63500">
            <a:solidFill>
              <a:srgbClr val="4B77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1353800" y="5899150"/>
            <a:ext cx="4229100" cy="0"/>
          </a:xfrm>
          <a:custGeom>
            <a:avLst/>
            <a:gdLst/>
            <a:ahLst/>
            <a:cxnLst/>
            <a:rect l="l" t="t" r="r" b="b"/>
            <a:pathLst>
              <a:path w="4229100" h="0">
                <a:moveTo>
                  <a:pt x="0" y="0"/>
                </a:moveTo>
                <a:lnTo>
                  <a:pt x="4229100" y="0"/>
                </a:lnTo>
              </a:path>
            </a:pathLst>
          </a:custGeom>
          <a:ln w="63500">
            <a:solidFill>
              <a:srgbClr val="677C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1245850" y="6007100"/>
            <a:ext cx="0" cy="3060700"/>
          </a:xfrm>
          <a:custGeom>
            <a:avLst/>
            <a:gdLst/>
            <a:ahLst/>
            <a:cxnLst/>
            <a:rect l="l" t="t" r="r" b="b"/>
            <a:pathLst>
              <a:path w="0" h="3060700">
                <a:moveTo>
                  <a:pt x="0" y="3060700"/>
                </a:moveTo>
                <a:lnTo>
                  <a:pt x="0" y="0"/>
                </a:lnTo>
              </a:path>
            </a:pathLst>
          </a:custGeom>
          <a:ln w="63500">
            <a:solidFill>
              <a:srgbClr val="6B7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5690850" y="6007100"/>
            <a:ext cx="0" cy="3060700"/>
          </a:xfrm>
          <a:custGeom>
            <a:avLst/>
            <a:gdLst/>
            <a:ahLst/>
            <a:cxnLst/>
            <a:rect l="l" t="t" r="r" b="b"/>
            <a:pathLst>
              <a:path w="0" h="3060700">
                <a:moveTo>
                  <a:pt x="0" y="3060700"/>
                </a:moveTo>
                <a:lnTo>
                  <a:pt x="0" y="0"/>
                </a:lnTo>
              </a:path>
            </a:pathLst>
          </a:custGeom>
          <a:ln w="63500">
            <a:solidFill>
              <a:srgbClr val="7080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1341100" y="9163050"/>
            <a:ext cx="4254500" cy="0"/>
          </a:xfrm>
          <a:custGeom>
            <a:avLst/>
            <a:gdLst/>
            <a:ahLst/>
            <a:cxnLst/>
            <a:rect l="l" t="t" r="r" b="b"/>
            <a:pathLst>
              <a:path w="4254500" h="0">
                <a:moveTo>
                  <a:pt x="0" y="0"/>
                </a:moveTo>
                <a:lnTo>
                  <a:pt x="4254500" y="0"/>
                </a:lnTo>
              </a:path>
            </a:pathLst>
          </a:custGeom>
          <a:ln w="63500">
            <a:solidFill>
              <a:srgbClr val="6B7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4622800" y="684068"/>
            <a:ext cx="8425180" cy="142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020"/>
              </a:lnSpc>
            </a:pPr>
            <a:r>
              <a:rPr dirty="0" sz="5200" spc="65" b="1">
                <a:solidFill>
                  <a:srgbClr val="0C1D38"/>
                </a:solidFill>
                <a:latin typeface="Arial"/>
                <a:cs typeface="Arial"/>
              </a:rPr>
              <a:t>Au</a:t>
            </a:r>
            <a:r>
              <a:rPr dirty="0" sz="5200" spc="20" b="1">
                <a:solidFill>
                  <a:srgbClr val="0C1D38"/>
                </a:solidFill>
                <a:latin typeface="Arial"/>
                <a:cs typeface="Arial"/>
              </a:rPr>
              <a:t> </a:t>
            </a:r>
            <a:r>
              <a:rPr dirty="0" sz="5200" spc="170" b="1">
                <a:solidFill>
                  <a:srgbClr val="0C1D38"/>
                </a:solidFill>
                <a:latin typeface="Arial"/>
                <a:cs typeface="Arial"/>
              </a:rPr>
              <a:t>c</a:t>
            </a:r>
            <a:r>
              <a:rPr dirty="0" sz="5200" spc="345" b="1">
                <a:solidFill>
                  <a:srgbClr val="0C1D38"/>
                </a:solidFill>
                <a:latin typeface="Arial"/>
                <a:cs typeface="Arial"/>
              </a:rPr>
              <a:t>œ</a:t>
            </a:r>
            <a:r>
              <a:rPr dirty="0" sz="5200" spc="90" b="1">
                <a:solidFill>
                  <a:srgbClr val="0C1D38"/>
                </a:solidFill>
                <a:latin typeface="Arial"/>
                <a:cs typeface="Arial"/>
              </a:rPr>
              <a:t>u</a:t>
            </a:r>
            <a:r>
              <a:rPr dirty="0" sz="5200" spc="140" b="1">
                <a:solidFill>
                  <a:srgbClr val="0C1D38"/>
                </a:solidFill>
                <a:latin typeface="Arial"/>
                <a:cs typeface="Arial"/>
              </a:rPr>
              <a:t>r</a:t>
            </a:r>
            <a:r>
              <a:rPr dirty="0" sz="5200" spc="-210" b="1">
                <a:solidFill>
                  <a:srgbClr val="0C1D38"/>
                </a:solidFill>
                <a:latin typeface="Arial"/>
                <a:cs typeface="Arial"/>
              </a:rPr>
              <a:t> </a:t>
            </a:r>
            <a:r>
              <a:rPr dirty="0" sz="5200" spc="285" b="1">
                <a:solidFill>
                  <a:srgbClr val="0C1D38"/>
                </a:solidFill>
                <a:latin typeface="Arial"/>
                <a:cs typeface="Arial"/>
              </a:rPr>
              <a:t>d</a:t>
            </a:r>
            <a:r>
              <a:rPr dirty="0" sz="5200" spc="345" b="1">
                <a:solidFill>
                  <a:srgbClr val="0C1D38"/>
                </a:solidFill>
                <a:latin typeface="Arial"/>
                <a:cs typeface="Arial"/>
              </a:rPr>
              <a:t>u</a:t>
            </a:r>
            <a:r>
              <a:rPr dirty="0" sz="5200" spc="-400" b="1">
                <a:solidFill>
                  <a:srgbClr val="0C1D38"/>
                </a:solidFill>
                <a:latin typeface="Arial"/>
                <a:cs typeface="Arial"/>
              </a:rPr>
              <a:t> </a:t>
            </a:r>
            <a:r>
              <a:rPr dirty="0" sz="5200" spc="75" b="1">
                <a:solidFill>
                  <a:srgbClr val="0C1D38"/>
                </a:solidFill>
                <a:latin typeface="Arial"/>
                <a:cs typeface="Arial"/>
              </a:rPr>
              <a:t>pr</a:t>
            </a:r>
            <a:r>
              <a:rPr dirty="0" sz="5200" spc="-10" b="1">
                <a:solidFill>
                  <a:srgbClr val="0C1D38"/>
                </a:solidFill>
                <a:latin typeface="Arial"/>
                <a:cs typeface="Arial"/>
              </a:rPr>
              <a:t>o</a:t>
            </a:r>
            <a:r>
              <a:rPr dirty="0" sz="5200" spc="285" b="1">
                <a:solidFill>
                  <a:srgbClr val="0C1D38"/>
                </a:solidFill>
                <a:latin typeface="Arial"/>
                <a:cs typeface="Arial"/>
              </a:rPr>
              <a:t>g</a:t>
            </a:r>
            <a:r>
              <a:rPr dirty="0" sz="5200" spc="120" b="1">
                <a:solidFill>
                  <a:srgbClr val="0C1D38"/>
                </a:solidFill>
                <a:latin typeface="Arial"/>
                <a:cs typeface="Arial"/>
              </a:rPr>
              <a:t>ra</a:t>
            </a:r>
            <a:r>
              <a:rPr dirty="0" sz="5200" spc="315" b="1">
                <a:solidFill>
                  <a:srgbClr val="0C1D38"/>
                </a:solidFill>
                <a:latin typeface="Arial"/>
                <a:cs typeface="Arial"/>
              </a:rPr>
              <a:t>m</a:t>
            </a:r>
            <a:r>
              <a:rPr dirty="0" sz="5200" spc="260" b="1">
                <a:solidFill>
                  <a:srgbClr val="0C1D38"/>
                </a:solidFill>
                <a:latin typeface="Arial"/>
                <a:cs typeface="Arial"/>
              </a:rPr>
              <a:t>me</a:t>
            </a:r>
            <a:r>
              <a:rPr dirty="0" sz="5200" spc="-90" b="1">
                <a:solidFill>
                  <a:srgbClr val="0C1D38"/>
                </a:solidFill>
                <a:latin typeface="Arial"/>
                <a:cs typeface="Arial"/>
              </a:rPr>
              <a:t> </a:t>
            </a:r>
            <a:r>
              <a:rPr dirty="0" sz="5200" spc="1285">
                <a:solidFill>
                  <a:srgbClr val="0C1D38"/>
                </a:solidFill>
                <a:latin typeface="Arial"/>
                <a:cs typeface="Arial"/>
              </a:rPr>
              <a:t>:</a:t>
            </a:r>
            <a:endParaRPr sz="5200">
              <a:latin typeface="Arial"/>
              <a:cs typeface="Arial"/>
            </a:endParaRPr>
          </a:p>
          <a:p>
            <a:pPr marL="215900">
              <a:lnSpc>
                <a:spcPts val="6020"/>
              </a:lnSpc>
            </a:pPr>
            <a:r>
              <a:rPr dirty="0" sz="5200" spc="780" b="1">
                <a:solidFill>
                  <a:srgbClr val="0C1D38"/>
                </a:solidFill>
                <a:latin typeface="Arial"/>
                <a:cs typeface="Arial"/>
              </a:rPr>
              <a:t>6</a:t>
            </a:r>
            <a:r>
              <a:rPr dirty="0" sz="5200" spc="-220" b="1">
                <a:solidFill>
                  <a:srgbClr val="0C1D38"/>
                </a:solidFill>
                <a:latin typeface="Arial"/>
                <a:cs typeface="Arial"/>
              </a:rPr>
              <a:t> </a:t>
            </a:r>
            <a:r>
              <a:rPr dirty="0" sz="5200" spc="90" b="1">
                <a:solidFill>
                  <a:srgbClr val="0C1D38"/>
                </a:solidFill>
                <a:latin typeface="Arial"/>
                <a:cs typeface="Arial"/>
              </a:rPr>
              <a:t>p</a:t>
            </a:r>
            <a:r>
              <a:rPr dirty="0" sz="5200" spc="40" b="1">
                <a:solidFill>
                  <a:srgbClr val="0C1D38"/>
                </a:solidFill>
                <a:latin typeface="Arial"/>
                <a:cs typeface="Arial"/>
              </a:rPr>
              <a:t>i</a:t>
            </a:r>
            <a:r>
              <a:rPr dirty="0" sz="5200" spc="40" b="1">
                <a:solidFill>
                  <a:srgbClr val="0C1D38"/>
                </a:solidFill>
                <a:latin typeface="Arial"/>
                <a:cs typeface="Arial"/>
              </a:rPr>
              <a:t>l</a:t>
            </a:r>
            <a:r>
              <a:rPr dirty="0" sz="5200" spc="-160" b="1">
                <a:solidFill>
                  <a:srgbClr val="0C1D38"/>
                </a:solidFill>
                <a:latin typeface="Arial"/>
                <a:cs typeface="Arial"/>
              </a:rPr>
              <a:t>i</a:t>
            </a:r>
            <a:r>
              <a:rPr dirty="0" sz="5200" spc="405" b="1">
                <a:solidFill>
                  <a:srgbClr val="0C1D38"/>
                </a:solidFill>
                <a:latin typeface="Arial"/>
                <a:cs typeface="Arial"/>
              </a:rPr>
              <a:t>e</a:t>
            </a:r>
            <a:r>
              <a:rPr dirty="0" sz="5200" spc="75" b="1">
                <a:solidFill>
                  <a:srgbClr val="0C1D38"/>
                </a:solidFill>
                <a:latin typeface="Arial"/>
                <a:cs typeface="Arial"/>
              </a:rPr>
              <a:t>r</a:t>
            </a:r>
            <a:r>
              <a:rPr dirty="0" sz="5200" spc="140" b="1">
                <a:solidFill>
                  <a:srgbClr val="0C1D38"/>
                </a:solidFill>
                <a:latin typeface="Arial"/>
                <a:cs typeface="Arial"/>
              </a:rPr>
              <a:t>s</a:t>
            </a:r>
            <a:r>
              <a:rPr dirty="0" sz="5200" spc="-385" b="1">
                <a:solidFill>
                  <a:srgbClr val="0C1D38"/>
                </a:solidFill>
                <a:latin typeface="Arial"/>
                <a:cs typeface="Arial"/>
              </a:rPr>
              <a:t> </a:t>
            </a:r>
            <a:r>
              <a:rPr dirty="0" sz="5200" spc="100" b="1">
                <a:solidFill>
                  <a:srgbClr val="0C1D38"/>
                </a:solidFill>
                <a:latin typeface="Arial"/>
                <a:cs typeface="Arial"/>
              </a:rPr>
              <a:t>f</a:t>
            </a:r>
            <a:r>
              <a:rPr dirty="0" sz="5200" spc="440" b="1">
                <a:solidFill>
                  <a:srgbClr val="0C1D38"/>
                </a:solidFill>
                <a:latin typeface="Arial"/>
                <a:cs typeface="Arial"/>
              </a:rPr>
              <a:t>o</a:t>
            </a:r>
            <a:r>
              <a:rPr dirty="0" sz="5200" spc="-10" b="1">
                <a:solidFill>
                  <a:srgbClr val="0C1D38"/>
                </a:solidFill>
                <a:latin typeface="Arial"/>
                <a:cs typeface="Arial"/>
              </a:rPr>
              <a:t>n</a:t>
            </a:r>
            <a:r>
              <a:rPr dirty="0" sz="5200" spc="90" b="1">
                <a:solidFill>
                  <a:srgbClr val="0C1D38"/>
                </a:solidFill>
                <a:latin typeface="Arial"/>
                <a:cs typeface="Arial"/>
              </a:rPr>
              <a:t>d</a:t>
            </a:r>
            <a:r>
              <a:rPr dirty="0" sz="5200" spc="200" b="1">
                <a:solidFill>
                  <a:srgbClr val="0C1D38"/>
                </a:solidFill>
                <a:latin typeface="Arial"/>
                <a:cs typeface="Arial"/>
              </a:rPr>
              <a:t>a</a:t>
            </a:r>
            <a:r>
              <a:rPr dirty="0" sz="5200" spc="280" b="1">
                <a:solidFill>
                  <a:srgbClr val="0C1D38"/>
                </a:solidFill>
                <a:latin typeface="Arial"/>
                <a:cs typeface="Arial"/>
              </a:rPr>
              <a:t>m</a:t>
            </a:r>
            <a:r>
              <a:rPr dirty="0" sz="5200" spc="405" b="1">
                <a:solidFill>
                  <a:srgbClr val="0C1D38"/>
                </a:solidFill>
                <a:latin typeface="Arial"/>
                <a:cs typeface="Arial"/>
              </a:rPr>
              <a:t>e</a:t>
            </a:r>
            <a:r>
              <a:rPr dirty="0" sz="5200" spc="-110" b="1">
                <a:solidFill>
                  <a:srgbClr val="0C1D38"/>
                </a:solidFill>
                <a:latin typeface="Arial"/>
                <a:cs typeface="Arial"/>
              </a:rPr>
              <a:t>n</a:t>
            </a:r>
            <a:r>
              <a:rPr dirty="0" sz="5200" spc="204" b="1">
                <a:solidFill>
                  <a:srgbClr val="0C1D38"/>
                </a:solidFill>
                <a:latin typeface="Arial"/>
                <a:cs typeface="Arial"/>
              </a:rPr>
              <a:t>tau</a:t>
            </a:r>
            <a:r>
              <a:rPr dirty="0" sz="5200" spc="130" b="1">
                <a:solidFill>
                  <a:srgbClr val="0C1D38"/>
                </a:solidFill>
                <a:latin typeface="Arial"/>
                <a:cs typeface="Arial"/>
              </a:rPr>
              <a:t>x.</a:t>
            </a:r>
            <a:endParaRPr sz="52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679700" y="4695263"/>
            <a:ext cx="2694940" cy="514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850" spc="-415">
                <a:solidFill>
                  <a:srgbClr val="050808"/>
                </a:solidFill>
                <a:latin typeface="Courier New"/>
                <a:cs typeface="Courier New"/>
              </a:rPr>
              <a:t>A</a:t>
            </a:r>
            <a:r>
              <a:rPr dirty="0" sz="3850" spc="-615">
                <a:solidFill>
                  <a:srgbClr val="050808"/>
                </a:solidFill>
                <a:latin typeface="Courier New"/>
                <a:cs typeface="Courier New"/>
              </a:rPr>
              <a:t>r</a:t>
            </a:r>
            <a:r>
              <a:rPr dirty="0" sz="3850" spc="-625">
                <a:solidFill>
                  <a:srgbClr val="050808"/>
                </a:solidFill>
                <a:latin typeface="Courier New"/>
                <a:cs typeface="Courier New"/>
              </a:rPr>
              <a:t>c</a:t>
            </a:r>
            <a:r>
              <a:rPr dirty="0" sz="3850" spc="-600">
                <a:solidFill>
                  <a:srgbClr val="050808"/>
                </a:solidFill>
                <a:latin typeface="Courier New"/>
                <a:cs typeface="Courier New"/>
              </a:rPr>
              <a:t>h</a:t>
            </a:r>
            <a:r>
              <a:rPr dirty="0" sz="3850" spc="-615">
                <a:solidFill>
                  <a:srgbClr val="050808"/>
                </a:solidFill>
                <a:latin typeface="Courier New"/>
                <a:cs typeface="Courier New"/>
              </a:rPr>
              <a:t>i</a:t>
            </a:r>
            <a:r>
              <a:rPr dirty="0" sz="3850" spc="-615">
                <a:solidFill>
                  <a:srgbClr val="050808"/>
                </a:solidFill>
                <a:latin typeface="Courier New"/>
                <a:cs typeface="Courier New"/>
              </a:rPr>
              <a:t>t</a:t>
            </a:r>
            <a:r>
              <a:rPr dirty="0" sz="3850" spc="-515">
                <a:solidFill>
                  <a:srgbClr val="050808"/>
                </a:solidFill>
                <a:latin typeface="Courier New"/>
                <a:cs typeface="Courier New"/>
              </a:rPr>
              <a:t>e</a:t>
            </a:r>
            <a:r>
              <a:rPr dirty="0" sz="3850" spc="-580">
                <a:solidFill>
                  <a:srgbClr val="050808"/>
                </a:solidFill>
                <a:latin typeface="Courier New"/>
                <a:cs typeface="Courier New"/>
              </a:rPr>
              <a:t>ctu</a:t>
            </a:r>
            <a:r>
              <a:rPr dirty="0" sz="3850" spc="-610">
                <a:solidFill>
                  <a:srgbClr val="050808"/>
                </a:solidFill>
                <a:latin typeface="Courier New"/>
                <a:cs typeface="Courier New"/>
              </a:rPr>
              <a:t>r</a:t>
            </a:r>
            <a:r>
              <a:rPr dirty="0" sz="3850" spc="-395">
                <a:solidFill>
                  <a:srgbClr val="050808"/>
                </a:solidFill>
                <a:latin typeface="Courier New"/>
                <a:cs typeface="Courier New"/>
              </a:rPr>
              <a:t>e</a:t>
            </a:r>
            <a:endParaRPr sz="3850"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794000" y="7485678"/>
            <a:ext cx="2496820" cy="1330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R="10795">
              <a:lnSpc>
                <a:spcPct val="100000"/>
              </a:lnSpc>
            </a:pPr>
            <a:r>
              <a:rPr dirty="0" sz="3650" spc="1275">
                <a:solidFill>
                  <a:srgbClr val="544842"/>
                </a:solidFill>
                <a:latin typeface="Arial"/>
                <a:cs typeface="Arial"/>
              </a:rPr>
              <a:t>0</a:t>
            </a:r>
            <a:endParaRPr sz="36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720"/>
              </a:spcBef>
            </a:pPr>
            <a:r>
              <a:rPr dirty="0" sz="3850" spc="-615">
                <a:solidFill>
                  <a:srgbClr val="050808"/>
                </a:solidFill>
                <a:latin typeface="Courier New"/>
                <a:cs typeface="Courier New"/>
              </a:rPr>
              <a:t>A</a:t>
            </a:r>
            <a:r>
              <a:rPr dirty="0" sz="3850" spc="-515">
                <a:solidFill>
                  <a:srgbClr val="050808"/>
                </a:solidFill>
                <a:latin typeface="Courier New"/>
                <a:cs typeface="Courier New"/>
              </a:rPr>
              <a:t>l</a:t>
            </a:r>
            <a:r>
              <a:rPr dirty="0" sz="3850" spc="-509">
                <a:solidFill>
                  <a:srgbClr val="050808"/>
                </a:solidFill>
                <a:latin typeface="Courier New"/>
                <a:cs typeface="Courier New"/>
              </a:rPr>
              <a:t>g</a:t>
            </a:r>
            <a:r>
              <a:rPr dirty="0" sz="3850" spc="-515">
                <a:solidFill>
                  <a:srgbClr val="050808"/>
                </a:solidFill>
                <a:latin typeface="Courier New"/>
                <a:cs typeface="Courier New"/>
              </a:rPr>
              <a:t>o</a:t>
            </a:r>
            <a:r>
              <a:rPr dirty="0" sz="3850" spc="-615">
                <a:solidFill>
                  <a:srgbClr val="050808"/>
                </a:solidFill>
                <a:latin typeface="Courier New"/>
                <a:cs typeface="Courier New"/>
              </a:rPr>
              <a:t>r</a:t>
            </a:r>
            <a:r>
              <a:rPr dirty="0" sz="3850" spc="-715">
                <a:solidFill>
                  <a:srgbClr val="050808"/>
                </a:solidFill>
                <a:latin typeface="Courier New"/>
                <a:cs typeface="Courier New"/>
              </a:rPr>
              <a:t>i</a:t>
            </a:r>
            <a:r>
              <a:rPr dirty="0" sz="3850" spc="-580">
                <a:solidFill>
                  <a:srgbClr val="050808"/>
                </a:solidFill>
                <a:latin typeface="Courier New"/>
                <a:cs typeface="Courier New"/>
              </a:rPr>
              <a:t>thm</a:t>
            </a:r>
            <a:r>
              <a:rPr dirty="0" sz="3850" spc="-509">
                <a:solidFill>
                  <a:srgbClr val="050808"/>
                </a:solidFill>
                <a:latin typeface="Courier New"/>
                <a:cs typeface="Courier New"/>
              </a:rPr>
              <a:t>e</a:t>
            </a:r>
            <a:r>
              <a:rPr dirty="0" sz="3850" spc="-254">
                <a:solidFill>
                  <a:srgbClr val="050808"/>
                </a:solidFill>
                <a:latin typeface="Courier New"/>
                <a:cs typeface="Courier New"/>
              </a:rPr>
              <a:t>s</a:t>
            </a:r>
            <a:endParaRPr sz="3850"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975600" y="4695263"/>
            <a:ext cx="1571625" cy="514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850" spc="-580">
                <a:solidFill>
                  <a:srgbClr val="050808"/>
                </a:solidFill>
                <a:latin typeface="Courier New"/>
                <a:cs typeface="Courier New"/>
              </a:rPr>
              <a:t>R</a:t>
            </a:r>
            <a:r>
              <a:rPr dirty="0" sz="3850" spc="-545">
                <a:solidFill>
                  <a:srgbClr val="050808"/>
                </a:solidFill>
                <a:latin typeface="Courier New"/>
                <a:cs typeface="Courier New"/>
              </a:rPr>
              <a:t>é</a:t>
            </a:r>
            <a:r>
              <a:rPr dirty="0" sz="3850" spc="-615">
                <a:solidFill>
                  <a:srgbClr val="050808"/>
                </a:solidFill>
                <a:latin typeface="Courier New"/>
                <a:cs typeface="Courier New"/>
              </a:rPr>
              <a:t>s</a:t>
            </a:r>
            <a:r>
              <a:rPr dirty="0" sz="3850" spc="-715">
                <a:solidFill>
                  <a:srgbClr val="050808"/>
                </a:solidFill>
                <a:latin typeface="Courier New"/>
                <a:cs typeface="Courier New"/>
              </a:rPr>
              <a:t>e</a:t>
            </a:r>
            <a:r>
              <a:rPr dirty="0" sz="3850" spc="-509">
                <a:solidFill>
                  <a:srgbClr val="050808"/>
                </a:solidFill>
                <a:latin typeface="Courier New"/>
                <a:cs typeface="Courier New"/>
              </a:rPr>
              <a:t>a</a:t>
            </a:r>
            <a:r>
              <a:rPr dirty="0" sz="3850" spc="-615">
                <a:solidFill>
                  <a:srgbClr val="050808"/>
                </a:solidFill>
                <a:latin typeface="Courier New"/>
                <a:cs typeface="Courier New"/>
              </a:rPr>
              <a:t>u</a:t>
            </a:r>
            <a:r>
              <a:rPr dirty="0" sz="3850" spc="-440">
                <a:solidFill>
                  <a:srgbClr val="050808"/>
                </a:solidFill>
                <a:latin typeface="Courier New"/>
                <a:cs typeface="Courier New"/>
              </a:rPr>
              <a:t>x</a:t>
            </a:r>
            <a:endParaRPr sz="3850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013700" y="6398128"/>
            <a:ext cx="29209" cy="596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ct val="100000"/>
              </a:lnSpc>
            </a:pPr>
            <a:r>
              <a:rPr dirty="0" sz="4500" spc="-1475">
                <a:solidFill>
                  <a:srgbClr val="DF8C4B"/>
                </a:solidFill>
                <a:latin typeface="Times New Roman"/>
                <a:cs typeface="Times New Roman"/>
              </a:rPr>
              <a:t>-</a:t>
            </a:r>
            <a:endParaRPr sz="45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309100" y="6398128"/>
            <a:ext cx="189230" cy="596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4500" spc="-210">
                <a:solidFill>
                  <a:srgbClr val="DF8C4B"/>
                </a:solidFill>
                <a:latin typeface="Times New Roman"/>
                <a:cs typeface="Times New Roman"/>
              </a:rPr>
              <a:t>-</a:t>
            </a:r>
            <a:endParaRPr sz="45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269752" y="6686098"/>
            <a:ext cx="904240" cy="3111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250" spc="-540">
                <a:solidFill>
                  <a:srgbClr val="0C1D38"/>
                </a:solidFill>
                <a:latin typeface="Courier New"/>
                <a:cs typeface="Courier New"/>
              </a:rPr>
              <a:t>0</a:t>
            </a:r>
            <a:r>
              <a:rPr dirty="0" sz="2250" spc="-555">
                <a:solidFill>
                  <a:srgbClr val="0C1D38"/>
                </a:solidFill>
                <a:latin typeface="Courier New"/>
                <a:cs typeface="Courier New"/>
              </a:rPr>
              <a:t>1</a:t>
            </a:r>
            <a:r>
              <a:rPr dirty="0" sz="2250" spc="-55">
                <a:solidFill>
                  <a:srgbClr val="0C1D38"/>
                </a:solidFill>
                <a:latin typeface="Courier New"/>
                <a:cs typeface="Courier New"/>
              </a:rPr>
              <a:t>0</a:t>
            </a:r>
            <a:r>
              <a:rPr dirty="0" sz="2250" spc="-220">
                <a:solidFill>
                  <a:srgbClr val="0C1D38"/>
                </a:solidFill>
                <a:latin typeface="Courier New"/>
                <a:cs typeface="Courier New"/>
              </a:rPr>
              <a:t>1</a:t>
            </a:r>
            <a:r>
              <a:rPr dirty="0" sz="2250" spc="-390">
                <a:solidFill>
                  <a:srgbClr val="0C1D38"/>
                </a:solidFill>
                <a:latin typeface="Courier New"/>
                <a:cs typeface="Courier New"/>
              </a:rPr>
              <a:t>0</a:t>
            </a:r>
            <a:r>
              <a:rPr dirty="0" sz="2250" spc="-420">
                <a:solidFill>
                  <a:srgbClr val="0C1D38"/>
                </a:solidFill>
                <a:latin typeface="Courier New"/>
                <a:cs typeface="Courier New"/>
              </a:rPr>
              <a:t>1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331200" y="6566706"/>
            <a:ext cx="184150" cy="939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7200" spc="-1155">
                <a:solidFill>
                  <a:srgbClr val="181A21"/>
                </a:solidFill>
                <a:latin typeface="Times New Roman"/>
                <a:cs typeface="Times New Roman"/>
              </a:rPr>
              <a:t>·</a:t>
            </a:r>
            <a:endParaRPr sz="72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331200" y="7257598"/>
            <a:ext cx="842644" cy="3111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250" spc="-55">
                <a:solidFill>
                  <a:srgbClr val="0C1D38"/>
                </a:solidFill>
                <a:latin typeface="Courier New"/>
                <a:cs typeface="Courier New"/>
              </a:rPr>
              <a:t>0</a:t>
            </a:r>
            <a:r>
              <a:rPr dirty="0" sz="2250" spc="-220">
                <a:solidFill>
                  <a:srgbClr val="0C1D38"/>
                </a:solidFill>
                <a:latin typeface="Courier New"/>
                <a:cs typeface="Courier New"/>
              </a:rPr>
              <a:t>1</a:t>
            </a:r>
            <a:r>
              <a:rPr dirty="0" sz="2250" spc="-390">
                <a:solidFill>
                  <a:srgbClr val="0C1D38"/>
                </a:solidFill>
                <a:latin typeface="Courier New"/>
                <a:cs typeface="Courier New"/>
              </a:rPr>
              <a:t>0</a:t>
            </a:r>
            <a:r>
              <a:rPr dirty="0" sz="2250" spc="-555">
                <a:solidFill>
                  <a:srgbClr val="0C1D38"/>
                </a:solidFill>
                <a:latin typeface="Courier New"/>
                <a:cs typeface="Courier New"/>
              </a:rPr>
              <a:t>1</a:t>
            </a:r>
            <a:r>
              <a:rPr dirty="0" sz="2250" spc="-55">
                <a:solidFill>
                  <a:srgbClr val="0C1D38"/>
                </a:solidFill>
                <a:latin typeface="Courier New"/>
                <a:cs typeface="Courier New"/>
              </a:rPr>
              <a:t>0</a:t>
            </a:r>
            <a:r>
              <a:rPr dirty="0" sz="2250" spc="-420">
                <a:solidFill>
                  <a:srgbClr val="0C1D38"/>
                </a:solidFill>
                <a:latin typeface="Courier New"/>
                <a:cs typeface="Courier New"/>
              </a:rPr>
              <a:t>1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309100" y="7122028"/>
            <a:ext cx="29209" cy="596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ct val="100000"/>
              </a:lnSpc>
            </a:pPr>
            <a:r>
              <a:rPr dirty="0" sz="4500" spc="-1475">
                <a:solidFill>
                  <a:srgbClr val="DF8C4B"/>
                </a:solidFill>
                <a:latin typeface="Times New Roman"/>
                <a:cs typeface="Times New Roman"/>
              </a:rPr>
              <a:t>-</a:t>
            </a:r>
            <a:endParaRPr sz="45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013700" y="6527313"/>
            <a:ext cx="189865" cy="673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5100" spc="-409">
                <a:solidFill>
                  <a:srgbClr val="DF8C4B"/>
                </a:solidFill>
                <a:latin typeface="Times New Roman"/>
                <a:cs typeface="Times New Roman"/>
              </a:rPr>
              <a:t>-</a:t>
            </a:r>
            <a:endParaRPr sz="51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9271406" y="6526578"/>
            <a:ext cx="172720" cy="918844"/>
          </a:xfrm>
          <a:custGeom>
            <a:avLst/>
            <a:gdLst/>
            <a:ahLst/>
            <a:cxnLst/>
            <a:rect l="l" t="t" r="r" b="b"/>
            <a:pathLst>
              <a:path w="172720" h="918845">
                <a:moveTo>
                  <a:pt x="0" y="0"/>
                </a:moveTo>
                <a:lnTo>
                  <a:pt x="172663" y="0"/>
                </a:lnTo>
                <a:lnTo>
                  <a:pt x="172663" y="918282"/>
                </a:lnTo>
                <a:lnTo>
                  <a:pt x="0" y="918282"/>
                </a:lnTo>
                <a:lnTo>
                  <a:pt x="0" y="0"/>
                </a:lnTo>
                <a:close/>
              </a:path>
            </a:pathLst>
          </a:custGeom>
          <a:solidFill>
            <a:srgbClr val="1315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9296400" y="6668177"/>
            <a:ext cx="48260" cy="698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5300" spc="-2950">
                <a:solidFill>
                  <a:srgbClr val="EBC3A1"/>
                </a:solidFill>
                <a:latin typeface="Arial"/>
                <a:cs typeface="Arial"/>
              </a:rPr>
              <a:t>=</a:t>
            </a:r>
            <a:endParaRPr sz="5300">
              <a:latin typeface="Arial"/>
              <a:cs typeface="Arial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140">
                <a:solidFill>
                  <a:srgbClr val="0E1523"/>
                </a:solidFill>
              </a:rPr>
              <a:t>N</a:t>
            </a:r>
            <a:r>
              <a:rPr dirty="0" spc="70"/>
              <a:t>o</a:t>
            </a:r>
            <a:r>
              <a:rPr dirty="0" spc="55"/>
              <a:t>t</a:t>
            </a:r>
            <a:r>
              <a:rPr dirty="0" spc="45"/>
              <a:t>e</a:t>
            </a:r>
            <a:r>
              <a:rPr dirty="0" spc="114"/>
              <a:t>bo</a:t>
            </a:r>
            <a:r>
              <a:rPr dirty="0" spc="-5"/>
              <a:t>o</a:t>
            </a:r>
            <a:r>
              <a:rPr dirty="0" spc="45"/>
              <a:t>k</a:t>
            </a:r>
            <a:r>
              <a:rPr dirty="0" spc="-25"/>
              <a:t>L</a:t>
            </a:r>
            <a:r>
              <a:rPr dirty="0" spc="114">
                <a:solidFill>
                  <a:srgbClr val="0E1523"/>
                </a:solidFill>
              </a:rPr>
              <a:t>M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8013700" y="6753728"/>
            <a:ext cx="29209" cy="596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ct val="100000"/>
              </a:lnSpc>
            </a:pPr>
            <a:r>
              <a:rPr dirty="0" sz="4500" spc="-1475">
                <a:solidFill>
                  <a:srgbClr val="DF7B31"/>
                </a:solidFill>
                <a:latin typeface="Times New Roman"/>
                <a:cs typeface="Times New Roman"/>
              </a:rPr>
              <a:t>-</a:t>
            </a:r>
            <a:endParaRPr sz="45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013700" y="6895613"/>
            <a:ext cx="189865" cy="673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5100" spc="-409">
                <a:solidFill>
                  <a:srgbClr val="DF8C4B"/>
                </a:solidFill>
                <a:latin typeface="Times New Roman"/>
                <a:cs typeface="Times New Roman"/>
              </a:rPr>
              <a:t>-</a:t>
            </a:r>
            <a:endParaRPr sz="51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309100" y="6895613"/>
            <a:ext cx="189865" cy="673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5100" spc="-409">
                <a:solidFill>
                  <a:srgbClr val="DF8C4B"/>
                </a:solidFill>
                <a:latin typeface="Times New Roman"/>
                <a:cs typeface="Times New Roman"/>
              </a:rPr>
              <a:t>-</a:t>
            </a:r>
            <a:endParaRPr sz="51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013700" y="7122028"/>
            <a:ext cx="189230" cy="596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4500" spc="-210">
                <a:solidFill>
                  <a:srgbClr val="DF8C4B"/>
                </a:solidFill>
                <a:latin typeface="Times New Roman"/>
                <a:cs typeface="Times New Roman"/>
              </a:rPr>
              <a:t>-</a:t>
            </a:r>
            <a:endParaRPr sz="45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226831" y="7561164"/>
            <a:ext cx="205104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700" spc="370">
                <a:solidFill>
                  <a:srgbClr val="488AC8"/>
                </a:solidFill>
                <a:latin typeface="Times New Roman"/>
                <a:cs typeface="Times New Roman"/>
              </a:rPr>
              <a:t>·</a:t>
            </a:r>
            <a:r>
              <a:rPr dirty="0" sz="700" spc="-1435">
                <a:solidFill>
                  <a:srgbClr val="488AC8"/>
                </a:solidFill>
                <a:latin typeface="Times New Roman"/>
                <a:cs typeface="Times New Roman"/>
              </a:rPr>
              <a:t>-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597900" y="7561164"/>
            <a:ext cx="58419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700" spc="25">
                <a:solidFill>
                  <a:srgbClr val="050808"/>
                </a:solidFill>
                <a:latin typeface="Times New Roman"/>
                <a:cs typeface="Times New Roman"/>
              </a:rPr>
              <a:t>-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331200" y="7644509"/>
            <a:ext cx="868680" cy="215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00">
                <a:solidFill>
                  <a:srgbClr val="DF8C4B"/>
                </a:solidFill>
                <a:latin typeface="Times New Roman"/>
                <a:cs typeface="Times New Roman"/>
              </a:rPr>
              <a:t>1 </a:t>
            </a:r>
            <a:r>
              <a:rPr dirty="0" sz="1500" spc="-100">
                <a:solidFill>
                  <a:srgbClr val="DF8C4B"/>
                </a:solidFill>
                <a:latin typeface="Times New Roman"/>
                <a:cs typeface="Times New Roman"/>
              </a:rPr>
              <a:t> </a:t>
            </a:r>
            <a:r>
              <a:rPr dirty="0" sz="1500" spc="185">
                <a:solidFill>
                  <a:srgbClr val="DF8C4B"/>
                </a:solidFill>
                <a:latin typeface="Times New Roman"/>
                <a:cs typeface="Times New Roman"/>
              </a:rPr>
              <a:t>1</a:t>
            </a:r>
            <a:r>
              <a:rPr dirty="0" sz="1500" spc="185">
                <a:solidFill>
                  <a:srgbClr val="DF8C4B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DF8C4B"/>
                </a:solidFill>
                <a:latin typeface="Times New Roman"/>
                <a:cs typeface="Times New Roman"/>
              </a:rPr>
              <a:t>1 </a:t>
            </a:r>
            <a:r>
              <a:rPr dirty="0" sz="1500" spc="-100">
                <a:solidFill>
                  <a:srgbClr val="DF8C4B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DF8C4B"/>
                </a:solidFill>
                <a:latin typeface="Times New Roman"/>
                <a:cs typeface="Times New Roman"/>
              </a:rPr>
              <a:t>1 </a:t>
            </a:r>
            <a:r>
              <a:rPr dirty="0" sz="1500" spc="-100">
                <a:solidFill>
                  <a:srgbClr val="DF8C4B"/>
                </a:solidFill>
                <a:latin typeface="Times New Roman"/>
                <a:cs typeface="Times New Roman"/>
              </a:rPr>
              <a:t> </a:t>
            </a:r>
            <a:r>
              <a:rPr dirty="0" sz="1500" spc="185">
                <a:solidFill>
                  <a:srgbClr val="DF8C4B"/>
                </a:solidFill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302500" y="8086163"/>
            <a:ext cx="2896235" cy="9461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 indent="444500">
              <a:lnSpc>
                <a:spcPct val="73600"/>
              </a:lnSpc>
            </a:pPr>
            <a:r>
              <a:rPr dirty="0" sz="3850" spc="-515">
                <a:solidFill>
                  <a:srgbClr val="050808"/>
                </a:solidFill>
                <a:latin typeface="Courier New"/>
                <a:cs typeface="Courier New"/>
              </a:rPr>
              <a:t>C</a:t>
            </a:r>
            <a:r>
              <a:rPr dirty="0" sz="3850" spc="-605">
                <a:solidFill>
                  <a:srgbClr val="050808"/>
                </a:solidFill>
                <a:latin typeface="Courier New"/>
                <a:cs typeface="Courier New"/>
              </a:rPr>
              <a:t>od</a:t>
            </a:r>
            <a:r>
              <a:rPr dirty="0" sz="3850" spc="-635">
                <a:solidFill>
                  <a:srgbClr val="050808"/>
                </a:solidFill>
                <a:latin typeface="Courier New"/>
                <a:cs typeface="Courier New"/>
              </a:rPr>
              <a:t>a</a:t>
            </a:r>
            <a:r>
              <a:rPr dirty="0" sz="3850" spc="-484">
                <a:solidFill>
                  <a:srgbClr val="050808"/>
                </a:solidFill>
                <a:latin typeface="Courier New"/>
                <a:cs typeface="Courier New"/>
              </a:rPr>
              <a:t>ge</a:t>
            </a:r>
            <a:r>
              <a:rPr dirty="0" sz="3850" spc="-760">
                <a:solidFill>
                  <a:srgbClr val="050808"/>
                </a:solidFill>
                <a:latin typeface="Courier New"/>
                <a:cs typeface="Courier New"/>
              </a:rPr>
              <a:t> </a:t>
            </a:r>
            <a:r>
              <a:rPr dirty="0" sz="3850" spc="-555">
                <a:solidFill>
                  <a:srgbClr val="050808"/>
                </a:solidFill>
                <a:latin typeface="Courier New"/>
                <a:cs typeface="Courier New"/>
              </a:rPr>
              <a:t>de</a:t>
            </a:r>
            <a:r>
              <a:rPr dirty="0" sz="3850" spc="-555">
                <a:solidFill>
                  <a:srgbClr val="050808"/>
                </a:solidFill>
                <a:latin typeface="Courier New"/>
                <a:cs typeface="Courier New"/>
              </a:rPr>
              <a:t> </a:t>
            </a:r>
            <a:r>
              <a:rPr dirty="0" sz="3850" spc="-15">
                <a:solidFill>
                  <a:srgbClr val="050808"/>
                </a:solidFill>
                <a:latin typeface="Courier New"/>
                <a:cs typeface="Courier New"/>
              </a:rPr>
              <a:t>l</a:t>
            </a:r>
            <a:r>
              <a:rPr dirty="0" sz="3850" spc="-1015">
                <a:solidFill>
                  <a:srgbClr val="050808"/>
                </a:solidFill>
                <a:latin typeface="Courier New"/>
                <a:cs typeface="Courier New"/>
              </a:rPr>
              <a:t>'</a:t>
            </a:r>
            <a:r>
              <a:rPr dirty="0" sz="3850" spc="-615">
                <a:solidFill>
                  <a:srgbClr val="050808"/>
                </a:solidFill>
                <a:latin typeface="Courier New"/>
                <a:cs typeface="Courier New"/>
              </a:rPr>
              <a:t>i</a:t>
            </a:r>
            <a:r>
              <a:rPr dirty="0" sz="3850" spc="-615">
                <a:solidFill>
                  <a:srgbClr val="050808"/>
                </a:solidFill>
                <a:latin typeface="Courier New"/>
                <a:cs typeface="Courier New"/>
              </a:rPr>
              <a:t>n</a:t>
            </a:r>
            <a:r>
              <a:rPr dirty="0" sz="3850" spc="-615">
                <a:solidFill>
                  <a:srgbClr val="050808"/>
                </a:solidFill>
                <a:latin typeface="Courier New"/>
                <a:cs typeface="Courier New"/>
              </a:rPr>
              <a:t>f</a:t>
            </a:r>
            <a:r>
              <a:rPr dirty="0" sz="3850" spc="-515">
                <a:solidFill>
                  <a:srgbClr val="050808"/>
                </a:solidFill>
                <a:latin typeface="Courier New"/>
                <a:cs typeface="Courier New"/>
              </a:rPr>
              <a:t>o</a:t>
            </a:r>
            <a:r>
              <a:rPr dirty="0" sz="3850" spc="-625">
                <a:solidFill>
                  <a:srgbClr val="050808"/>
                </a:solidFill>
                <a:latin typeface="Courier New"/>
                <a:cs typeface="Courier New"/>
              </a:rPr>
              <a:t>r</a:t>
            </a:r>
            <a:r>
              <a:rPr dirty="0" sz="3850" spc="-700">
                <a:solidFill>
                  <a:srgbClr val="050808"/>
                </a:solidFill>
                <a:latin typeface="Courier New"/>
                <a:cs typeface="Courier New"/>
              </a:rPr>
              <a:t>m</a:t>
            </a:r>
            <a:r>
              <a:rPr dirty="0" sz="3850" spc="-484">
                <a:solidFill>
                  <a:srgbClr val="050808"/>
                </a:solidFill>
                <a:latin typeface="Courier New"/>
                <a:cs typeface="Courier New"/>
              </a:rPr>
              <a:t>a</a:t>
            </a:r>
            <a:r>
              <a:rPr dirty="0" sz="3850" spc="-535">
                <a:solidFill>
                  <a:srgbClr val="050808"/>
                </a:solidFill>
                <a:latin typeface="Courier New"/>
                <a:cs typeface="Courier New"/>
              </a:rPr>
              <a:t>t</a:t>
            </a:r>
            <a:r>
              <a:rPr dirty="0" sz="3850" spc="-615">
                <a:solidFill>
                  <a:srgbClr val="050808"/>
                </a:solidFill>
                <a:latin typeface="Courier New"/>
                <a:cs typeface="Courier New"/>
              </a:rPr>
              <a:t>i</a:t>
            </a:r>
            <a:r>
              <a:rPr dirty="0" sz="3850" spc="-615">
                <a:solidFill>
                  <a:srgbClr val="050808"/>
                </a:solidFill>
                <a:latin typeface="Courier New"/>
                <a:cs typeface="Courier New"/>
              </a:rPr>
              <a:t>o</a:t>
            </a:r>
            <a:r>
              <a:rPr dirty="0" sz="3850" spc="-509">
                <a:solidFill>
                  <a:srgbClr val="050808"/>
                </a:solidFill>
                <a:latin typeface="Courier New"/>
                <a:cs typeface="Courier New"/>
              </a:rPr>
              <a:t>n</a:t>
            </a:r>
            <a:endParaRPr sz="3850">
              <a:latin typeface="Courier New"/>
              <a:cs typeface="Courier New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2611100" y="4695263"/>
            <a:ext cx="1811020" cy="514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850" spc="-715">
                <a:solidFill>
                  <a:srgbClr val="050808"/>
                </a:solidFill>
                <a:latin typeface="Courier New"/>
                <a:cs typeface="Courier New"/>
              </a:rPr>
              <a:t>L</a:t>
            </a:r>
            <a:r>
              <a:rPr dirty="0" sz="3850" spc="-580">
                <a:solidFill>
                  <a:srgbClr val="050808"/>
                </a:solidFill>
                <a:latin typeface="Courier New"/>
                <a:cs typeface="Courier New"/>
              </a:rPr>
              <a:t>a</a:t>
            </a:r>
            <a:r>
              <a:rPr dirty="0" sz="3850" spc="-645">
                <a:solidFill>
                  <a:srgbClr val="050808"/>
                </a:solidFill>
                <a:latin typeface="Courier New"/>
                <a:cs typeface="Courier New"/>
              </a:rPr>
              <a:t>n</a:t>
            </a:r>
            <a:r>
              <a:rPr dirty="0" sz="3850" spc="-615">
                <a:solidFill>
                  <a:srgbClr val="050808"/>
                </a:solidFill>
                <a:latin typeface="Courier New"/>
                <a:cs typeface="Courier New"/>
              </a:rPr>
              <a:t>g</a:t>
            </a:r>
            <a:r>
              <a:rPr dirty="0" sz="3850" spc="-535">
                <a:solidFill>
                  <a:srgbClr val="050808"/>
                </a:solidFill>
                <a:latin typeface="Courier New"/>
                <a:cs typeface="Courier New"/>
              </a:rPr>
              <a:t>ag</a:t>
            </a:r>
            <a:r>
              <a:rPr dirty="0" sz="3850" spc="-575">
                <a:solidFill>
                  <a:srgbClr val="050808"/>
                </a:solidFill>
                <a:latin typeface="Courier New"/>
                <a:cs typeface="Courier New"/>
              </a:rPr>
              <a:t>e</a:t>
            </a:r>
            <a:r>
              <a:rPr dirty="0" sz="3850" spc="-254">
                <a:solidFill>
                  <a:srgbClr val="050808"/>
                </a:solidFill>
                <a:latin typeface="Courier New"/>
                <a:cs typeface="Courier New"/>
              </a:rPr>
              <a:t>s</a:t>
            </a:r>
            <a:endParaRPr sz="3850">
              <a:latin typeface="Courier New"/>
              <a:cs typeface="Courier New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2039600" y="8086163"/>
            <a:ext cx="2897505" cy="958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 indent="228600">
              <a:lnSpc>
                <a:spcPct val="75800"/>
              </a:lnSpc>
            </a:pPr>
            <a:r>
              <a:rPr dirty="0" sz="3850" spc="-615">
                <a:solidFill>
                  <a:srgbClr val="050808"/>
                </a:solidFill>
                <a:latin typeface="Courier New"/>
                <a:cs typeface="Courier New"/>
              </a:rPr>
              <a:t>I</a:t>
            </a:r>
            <a:r>
              <a:rPr dirty="0" sz="3850" spc="-580">
                <a:solidFill>
                  <a:srgbClr val="050808"/>
                </a:solidFill>
                <a:latin typeface="Courier New"/>
                <a:cs typeface="Courier New"/>
              </a:rPr>
              <a:t>n</a:t>
            </a:r>
            <a:r>
              <a:rPr dirty="0" sz="3850" spc="-645">
                <a:solidFill>
                  <a:srgbClr val="050808"/>
                </a:solidFill>
                <a:latin typeface="Courier New"/>
                <a:cs typeface="Courier New"/>
              </a:rPr>
              <a:t>t</a:t>
            </a:r>
            <a:r>
              <a:rPr dirty="0" sz="3850" spc="-515">
                <a:solidFill>
                  <a:srgbClr val="050808"/>
                </a:solidFill>
                <a:latin typeface="Courier New"/>
                <a:cs typeface="Courier New"/>
              </a:rPr>
              <a:t>e</a:t>
            </a:r>
            <a:r>
              <a:rPr dirty="0" sz="3850" spc="-715">
                <a:solidFill>
                  <a:srgbClr val="050808"/>
                </a:solidFill>
                <a:latin typeface="Courier New"/>
                <a:cs typeface="Courier New"/>
              </a:rPr>
              <a:t>r</a:t>
            </a:r>
            <a:r>
              <a:rPr dirty="0" sz="3850" spc="-515">
                <a:solidFill>
                  <a:srgbClr val="050808"/>
                </a:solidFill>
                <a:latin typeface="Courier New"/>
                <a:cs typeface="Courier New"/>
              </a:rPr>
              <a:t>a</a:t>
            </a:r>
            <a:r>
              <a:rPr dirty="0" sz="3850" spc="-615">
                <a:solidFill>
                  <a:srgbClr val="050808"/>
                </a:solidFill>
                <a:latin typeface="Courier New"/>
                <a:cs typeface="Courier New"/>
              </a:rPr>
              <a:t>c</a:t>
            </a:r>
            <a:r>
              <a:rPr dirty="0" sz="3850" spc="-515">
                <a:solidFill>
                  <a:srgbClr val="050808"/>
                </a:solidFill>
                <a:latin typeface="Courier New"/>
                <a:cs typeface="Courier New"/>
              </a:rPr>
              <a:t>t</a:t>
            </a:r>
            <a:r>
              <a:rPr dirty="0" sz="3850" spc="-615">
                <a:solidFill>
                  <a:srgbClr val="050808"/>
                </a:solidFill>
                <a:latin typeface="Courier New"/>
                <a:cs typeface="Courier New"/>
              </a:rPr>
              <a:t>i</a:t>
            </a:r>
            <a:r>
              <a:rPr dirty="0" sz="3850" spc="-555">
                <a:solidFill>
                  <a:srgbClr val="050808"/>
                </a:solidFill>
                <a:latin typeface="Courier New"/>
                <a:cs typeface="Courier New"/>
              </a:rPr>
              <a:t>on</a:t>
            </a:r>
            <a:r>
              <a:rPr dirty="0" sz="3850" spc="-555">
                <a:solidFill>
                  <a:srgbClr val="050808"/>
                </a:solidFill>
                <a:latin typeface="Courier New"/>
                <a:cs typeface="Courier New"/>
              </a:rPr>
              <a:t> </a:t>
            </a:r>
            <a:r>
              <a:rPr dirty="0" sz="3850" spc="-615">
                <a:solidFill>
                  <a:srgbClr val="050808"/>
                </a:solidFill>
                <a:latin typeface="Courier New"/>
                <a:cs typeface="Courier New"/>
              </a:rPr>
              <a:t>H</a:t>
            </a:r>
            <a:r>
              <a:rPr dirty="0" sz="3850" spc="-605">
                <a:solidFill>
                  <a:srgbClr val="050808"/>
                </a:solidFill>
                <a:latin typeface="Courier New"/>
                <a:cs typeface="Courier New"/>
              </a:rPr>
              <a:t>o</a:t>
            </a:r>
            <a:r>
              <a:rPr dirty="0" sz="3850" spc="-525">
                <a:solidFill>
                  <a:srgbClr val="050808"/>
                </a:solidFill>
                <a:latin typeface="Courier New"/>
                <a:cs typeface="Courier New"/>
              </a:rPr>
              <a:t>m</a:t>
            </a:r>
            <a:r>
              <a:rPr dirty="0" sz="3850" spc="-625">
                <a:solidFill>
                  <a:srgbClr val="050808"/>
                </a:solidFill>
                <a:latin typeface="Courier New"/>
                <a:cs typeface="Courier New"/>
              </a:rPr>
              <a:t>m</a:t>
            </a:r>
            <a:r>
              <a:rPr dirty="0" sz="3850" spc="-400">
                <a:solidFill>
                  <a:srgbClr val="050808"/>
                </a:solidFill>
                <a:latin typeface="Courier New"/>
                <a:cs typeface="Courier New"/>
              </a:rPr>
              <a:t>e</a:t>
            </a:r>
            <a:r>
              <a:rPr dirty="0" sz="3850" spc="-605">
                <a:solidFill>
                  <a:srgbClr val="050808"/>
                </a:solidFill>
                <a:latin typeface="Courier New"/>
                <a:cs typeface="Courier New"/>
              </a:rPr>
              <a:t>-M</a:t>
            </a:r>
            <a:r>
              <a:rPr dirty="0" sz="3850" spc="-635">
                <a:solidFill>
                  <a:srgbClr val="050808"/>
                </a:solidFill>
                <a:latin typeface="Courier New"/>
                <a:cs typeface="Courier New"/>
              </a:rPr>
              <a:t>a</a:t>
            </a:r>
            <a:r>
              <a:rPr dirty="0" sz="3850" spc="-555">
                <a:solidFill>
                  <a:srgbClr val="050808"/>
                </a:solidFill>
                <a:latin typeface="Courier New"/>
                <a:cs typeface="Courier New"/>
              </a:rPr>
              <a:t>ch</a:t>
            </a:r>
            <a:r>
              <a:rPr dirty="0" sz="3850" spc="-625">
                <a:solidFill>
                  <a:srgbClr val="050808"/>
                </a:solidFill>
                <a:latin typeface="Courier New"/>
                <a:cs typeface="Courier New"/>
              </a:rPr>
              <a:t>i</a:t>
            </a:r>
            <a:r>
              <a:rPr dirty="0" sz="3850" spc="-555">
                <a:solidFill>
                  <a:srgbClr val="050808"/>
                </a:solidFill>
                <a:latin typeface="Courier New"/>
                <a:cs typeface="Courier New"/>
              </a:rPr>
              <a:t>ne</a:t>
            </a:r>
            <a:endParaRPr sz="38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01800" y="3708400"/>
            <a:ext cx="5765800" cy="2844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014200" y="3810000"/>
            <a:ext cx="609600" cy="584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258800" y="3810000"/>
            <a:ext cx="635000" cy="609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14200" y="5080000"/>
            <a:ext cx="635000" cy="5842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3258800" y="5054600"/>
            <a:ext cx="1371600" cy="1371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045200" y="3746500"/>
            <a:ext cx="1358900" cy="0"/>
          </a:xfrm>
          <a:custGeom>
            <a:avLst/>
            <a:gdLst/>
            <a:ahLst/>
            <a:cxnLst/>
            <a:rect l="l" t="t" r="r" b="b"/>
            <a:pathLst>
              <a:path w="1358900" h="0">
                <a:moveTo>
                  <a:pt x="0" y="0"/>
                </a:moveTo>
                <a:lnTo>
                  <a:pt x="1358900" y="0"/>
                </a:lnTo>
              </a:path>
            </a:pathLst>
          </a:custGeom>
          <a:ln w="25400">
            <a:solidFill>
              <a:srgbClr val="1823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019800" y="3733800"/>
            <a:ext cx="0" cy="2222500"/>
          </a:xfrm>
          <a:custGeom>
            <a:avLst/>
            <a:gdLst/>
            <a:ahLst/>
            <a:cxnLst/>
            <a:rect l="l" t="t" r="r" b="b"/>
            <a:pathLst>
              <a:path w="0" h="2222500">
                <a:moveTo>
                  <a:pt x="0" y="2222500"/>
                </a:moveTo>
                <a:lnTo>
                  <a:pt x="0" y="0"/>
                </a:lnTo>
              </a:path>
            </a:pathLst>
          </a:custGeom>
          <a:ln w="25400">
            <a:solidFill>
              <a:srgbClr val="181F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429500" y="3784600"/>
            <a:ext cx="0" cy="2184400"/>
          </a:xfrm>
          <a:custGeom>
            <a:avLst/>
            <a:gdLst/>
            <a:ahLst/>
            <a:cxnLst/>
            <a:rect l="l" t="t" r="r" b="b"/>
            <a:pathLst>
              <a:path w="0" h="2184400">
                <a:moveTo>
                  <a:pt x="0" y="2184400"/>
                </a:moveTo>
                <a:lnTo>
                  <a:pt x="0" y="0"/>
                </a:lnTo>
              </a:path>
            </a:pathLst>
          </a:custGeom>
          <a:ln w="25400">
            <a:solidFill>
              <a:srgbClr val="2834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547600" y="3816350"/>
            <a:ext cx="863600" cy="0"/>
          </a:xfrm>
          <a:custGeom>
            <a:avLst/>
            <a:gdLst/>
            <a:ahLst/>
            <a:cxnLst/>
            <a:rect l="l" t="t" r="r" b="b"/>
            <a:pathLst>
              <a:path w="863600" h="0">
                <a:moveTo>
                  <a:pt x="0" y="0"/>
                </a:moveTo>
                <a:lnTo>
                  <a:pt x="863600" y="0"/>
                </a:lnTo>
              </a:path>
            </a:pathLst>
          </a:custGeom>
          <a:ln w="38100">
            <a:solidFill>
              <a:srgbClr val="23385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2585700" y="3968750"/>
            <a:ext cx="774700" cy="0"/>
          </a:xfrm>
          <a:custGeom>
            <a:avLst/>
            <a:gdLst/>
            <a:ahLst/>
            <a:cxnLst/>
            <a:rect l="l" t="t" r="r" b="b"/>
            <a:pathLst>
              <a:path w="774700" h="0">
                <a:moveTo>
                  <a:pt x="0" y="0"/>
                </a:moveTo>
                <a:lnTo>
                  <a:pt x="774700" y="0"/>
                </a:lnTo>
              </a:path>
            </a:pathLst>
          </a:custGeom>
          <a:ln w="38100">
            <a:solidFill>
              <a:srgbClr val="283F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2547600" y="5505450"/>
            <a:ext cx="762000" cy="0"/>
          </a:xfrm>
          <a:custGeom>
            <a:avLst/>
            <a:gdLst/>
            <a:ahLst/>
            <a:cxnLst/>
            <a:rect l="l" t="t" r="r" b="b"/>
            <a:pathLst>
              <a:path w="762000" h="0">
                <a:moveTo>
                  <a:pt x="0" y="0"/>
                </a:moveTo>
                <a:lnTo>
                  <a:pt x="762000" y="0"/>
                </a:lnTo>
              </a:path>
            </a:pathLst>
          </a:custGeom>
          <a:ln w="38100">
            <a:solidFill>
              <a:srgbClr val="283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2573000" y="5670550"/>
            <a:ext cx="812800" cy="0"/>
          </a:xfrm>
          <a:custGeom>
            <a:avLst/>
            <a:gdLst/>
            <a:ahLst/>
            <a:cxnLst/>
            <a:rect l="l" t="t" r="r" b="b"/>
            <a:pathLst>
              <a:path w="812800" h="0">
                <a:moveTo>
                  <a:pt x="0" y="0"/>
                </a:moveTo>
                <a:lnTo>
                  <a:pt x="812800" y="0"/>
                </a:lnTo>
              </a:path>
            </a:pathLst>
          </a:custGeom>
          <a:ln w="38100">
            <a:solidFill>
              <a:srgbClr val="283B5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019800" y="5975350"/>
            <a:ext cx="1384300" cy="0"/>
          </a:xfrm>
          <a:custGeom>
            <a:avLst/>
            <a:gdLst/>
            <a:ahLst/>
            <a:cxnLst/>
            <a:rect l="l" t="t" r="r" b="b"/>
            <a:pathLst>
              <a:path w="1384300" h="0">
                <a:moveTo>
                  <a:pt x="0" y="0"/>
                </a:moveTo>
                <a:lnTo>
                  <a:pt x="1384300" y="0"/>
                </a:lnTo>
              </a:path>
            </a:pathLst>
          </a:custGeom>
          <a:ln w="38100">
            <a:solidFill>
              <a:srgbClr val="4B54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959100" y="6521450"/>
            <a:ext cx="3835400" cy="0"/>
          </a:xfrm>
          <a:custGeom>
            <a:avLst/>
            <a:gdLst/>
            <a:ahLst/>
            <a:cxnLst/>
            <a:rect l="l" t="t" r="r" b="b"/>
            <a:pathLst>
              <a:path w="3835400" h="0">
                <a:moveTo>
                  <a:pt x="0" y="0"/>
                </a:moveTo>
                <a:lnTo>
                  <a:pt x="3835400" y="0"/>
                </a:lnTo>
              </a:path>
            </a:pathLst>
          </a:custGeom>
          <a:ln w="38100">
            <a:solidFill>
              <a:srgbClr val="4B546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343400" y="944967"/>
            <a:ext cx="8915400" cy="7556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5750" spc="145" b="1">
                <a:solidFill>
                  <a:srgbClr val="0C1A36"/>
                </a:solidFill>
                <a:latin typeface="Arial"/>
                <a:cs typeface="Arial"/>
              </a:rPr>
              <a:t>C</a:t>
            </a:r>
            <a:r>
              <a:rPr dirty="0" sz="5750" spc="105" b="1">
                <a:solidFill>
                  <a:srgbClr val="0C1A36"/>
                </a:solidFill>
                <a:latin typeface="Arial"/>
                <a:cs typeface="Arial"/>
              </a:rPr>
              <a:t>o</a:t>
            </a:r>
            <a:r>
              <a:rPr dirty="0" sz="5750" spc="185" b="1">
                <a:solidFill>
                  <a:srgbClr val="0C1A36"/>
                </a:solidFill>
                <a:latin typeface="Arial"/>
                <a:cs typeface="Arial"/>
              </a:rPr>
              <a:t>m</a:t>
            </a:r>
            <a:r>
              <a:rPr dirty="0" sz="5750" spc="155" b="1">
                <a:solidFill>
                  <a:srgbClr val="0C1A36"/>
                </a:solidFill>
                <a:latin typeface="Arial"/>
                <a:cs typeface="Arial"/>
              </a:rPr>
              <a:t>p</a:t>
            </a:r>
            <a:r>
              <a:rPr dirty="0" sz="5750" spc="130" b="1">
                <a:solidFill>
                  <a:srgbClr val="0C1A36"/>
                </a:solidFill>
                <a:latin typeface="Arial"/>
                <a:cs typeface="Arial"/>
              </a:rPr>
              <a:t>r</a:t>
            </a:r>
            <a:r>
              <a:rPr dirty="0" sz="5750" spc="130" b="1">
                <a:solidFill>
                  <a:srgbClr val="0C1A36"/>
                </a:solidFill>
                <a:latin typeface="Arial"/>
                <a:cs typeface="Arial"/>
              </a:rPr>
              <a:t>e</a:t>
            </a:r>
            <a:r>
              <a:rPr dirty="0" sz="5750" spc="-45" b="1">
                <a:solidFill>
                  <a:srgbClr val="0C1A36"/>
                </a:solidFill>
                <a:latin typeface="Arial"/>
                <a:cs typeface="Arial"/>
              </a:rPr>
              <a:t>n</a:t>
            </a:r>
            <a:r>
              <a:rPr dirty="0" sz="5750" spc="250" b="1">
                <a:solidFill>
                  <a:srgbClr val="0C1A36"/>
                </a:solidFill>
                <a:latin typeface="Arial"/>
                <a:cs typeface="Arial"/>
              </a:rPr>
              <a:t>d</a:t>
            </a:r>
            <a:r>
              <a:rPr dirty="0" sz="5750" spc="215" b="1">
                <a:solidFill>
                  <a:srgbClr val="0C1A36"/>
                </a:solidFill>
                <a:latin typeface="Arial"/>
                <a:cs typeface="Arial"/>
              </a:rPr>
              <a:t>re</a:t>
            </a:r>
            <a:r>
              <a:rPr dirty="0" sz="5750" spc="-370" b="1">
                <a:solidFill>
                  <a:srgbClr val="0C1A36"/>
                </a:solidFill>
                <a:latin typeface="Arial"/>
                <a:cs typeface="Arial"/>
              </a:rPr>
              <a:t> </a:t>
            </a:r>
            <a:r>
              <a:rPr dirty="0" sz="5750" spc="-215" b="1">
                <a:solidFill>
                  <a:srgbClr val="0C1A36"/>
                </a:solidFill>
                <a:latin typeface="Arial"/>
                <a:cs typeface="Arial"/>
              </a:rPr>
              <a:t>l</a:t>
            </a:r>
            <a:r>
              <a:rPr dirty="0" sz="5750" spc="155" b="1">
                <a:solidFill>
                  <a:srgbClr val="0C1A36"/>
                </a:solidFill>
                <a:latin typeface="Arial"/>
                <a:cs typeface="Arial"/>
              </a:rPr>
              <a:t>a</a:t>
            </a:r>
            <a:r>
              <a:rPr dirty="0" sz="5750" spc="-60" b="1">
                <a:solidFill>
                  <a:srgbClr val="0C1A36"/>
                </a:solidFill>
                <a:latin typeface="Arial"/>
                <a:cs typeface="Arial"/>
              </a:rPr>
              <a:t> </a:t>
            </a:r>
            <a:r>
              <a:rPr dirty="0" sz="5750" spc="80" b="1">
                <a:solidFill>
                  <a:srgbClr val="0C1A36"/>
                </a:solidFill>
                <a:latin typeface="Arial"/>
                <a:cs typeface="Arial"/>
              </a:rPr>
              <a:t>m</a:t>
            </a:r>
            <a:r>
              <a:rPr dirty="0" sz="5750" spc="190" b="1">
                <a:solidFill>
                  <a:srgbClr val="0C1A36"/>
                </a:solidFill>
                <a:latin typeface="Arial"/>
                <a:cs typeface="Arial"/>
              </a:rPr>
              <a:t>a</a:t>
            </a:r>
            <a:r>
              <a:rPr dirty="0" sz="5750" spc="305" b="1">
                <a:solidFill>
                  <a:srgbClr val="0C1A36"/>
                </a:solidFill>
                <a:latin typeface="Arial"/>
                <a:cs typeface="Arial"/>
              </a:rPr>
              <a:t>c</a:t>
            </a:r>
            <a:r>
              <a:rPr dirty="0" sz="5750" spc="55" b="1">
                <a:solidFill>
                  <a:srgbClr val="0C1A36"/>
                </a:solidFill>
                <a:latin typeface="Arial"/>
                <a:cs typeface="Arial"/>
              </a:rPr>
              <a:t>h</a:t>
            </a:r>
            <a:r>
              <a:rPr dirty="0" sz="5750" spc="-10" b="1">
                <a:solidFill>
                  <a:srgbClr val="0C1A36"/>
                </a:solidFill>
                <a:latin typeface="Arial"/>
                <a:cs typeface="Arial"/>
              </a:rPr>
              <a:t>i</a:t>
            </a:r>
            <a:r>
              <a:rPr dirty="0" sz="5750" spc="-45" b="1">
                <a:solidFill>
                  <a:srgbClr val="0C1A36"/>
                </a:solidFill>
                <a:latin typeface="Arial"/>
                <a:cs typeface="Arial"/>
              </a:rPr>
              <a:t>n</a:t>
            </a:r>
            <a:r>
              <a:rPr dirty="0" sz="5750" spc="400" b="1">
                <a:solidFill>
                  <a:srgbClr val="0C1A36"/>
                </a:solidFill>
                <a:latin typeface="Arial"/>
                <a:cs typeface="Arial"/>
              </a:rPr>
              <a:t>e</a:t>
            </a:r>
            <a:r>
              <a:rPr dirty="0" sz="5750" spc="590" b="1">
                <a:solidFill>
                  <a:srgbClr val="0C1A36"/>
                </a:solidFill>
                <a:latin typeface="Arial"/>
                <a:cs typeface="Arial"/>
              </a:rPr>
              <a:t>.</a:t>
            </a:r>
            <a:endParaRPr sz="575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140">
                <a:solidFill>
                  <a:srgbClr val="0E1523"/>
                </a:solidFill>
              </a:rPr>
              <a:t>N</a:t>
            </a:r>
            <a:r>
              <a:rPr dirty="0" spc="70"/>
              <a:t>o</a:t>
            </a:r>
            <a:r>
              <a:rPr dirty="0" spc="55"/>
              <a:t>t</a:t>
            </a:r>
            <a:r>
              <a:rPr dirty="0" spc="45"/>
              <a:t>e</a:t>
            </a:r>
            <a:r>
              <a:rPr dirty="0" spc="114"/>
              <a:t>bo</a:t>
            </a:r>
            <a:r>
              <a:rPr dirty="0" spc="-5"/>
              <a:t>o</a:t>
            </a:r>
            <a:r>
              <a:rPr dirty="0" spc="45"/>
              <a:t>k</a:t>
            </a:r>
            <a:r>
              <a:rPr dirty="0" spc="-25"/>
              <a:t>L</a:t>
            </a:r>
            <a:r>
              <a:rPr dirty="0" spc="114">
                <a:solidFill>
                  <a:srgbClr val="0E1523"/>
                </a:solidFill>
              </a:rPr>
              <a:t>M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098800" y="2603405"/>
            <a:ext cx="3144520" cy="5270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950" b="1">
                <a:solidFill>
                  <a:srgbClr val="0C1A36"/>
                </a:solidFill>
                <a:latin typeface="Arial"/>
                <a:cs typeface="Arial"/>
              </a:rPr>
              <a:t>Arc</a:t>
            </a:r>
            <a:r>
              <a:rPr dirty="0" sz="3950" spc="315" b="1">
                <a:solidFill>
                  <a:srgbClr val="0C1A36"/>
                </a:solidFill>
                <a:latin typeface="Arial"/>
                <a:cs typeface="Arial"/>
              </a:rPr>
              <a:t>h</a:t>
            </a:r>
            <a:r>
              <a:rPr dirty="0" sz="3950" spc="-204" b="1">
                <a:solidFill>
                  <a:srgbClr val="0C1A36"/>
                </a:solidFill>
                <a:latin typeface="Arial"/>
                <a:cs typeface="Arial"/>
              </a:rPr>
              <a:t>i</a:t>
            </a:r>
            <a:r>
              <a:rPr dirty="0" sz="3950" spc="105" b="1">
                <a:solidFill>
                  <a:srgbClr val="0C1A36"/>
                </a:solidFill>
                <a:latin typeface="Arial"/>
                <a:cs typeface="Arial"/>
              </a:rPr>
              <a:t>tect</a:t>
            </a:r>
            <a:r>
              <a:rPr dirty="0" sz="3950" spc="345" b="1">
                <a:solidFill>
                  <a:srgbClr val="0C1A36"/>
                </a:solidFill>
                <a:latin typeface="Arial"/>
                <a:cs typeface="Arial"/>
              </a:rPr>
              <a:t>u</a:t>
            </a:r>
            <a:r>
              <a:rPr dirty="0" sz="3950" spc="110" b="1">
                <a:solidFill>
                  <a:srgbClr val="0C1A36"/>
                </a:solidFill>
                <a:latin typeface="Arial"/>
                <a:cs typeface="Arial"/>
              </a:rPr>
              <a:t>re</a:t>
            </a:r>
            <a:endParaRPr sz="39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931400" y="2603405"/>
            <a:ext cx="5922010" cy="5270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950" spc="25" b="1">
                <a:solidFill>
                  <a:srgbClr val="0C1A36"/>
                </a:solidFill>
                <a:latin typeface="Arial"/>
                <a:cs typeface="Arial"/>
              </a:rPr>
              <a:t>Co</a:t>
            </a:r>
            <a:r>
              <a:rPr dirty="0" sz="3950" spc="-5" b="1">
                <a:solidFill>
                  <a:srgbClr val="0C1A36"/>
                </a:solidFill>
                <a:latin typeface="Arial"/>
                <a:cs typeface="Arial"/>
              </a:rPr>
              <a:t>d</a:t>
            </a:r>
            <a:r>
              <a:rPr dirty="0" sz="3950" spc="85" b="1">
                <a:solidFill>
                  <a:srgbClr val="0C1A36"/>
                </a:solidFill>
                <a:latin typeface="Arial"/>
                <a:cs typeface="Arial"/>
              </a:rPr>
              <a:t>a</a:t>
            </a:r>
            <a:r>
              <a:rPr dirty="0" sz="3950" spc="55" b="1">
                <a:solidFill>
                  <a:srgbClr val="0C1A36"/>
                </a:solidFill>
                <a:latin typeface="Arial"/>
                <a:cs typeface="Arial"/>
              </a:rPr>
              <a:t>g</a:t>
            </a:r>
            <a:r>
              <a:rPr dirty="0" sz="3950" spc="285" b="1">
                <a:solidFill>
                  <a:srgbClr val="0C1A36"/>
                </a:solidFill>
                <a:latin typeface="Arial"/>
                <a:cs typeface="Arial"/>
              </a:rPr>
              <a:t>e</a:t>
            </a:r>
            <a:r>
              <a:rPr dirty="0" sz="3950" spc="-180" b="1">
                <a:solidFill>
                  <a:srgbClr val="0C1A36"/>
                </a:solidFill>
                <a:latin typeface="Arial"/>
                <a:cs typeface="Arial"/>
              </a:rPr>
              <a:t> </a:t>
            </a:r>
            <a:r>
              <a:rPr dirty="0" sz="3950" spc="60" b="1">
                <a:solidFill>
                  <a:srgbClr val="0C1A36"/>
                </a:solidFill>
                <a:latin typeface="Arial"/>
                <a:cs typeface="Arial"/>
              </a:rPr>
              <a:t>d</a:t>
            </a:r>
            <a:r>
              <a:rPr dirty="0" sz="3950" spc="150" b="1">
                <a:solidFill>
                  <a:srgbClr val="0C1A36"/>
                </a:solidFill>
                <a:latin typeface="Arial"/>
                <a:cs typeface="Arial"/>
              </a:rPr>
              <a:t>e</a:t>
            </a:r>
            <a:r>
              <a:rPr dirty="0" sz="3950" spc="50" b="1">
                <a:solidFill>
                  <a:srgbClr val="0C1A36"/>
                </a:solidFill>
                <a:latin typeface="Arial"/>
                <a:cs typeface="Arial"/>
              </a:rPr>
              <a:t> </a:t>
            </a:r>
            <a:r>
              <a:rPr dirty="0" sz="3950" spc="-210" b="1">
                <a:solidFill>
                  <a:srgbClr val="0C1A36"/>
                </a:solidFill>
                <a:latin typeface="Arial"/>
                <a:cs typeface="Arial"/>
              </a:rPr>
              <a:t>l</a:t>
            </a:r>
            <a:r>
              <a:rPr dirty="0" sz="3950" spc="150" b="1">
                <a:solidFill>
                  <a:srgbClr val="0C1A36"/>
                </a:solidFill>
                <a:latin typeface="Arial"/>
                <a:cs typeface="Arial"/>
              </a:rPr>
              <a:t>'</a:t>
            </a:r>
            <a:r>
              <a:rPr dirty="0" sz="3950" spc="-110" b="1">
                <a:solidFill>
                  <a:srgbClr val="0C1A36"/>
                </a:solidFill>
                <a:latin typeface="Arial"/>
                <a:cs typeface="Arial"/>
              </a:rPr>
              <a:t>i</a:t>
            </a:r>
            <a:r>
              <a:rPr dirty="0" sz="3950" spc="-140" b="1">
                <a:solidFill>
                  <a:srgbClr val="0C1A36"/>
                </a:solidFill>
                <a:latin typeface="Arial"/>
                <a:cs typeface="Arial"/>
              </a:rPr>
              <a:t>n</a:t>
            </a:r>
            <a:r>
              <a:rPr dirty="0" sz="3950" spc="35" b="1">
                <a:solidFill>
                  <a:srgbClr val="0C1A36"/>
                </a:solidFill>
                <a:latin typeface="Arial"/>
                <a:cs typeface="Arial"/>
              </a:rPr>
              <a:t>for</a:t>
            </a:r>
            <a:r>
              <a:rPr dirty="0" sz="3950" spc="225" b="1">
                <a:solidFill>
                  <a:srgbClr val="0C1A36"/>
                </a:solidFill>
                <a:latin typeface="Arial"/>
                <a:cs typeface="Arial"/>
              </a:rPr>
              <a:t>m</a:t>
            </a:r>
            <a:r>
              <a:rPr dirty="0" sz="3950" spc="120" b="1">
                <a:solidFill>
                  <a:srgbClr val="0C1A36"/>
                </a:solidFill>
                <a:latin typeface="Arial"/>
                <a:cs typeface="Arial"/>
              </a:rPr>
              <a:t>at</a:t>
            </a:r>
            <a:r>
              <a:rPr dirty="0" sz="3950" b="1">
                <a:solidFill>
                  <a:srgbClr val="0C1A36"/>
                </a:solidFill>
                <a:latin typeface="Arial"/>
                <a:cs typeface="Arial"/>
              </a:rPr>
              <a:t>i</a:t>
            </a:r>
            <a:r>
              <a:rPr dirty="0" sz="3950" spc="55" b="1">
                <a:solidFill>
                  <a:srgbClr val="0C1A36"/>
                </a:solidFill>
                <a:latin typeface="Arial"/>
                <a:cs typeface="Arial"/>
              </a:rPr>
              <a:t>o</a:t>
            </a:r>
            <a:r>
              <a:rPr dirty="0" sz="3950" spc="95" b="1">
                <a:solidFill>
                  <a:srgbClr val="0C1A36"/>
                </a:solidFill>
                <a:latin typeface="Arial"/>
                <a:cs typeface="Arial"/>
              </a:rPr>
              <a:t>n</a:t>
            </a:r>
            <a:endParaRPr sz="39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72000" y="4054480"/>
            <a:ext cx="1048385" cy="4127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 indent="76200">
              <a:lnSpc>
                <a:spcPts val="1600"/>
              </a:lnSpc>
            </a:pPr>
            <a:r>
              <a:rPr dirty="0" sz="1450" spc="35">
                <a:solidFill>
                  <a:srgbClr val="2D363F"/>
                </a:solidFill>
                <a:latin typeface="Arial"/>
                <a:cs typeface="Arial"/>
              </a:rPr>
              <a:t>Do</a:t>
            </a:r>
            <a:r>
              <a:rPr dirty="0" sz="1450" spc="-40">
                <a:solidFill>
                  <a:srgbClr val="2D363F"/>
                </a:solidFill>
                <a:latin typeface="Arial"/>
                <a:cs typeface="Arial"/>
              </a:rPr>
              <a:t>n</a:t>
            </a:r>
            <a:r>
              <a:rPr dirty="0" sz="1450" spc="90">
                <a:solidFill>
                  <a:srgbClr val="2D363F"/>
                </a:solidFill>
                <a:latin typeface="Arial"/>
                <a:cs typeface="Arial"/>
              </a:rPr>
              <a:t>n</a:t>
            </a:r>
            <a:r>
              <a:rPr dirty="0" sz="1450" spc="5">
                <a:solidFill>
                  <a:srgbClr val="2D363F"/>
                </a:solidFill>
                <a:latin typeface="Arial"/>
                <a:cs typeface="Arial"/>
              </a:rPr>
              <a:t>ées</a:t>
            </a:r>
            <a:r>
              <a:rPr dirty="0" sz="1450" spc="-65">
                <a:solidFill>
                  <a:srgbClr val="2D363F"/>
                </a:solidFill>
                <a:latin typeface="Arial"/>
                <a:cs typeface="Arial"/>
              </a:rPr>
              <a:t> </a:t>
            </a:r>
            <a:r>
              <a:rPr dirty="0" sz="1450" spc="80">
                <a:solidFill>
                  <a:srgbClr val="2D363F"/>
                </a:solidFill>
                <a:latin typeface="Arial"/>
                <a:cs typeface="Arial"/>
              </a:rPr>
              <a:t>/</a:t>
            </a:r>
            <a:r>
              <a:rPr dirty="0" sz="1450" spc="80">
                <a:solidFill>
                  <a:srgbClr val="2D363F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2D363F"/>
                </a:solidFill>
                <a:latin typeface="Arial"/>
                <a:cs typeface="Arial"/>
              </a:rPr>
              <a:t>I</a:t>
            </a:r>
            <a:r>
              <a:rPr dirty="0" sz="1450" spc="60">
                <a:solidFill>
                  <a:srgbClr val="2D363F"/>
                </a:solidFill>
                <a:latin typeface="Arial"/>
                <a:cs typeface="Arial"/>
              </a:rPr>
              <a:t>nstr</a:t>
            </a:r>
            <a:r>
              <a:rPr dirty="0" sz="1450">
                <a:solidFill>
                  <a:srgbClr val="2D363F"/>
                </a:solidFill>
                <a:latin typeface="Arial"/>
                <a:cs typeface="Arial"/>
              </a:rPr>
              <a:t>u</a:t>
            </a:r>
            <a:r>
              <a:rPr dirty="0" sz="1450" spc="150">
                <a:solidFill>
                  <a:srgbClr val="2D363F"/>
                </a:solidFill>
                <a:latin typeface="Arial"/>
                <a:cs typeface="Arial"/>
              </a:rPr>
              <a:t>c</a:t>
            </a:r>
            <a:r>
              <a:rPr dirty="0" sz="1450" spc="-50">
                <a:solidFill>
                  <a:srgbClr val="2D363F"/>
                </a:solidFill>
                <a:latin typeface="Arial"/>
                <a:cs typeface="Arial"/>
              </a:rPr>
              <a:t>t</a:t>
            </a:r>
            <a:r>
              <a:rPr dirty="0" sz="1450" spc="5">
                <a:solidFill>
                  <a:srgbClr val="2D363F"/>
                </a:solidFill>
                <a:latin typeface="Arial"/>
                <a:cs typeface="Arial"/>
              </a:rPr>
              <a:t>i</a:t>
            </a:r>
            <a:r>
              <a:rPr dirty="0" sz="1450" spc="35">
                <a:solidFill>
                  <a:srgbClr val="2D363F"/>
                </a:solidFill>
                <a:latin typeface="Arial"/>
                <a:cs typeface="Arial"/>
              </a:rPr>
              <a:t>ons</a:t>
            </a:r>
            <a:endParaRPr sz="14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19800" y="3746500"/>
            <a:ext cx="1384300" cy="2228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0">
              <a:lnSpc>
                <a:spcPct val="100000"/>
              </a:lnSpc>
            </a:pPr>
            <a:r>
              <a:rPr dirty="0" sz="1750" spc="70">
                <a:solidFill>
                  <a:srgbClr val="1C242F"/>
                </a:solidFill>
                <a:latin typeface="Arial"/>
                <a:cs typeface="Arial"/>
              </a:rPr>
              <a:t>Mémo</a:t>
            </a:r>
            <a:r>
              <a:rPr dirty="0" sz="1750" spc="50">
                <a:solidFill>
                  <a:srgbClr val="1C242F"/>
                </a:solidFill>
                <a:latin typeface="Arial"/>
                <a:cs typeface="Arial"/>
              </a:rPr>
              <a:t>i</a:t>
            </a:r>
            <a:r>
              <a:rPr dirty="0" sz="1750" spc="60">
                <a:solidFill>
                  <a:srgbClr val="1C242F"/>
                </a:solidFill>
                <a:latin typeface="Arial"/>
                <a:cs typeface="Arial"/>
              </a:rPr>
              <a:t>re</a:t>
            </a:r>
            <a:endParaRPr sz="17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756900" y="4242921"/>
            <a:ext cx="4308475" cy="9042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1612265" algn="l"/>
                <a:tab pos="3288665" algn="l"/>
              </a:tabLst>
            </a:pPr>
            <a:r>
              <a:rPr dirty="0" sz="6900" spc="145" b="1">
                <a:solidFill>
                  <a:srgbClr val="0C1A36"/>
                </a:solidFill>
                <a:latin typeface="Arial"/>
                <a:cs typeface="Arial"/>
              </a:rPr>
              <a:t>A</a:t>
            </a:r>
            <a:r>
              <a:rPr dirty="0" sz="6900" spc="650" b="1">
                <a:solidFill>
                  <a:srgbClr val="0C1A36"/>
                </a:solidFill>
                <a:latin typeface="Arial"/>
                <a:cs typeface="Arial"/>
              </a:rPr>
              <a:t> </a:t>
            </a:r>
            <a:r>
              <a:rPr dirty="0" sz="3000" spc="-740" b="1">
                <a:solidFill>
                  <a:srgbClr val="8290A1"/>
                </a:solidFill>
                <a:latin typeface="Arial"/>
                <a:cs typeface="Arial"/>
              </a:rPr>
              <a:t>&gt;</a:t>
            </a:r>
            <a:r>
              <a:rPr dirty="0" sz="3000" b="1">
                <a:solidFill>
                  <a:srgbClr val="8290A1"/>
                </a:solidFill>
                <a:latin typeface="Arial"/>
                <a:cs typeface="Arial"/>
              </a:rPr>
              <a:t>	</a:t>
            </a:r>
            <a:r>
              <a:rPr dirty="0" sz="6800" spc="-545" b="1">
                <a:solidFill>
                  <a:srgbClr val="EB903B"/>
                </a:solidFill>
                <a:latin typeface="Times New Roman"/>
                <a:cs typeface="Times New Roman"/>
              </a:rPr>
              <a:t>e</a:t>
            </a:r>
            <a:r>
              <a:rPr dirty="0" sz="6800" spc="-705" b="1">
                <a:solidFill>
                  <a:srgbClr val="EB903B"/>
                </a:solidFill>
                <a:latin typeface="Times New Roman"/>
                <a:cs typeface="Times New Roman"/>
              </a:rPr>
              <a:t>1</a:t>
            </a:r>
            <a:r>
              <a:rPr dirty="0" sz="6800" spc="-350" b="1">
                <a:solidFill>
                  <a:srgbClr val="EB903B"/>
                </a:solidFill>
                <a:latin typeface="Times New Roman"/>
                <a:cs typeface="Times New Roman"/>
              </a:rPr>
              <a:t>e</a:t>
            </a:r>
            <a:r>
              <a:rPr dirty="0" sz="6800" spc="-665" b="1">
                <a:solidFill>
                  <a:srgbClr val="EB903B"/>
                </a:solidFill>
                <a:latin typeface="Times New Roman"/>
                <a:cs typeface="Times New Roman"/>
              </a:rPr>
              <a:t>e</a:t>
            </a:r>
            <a:r>
              <a:rPr dirty="0" sz="6800" b="1">
                <a:solidFill>
                  <a:srgbClr val="EB903B"/>
                </a:solidFill>
                <a:latin typeface="Times New Roman"/>
                <a:cs typeface="Times New Roman"/>
              </a:rPr>
              <a:t>	</a:t>
            </a:r>
            <a:r>
              <a:rPr dirty="0" sz="6800" spc="-445" b="1">
                <a:solidFill>
                  <a:srgbClr val="EB903B"/>
                </a:solidFill>
                <a:latin typeface="Times New Roman"/>
                <a:cs typeface="Times New Roman"/>
              </a:rPr>
              <a:t>e</a:t>
            </a:r>
            <a:r>
              <a:rPr dirty="0" sz="6800" spc="-580" b="1">
                <a:solidFill>
                  <a:srgbClr val="EB903B"/>
                </a:solidFill>
                <a:latin typeface="Times New Roman"/>
                <a:cs typeface="Times New Roman"/>
              </a:rPr>
              <a:t>e1</a:t>
            </a:r>
            <a:endParaRPr sz="6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89100" y="7169160"/>
            <a:ext cx="5502275" cy="152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30200" indent="-317500">
              <a:lnSpc>
                <a:spcPct val="100000"/>
              </a:lnSpc>
              <a:buClr>
                <a:srgbClr val="8290A1"/>
              </a:buClr>
              <a:buFont typeface="Arial"/>
              <a:buChar char="•"/>
              <a:tabLst>
                <a:tab pos="330200" algn="l"/>
              </a:tabLst>
            </a:pPr>
            <a:r>
              <a:rPr dirty="0" sz="2900" spc="145">
                <a:solidFill>
                  <a:srgbClr val="2D363F"/>
                </a:solidFill>
                <a:latin typeface="Arial"/>
                <a:cs typeface="Arial"/>
              </a:rPr>
              <a:t>A</a:t>
            </a:r>
            <a:r>
              <a:rPr dirty="0" sz="2900" spc="65">
                <a:solidFill>
                  <a:srgbClr val="2D363F"/>
                </a:solidFill>
                <a:latin typeface="Arial"/>
                <a:cs typeface="Arial"/>
              </a:rPr>
              <a:t>rch</a:t>
            </a:r>
            <a:r>
              <a:rPr dirty="0" sz="2900" spc="-80">
                <a:solidFill>
                  <a:srgbClr val="2D363F"/>
                </a:solidFill>
                <a:latin typeface="Arial"/>
                <a:cs typeface="Arial"/>
              </a:rPr>
              <a:t>i</a:t>
            </a:r>
            <a:r>
              <a:rPr dirty="0" sz="2900" spc="85">
                <a:solidFill>
                  <a:srgbClr val="2D363F"/>
                </a:solidFill>
                <a:latin typeface="Arial"/>
                <a:cs typeface="Arial"/>
              </a:rPr>
              <a:t>tecture</a:t>
            </a:r>
            <a:r>
              <a:rPr dirty="0" sz="2900" spc="225">
                <a:solidFill>
                  <a:srgbClr val="2D363F"/>
                </a:solidFill>
                <a:latin typeface="Arial"/>
                <a:cs typeface="Arial"/>
              </a:rPr>
              <a:t> </a:t>
            </a:r>
            <a:r>
              <a:rPr dirty="0" sz="2900" spc="60">
                <a:solidFill>
                  <a:srgbClr val="2D363F"/>
                </a:solidFill>
                <a:latin typeface="Arial"/>
                <a:cs typeface="Arial"/>
              </a:rPr>
              <a:t>de</a:t>
            </a:r>
            <a:r>
              <a:rPr dirty="0" sz="2900" spc="40">
                <a:solidFill>
                  <a:srgbClr val="2D363F"/>
                </a:solidFill>
                <a:latin typeface="Arial"/>
                <a:cs typeface="Arial"/>
              </a:rPr>
              <a:t> </a:t>
            </a:r>
            <a:r>
              <a:rPr dirty="0" sz="2900" spc="-155">
                <a:solidFill>
                  <a:srgbClr val="2D363F"/>
                </a:solidFill>
                <a:latin typeface="Arial"/>
                <a:cs typeface="Arial"/>
              </a:rPr>
              <a:t>V</a:t>
            </a:r>
            <a:r>
              <a:rPr dirty="0" sz="2900" spc="60">
                <a:solidFill>
                  <a:srgbClr val="2D363F"/>
                </a:solidFill>
                <a:latin typeface="Arial"/>
                <a:cs typeface="Arial"/>
              </a:rPr>
              <a:t>on</a:t>
            </a:r>
            <a:r>
              <a:rPr dirty="0" sz="2900" spc="140">
                <a:solidFill>
                  <a:srgbClr val="2D363F"/>
                </a:solidFill>
                <a:latin typeface="Arial"/>
                <a:cs typeface="Arial"/>
              </a:rPr>
              <a:t> </a:t>
            </a:r>
            <a:r>
              <a:rPr dirty="0" sz="2900" spc="35">
                <a:solidFill>
                  <a:srgbClr val="2D363F"/>
                </a:solidFill>
                <a:latin typeface="Arial"/>
                <a:cs typeface="Arial"/>
              </a:rPr>
              <a:t>Neumann</a:t>
            </a:r>
            <a:endParaRPr sz="2900">
              <a:latin typeface="Arial"/>
              <a:cs typeface="Arial"/>
            </a:endParaRPr>
          </a:p>
          <a:p>
            <a:pPr marL="342900" indent="-330200">
              <a:lnSpc>
                <a:spcPct val="100000"/>
              </a:lnSpc>
              <a:spcBef>
                <a:spcPts val="1020"/>
              </a:spcBef>
              <a:buClr>
                <a:srgbClr val="8290A1"/>
              </a:buClr>
              <a:buFont typeface="Arial"/>
              <a:buChar char="•"/>
              <a:tabLst>
                <a:tab pos="342900" algn="l"/>
              </a:tabLst>
            </a:pPr>
            <a:r>
              <a:rPr dirty="0" sz="2900" spc="15">
                <a:solidFill>
                  <a:srgbClr val="2D363F"/>
                </a:solidFill>
                <a:latin typeface="Arial"/>
                <a:cs typeface="Arial"/>
              </a:rPr>
              <a:t>Processeu</a:t>
            </a:r>
            <a:r>
              <a:rPr dirty="0" sz="2900" spc="245">
                <a:solidFill>
                  <a:srgbClr val="2D363F"/>
                </a:solidFill>
                <a:latin typeface="Arial"/>
                <a:cs typeface="Arial"/>
              </a:rPr>
              <a:t>r</a:t>
            </a:r>
            <a:r>
              <a:rPr dirty="0" sz="2900" spc="25">
                <a:solidFill>
                  <a:srgbClr val="2D363F"/>
                </a:solidFill>
                <a:latin typeface="Arial"/>
                <a:cs typeface="Arial"/>
              </a:rPr>
              <a:t>s</a:t>
            </a:r>
            <a:r>
              <a:rPr dirty="0" sz="2900" spc="10">
                <a:solidFill>
                  <a:srgbClr val="2D363F"/>
                </a:solidFill>
                <a:latin typeface="Arial"/>
                <a:cs typeface="Arial"/>
              </a:rPr>
              <a:t> </a:t>
            </a:r>
            <a:r>
              <a:rPr dirty="0" sz="2900" spc="70">
                <a:solidFill>
                  <a:srgbClr val="2D363F"/>
                </a:solidFill>
                <a:latin typeface="Arial"/>
                <a:cs typeface="Arial"/>
              </a:rPr>
              <a:t>et</a:t>
            </a:r>
            <a:r>
              <a:rPr dirty="0" sz="2900" spc="204">
                <a:solidFill>
                  <a:srgbClr val="2D363F"/>
                </a:solidFill>
                <a:latin typeface="Arial"/>
                <a:cs typeface="Arial"/>
              </a:rPr>
              <a:t> </a:t>
            </a:r>
            <a:r>
              <a:rPr dirty="0" sz="2900" spc="40">
                <a:solidFill>
                  <a:srgbClr val="1C242F"/>
                </a:solidFill>
                <a:latin typeface="Arial"/>
                <a:cs typeface="Arial"/>
              </a:rPr>
              <a:t>mé</a:t>
            </a:r>
            <a:r>
              <a:rPr dirty="0" sz="2900" spc="-30">
                <a:solidFill>
                  <a:srgbClr val="1C242F"/>
                </a:solidFill>
                <a:latin typeface="Arial"/>
                <a:cs typeface="Arial"/>
              </a:rPr>
              <a:t>m</a:t>
            </a:r>
            <a:r>
              <a:rPr dirty="0" sz="2900" spc="160">
                <a:solidFill>
                  <a:srgbClr val="1C242F"/>
                </a:solidFill>
                <a:latin typeface="Arial"/>
                <a:cs typeface="Arial"/>
              </a:rPr>
              <a:t>o</a:t>
            </a:r>
            <a:r>
              <a:rPr dirty="0" sz="2900" spc="75">
                <a:solidFill>
                  <a:srgbClr val="1C242F"/>
                </a:solidFill>
                <a:latin typeface="Arial"/>
                <a:cs typeface="Arial"/>
              </a:rPr>
              <a:t>i</a:t>
            </a:r>
            <a:r>
              <a:rPr dirty="0" sz="2900" spc="50">
                <a:solidFill>
                  <a:srgbClr val="1C242F"/>
                </a:solidFill>
                <a:latin typeface="Arial"/>
                <a:cs typeface="Arial"/>
              </a:rPr>
              <a:t>re</a:t>
            </a:r>
            <a:endParaRPr sz="2900">
              <a:latin typeface="Arial"/>
              <a:cs typeface="Arial"/>
            </a:endParaRPr>
          </a:p>
          <a:p>
            <a:pPr marL="342900" indent="-330200">
              <a:lnSpc>
                <a:spcPct val="100000"/>
              </a:lnSpc>
              <a:spcBef>
                <a:spcPts val="920"/>
              </a:spcBef>
              <a:buClr>
                <a:srgbClr val="8290A1"/>
              </a:buClr>
              <a:buFont typeface="Arial"/>
              <a:buChar char="•"/>
              <a:tabLst>
                <a:tab pos="342900" algn="l"/>
              </a:tabLst>
            </a:pPr>
            <a:r>
              <a:rPr dirty="0" sz="2900" spc="30">
                <a:solidFill>
                  <a:srgbClr val="1C242F"/>
                </a:solidFill>
                <a:latin typeface="Arial"/>
                <a:cs typeface="Arial"/>
              </a:rPr>
              <a:t>Langage</a:t>
            </a:r>
            <a:r>
              <a:rPr dirty="0" sz="2900" spc="18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dirty="0" sz="2900" spc="70">
                <a:solidFill>
                  <a:srgbClr val="2D363F"/>
                </a:solidFill>
                <a:latin typeface="Arial"/>
                <a:cs typeface="Arial"/>
              </a:rPr>
              <a:t>mac</a:t>
            </a:r>
            <a:r>
              <a:rPr dirty="0" sz="2900" spc="85">
                <a:solidFill>
                  <a:srgbClr val="2D363F"/>
                </a:solidFill>
                <a:latin typeface="Arial"/>
                <a:cs typeface="Arial"/>
              </a:rPr>
              <a:t>h</a:t>
            </a:r>
            <a:r>
              <a:rPr dirty="0" sz="2900" spc="50">
                <a:solidFill>
                  <a:srgbClr val="2D363F"/>
                </a:solidFill>
                <a:latin typeface="Arial"/>
                <a:cs typeface="Arial"/>
              </a:rPr>
              <a:t>i</a:t>
            </a:r>
            <a:r>
              <a:rPr dirty="0" sz="2900" spc="60">
                <a:solidFill>
                  <a:srgbClr val="2D363F"/>
                </a:solidFill>
                <a:latin typeface="Arial"/>
                <a:cs typeface="Arial"/>
              </a:rPr>
              <a:t>ne</a:t>
            </a:r>
            <a:endParaRPr sz="29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550400" y="7169160"/>
            <a:ext cx="6769100" cy="152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42900" indent="-330200">
              <a:lnSpc>
                <a:spcPct val="100000"/>
              </a:lnSpc>
              <a:buClr>
                <a:srgbClr val="8290A1"/>
              </a:buClr>
              <a:buFont typeface="Arial"/>
              <a:buChar char="•"/>
              <a:tabLst>
                <a:tab pos="342900" algn="l"/>
              </a:tabLst>
            </a:pPr>
            <a:r>
              <a:rPr dirty="0" sz="2900" spc="-20">
                <a:solidFill>
                  <a:srgbClr val="1C242F"/>
                </a:solidFill>
                <a:latin typeface="Arial"/>
                <a:cs typeface="Arial"/>
              </a:rPr>
              <a:t>B</a:t>
            </a:r>
            <a:r>
              <a:rPr dirty="0" sz="2900" spc="-90">
                <a:solidFill>
                  <a:srgbClr val="1C242F"/>
                </a:solidFill>
                <a:latin typeface="Arial"/>
                <a:cs typeface="Arial"/>
              </a:rPr>
              <a:t>i</a:t>
            </a:r>
            <a:r>
              <a:rPr dirty="0" sz="2900" spc="60">
                <a:solidFill>
                  <a:srgbClr val="1C242F"/>
                </a:solidFill>
                <a:latin typeface="Arial"/>
                <a:cs typeface="Arial"/>
              </a:rPr>
              <a:t>na</a:t>
            </a:r>
            <a:r>
              <a:rPr dirty="0" sz="2900">
                <a:solidFill>
                  <a:srgbClr val="1C242F"/>
                </a:solidFill>
                <a:latin typeface="Arial"/>
                <a:cs typeface="Arial"/>
              </a:rPr>
              <a:t>i</a:t>
            </a:r>
            <a:r>
              <a:rPr dirty="0" sz="2900" spc="50">
                <a:solidFill>
                  <a:srgbClr val="1C242F"/>
                </a:solidFill>
                <a:latin typeface="Arial"/>
                <a:cs typeface="Arial"/>
              </a:rPr>
              <a:t>re</a:t>
            </a:r>
            <a:r>
              <a:rPr dirty="0" sz="2900" spc="-9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dirty="0" sz="2900" spc="70">
                <a:solidFill>
                  <a:srgbClr val="2D363F"/>
                </a:solidFill>
                <a:latin typeface="Arial"/>
                <a:cs typeface="Arial"/>
              </a:rPr>
              <a:t>et</a:t>
            </a:r>
            <a:r>
              <a:rPr dirty="0" sz="2900" spc="204">
                <a:solidFill>
                  <a:srgbClr val="2D363F"/>
                </a:solidFill>
                <a:latin typeface="Arial"/>
                <a:cs typeface="Arial"/>
              </a:rPr>
              <a:t> </a:t>
            </a:r>
            <a:r>
              <a:rPr dirty="0" sz="2900" spc="-20">
                <a:solidFill>
                  <a:srgbClr val="1C242F"/>
                </a:solidFill>
                <a:latin typeface="Arial"/>
                <a:cs typeface="Arial"/>
              </a:rPr>
              <a:t>Hex</a:t>
            </a:r>
            <a:r>
              <a:rPr dirty="0" sz="2900" spc="175">
                <a:solidFill>
                  <a:srgbClr val="1C242F"/>
                </a:solidFill>
                <a:latin typeface="Arial"/>
                <a:cs typeface="Arial"/>
              </a:rPr>
              <a:t>a</a:t>
            </a:r>
            <a:r>
              <a:rPr dirty="0" sz="2900" spc="75">
                <a:solidFill>
                  <a:srgbClr val="1C242F"/>
                </a:solidFill>
                <a:latin typeface="Arial"/>
                <a:cs typeface="Arial"/>
              </a:rPr>
              <a:t>déc</a:t>
            </a:r>
            <a:r>
              <a:rPr dirty="0" sz="2900" spc="245">
                <a:solidFill>
                  <a:srgbClr val="1C242F"/>
                </a:solidFill>
                <a:latin typeface="Arial"/>
                <a:cs typeface="Arial"/>
              </a:rPr>
              <a:t>i</a:t>
            </a:r>
            <a:r>
              <a:rPr dirty="0" sz="2900" spc="15">
                <a:solidFill>
                  <a:srgbClr val="1C242F"/>
                </a:solidFill>
                <a:latin typeface="Arial"/>
                <a:cs typeface="Arial"/>
              </a:rPr>
              <a:t>mal</a:t>
            </a:r>
            <a:endParaRPr sz="2900">
              <a:latin typeface="Arial"/>
              <a:cs typeface="Arial"/>
            </a:endParaRPr>
          </a:p>
          <a:p>
            <a:pPr marL="342900" indent="-330200">
              <a:lnSpc>
                <a:spcPct val="100000"/>
              </a:lnSpc>
              <a:spcBef>
                <a:spcPts val="1020"/>
              </a:spcBef>
              <a:buClr>
                <a:srgbClr val="8290A1"/>
              </a:buClr>
              <a:buFont typeface="Arial"/>
              <a:buChar char="•"/>
              <a:tabLst>
                <a:tab pos="342900" algn="l"/>
              </a:tabLst>
            </a:pPr>
            <a:r>
              <a:rPr dirty="0" sz="2900" spc="-15">
                <a:solidFill>
                  <a:srgbClr val="1C242F"/>
                </a:solidFill>
                <a:latin typeface="Arial"/>
                <a:cs typeface="Arial"/>
              </a:rPr>
              <a:t>Représent</a:t>
            </a:r>
            <a:r>
              <a:rPr dirty="0" sz="2900" spc="290">
                <a:solidFill>
                  <a:srgbClr val="1C242F"/>
                </a:solidFill>
                <a:latin typeface="Arial"/>
                <a:cs typeface="Arial"/>
              </a:rPr>
              <a:t>a</a:t>
            </a:r>
            <a:r>
              <a:rPr dirty="0" sz="2900" spc="175">
                <a:solidFill>
                  <a:srgbClr val="1C242F"/>
                </a:solidFill>
                <a:latin typeface="Arial"/>
                <a:cs typeface="Arial"/>
              </a:rPr>
              <a:t>t</a:t>
            </a:r>
            <a:r>
              <a:rPr dirty="0" sz="2900" spc="155">
                <a:solidFill>
                  <a:srgbClr val="1C242F"/>
                </a:solidFill>
                <a:latin typeface="Arial"/>
                <a:cs typeface="Arial"/>
              </a:rPr>
              <a:t>i</a:t>
            </a:r>
            <a:r>
              <a:rPr dirty="0" sz="2900" spc="60">
                <a:solidFill>
                  <a:srgbClr val="1C242F"/>
                </a:solidFill>
                <a:latin typeface="Arial"/>
                <a:cs typeface="Arial"/>
              </a:rPr>
              <a:t>on</a:t>
            </a:r>
            <a:r>
              <a:rPr dirty="0" sz="2900" spc="4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dirty="0" sz="2900" spc="60">
                <a:solidFill>
                  <a:srgbClr val="2D363F"/>
                </a:solidFill>
                <a:latin typeface="Arial"/>
                <a:cs typeface="Arial"/>
              </a:rPr>
              <a:t>du</a:t>
            </a:r>
            <a:r>
              <a:rPr dirty="0" sz="2900" spc="40">
                <a:solidFill>
                  <a:srgbClr val="2D363F"/>
                </a:solidFill>
                <a:latin typeface="Arial"/>
                <a:cs typeface="Arial"/>
              </a:rPr>
              <a:t> </a:t>
            </a:r>
            <a:r>
              <a:rPr dirty="0" sz="2900" spc="20">
                <a:solidFill>
                  <a:srgbClr val="2D363F"/>
                </a:solidFill>
                <a:latin typeface="Arial"/>
                <a:cs typeface="Arial"/>
              </a:rPr>
              <a:t>te</a:t>
            </a:r>
            <a:r>
              <a:rPr dirty="0" sz="2900" spc="240">
                <a:solidFill>
                  <a:srgbClr val="2D363F"/>
                </a:solidFill>
                <a:latin typeface="Arial"/>
                <a:cs typeface="Arial"/>
              </a:rPr>
              <a:t>x</a:t>
            </a:r>
            <a:r>
              <a:rPr dirty="0" sz="2900" spc="280">
                <a:solidFill>
                  <a:srgbClr val="2D363F"/>
                </a:solidFill>
                <a:latin typeface="Arial"/>
                <a:cs typeface="Arial"/>
              </a:rPr>
              <a:t>t</a:t>
            </a:r>
            <a:r>
              <a:rPr dirty="0" sz="2900" spc="-20">
                <a:solidFill>
                  <a:srgbClr val="2D363F"/>
                </a:solidFill>
                <a:latin typeface="Arial"/>
                <a:cs typeface="Arial"/>
              </a:rPr>
              <a:t>e</a:t>
            </a:r>
            <a:r>
              <a:rPr dirty="0" sz="2900" spc="-5">
                <a:solidFill>
                  <a:srgbClr val="2D363F"/>
                </a:solidFill>
                <a:latin typeface="Arial"/>
                <a:cs typeface="Arial"/>
              </a:rPr>
              <a:t> </a:t>
            </a:r>
            <a:r>
              <a:rPr dirty="0" sz="2900" spc="70">
                <a:solidFill>
                  <a:srgbClr val="2D363F"/>
                </a:solidFill>
                <a:latin typeface="Arial"/>
                <a:cs typeface="Arial"/>
              </a:rPr>
              <a:t>et</a:t>
            </a:r>
            <a:r>
              <a:rPr dirty="0" sz="2900" spc="105">
                <a:solidFill>
                  <a:srgbClr val="2D363F"/>
                </a:solidFill>
                <a:latin typeface="Arial"/>
                <a:cs typeface="Arial"/>
              </a:rPr>
              <a:t> </a:t>
            </a:r>
            <a:r>
              <a:rPr dirty="0" sz="2900" spc="60">
                <a:solidFill>
                  <a:srgbClr val="2D363F"/>
                </a:solidFill>
                <a:latin typeface="Arial"/>
                <a:cs typeface="Arial"/>
              </a:rPr>
              <a:t>de</a:t>
            </a:r>
            <a:r>
              <a:rPr dirty="0" sz="2900" spc="140">
                <a:solidFill>
                  <a:srgbClr val="2D363F"/>
                </a:solidFill>
                <a:latin typeface="Arial"/>
                <a:cs typeface="Arial"/>
              </a:rPr>
              <a:t> </a:t>
            </a:r>
            <a:r>
              <a:rPr dirty="0" sz="2900" spc="80">
                <a:solidFill>
                  <a:srgbClr val="2D363F"/>
                </a:solidFill>
                <a:latin typeface="Arial"/>
                <a:cs typeface="Arial"/>
              </a:rPr>
              <a:t>l'</a:t>
            </a:r>
            <a:r>
              <a:rPr dirty="0" sz="2900" spc="75">
                <a:solidFill>
                  <a:srgbClr val="2D363F"/>
                </a:solidFill>
                <a:latin typeface="Arial"/>
                <a:cs typeface="Arial"/>
              </a:rPr>
              <a:t>i</a:t>
            </a:r>
            <a:r>
              <a:rPr dirty="0" sz="2900" spc="35">
                <a:solidFill>
                  <a:srgbClr val="2D363F"/>
                </a:solidFill>
                <a:latin typeface="Arial"/>
                <a:cs typeface="Arial"/>
              </a:rPr>
              <a:t>mage</a:t>
            </a:r>
            <a:endParaRPr sz="2900">
              <a:latin typeface="Arial"/>
              <a:cs typeface="Arial"/>
            </a:endParaRPr>
          </a:p>
          <a:p>
            <a:pPr marL="342900" indent="-330200">
              <a:lnSpc>
                <a:spcPct val="100000"/>
              </a:lnSpc>
              <a:spcBef>
                <a:spcPts val="920"/>
              </a:spcBef>
              <a:buClr>
                <a:srgbClr val="8290A1"/>
              </a:buClr>
              <a:buFont typeface="Arial"/>
              <a:buChar char="•"/>
              <a:tabLst>
                <a:tab pos="342900" algn="l"/>
              </a:tabLst>
            </a:pPr>
            <a:r>
              <a:rPr dirty="0" sz="2900" spc="-55">
                <a:solidFill>
                  <a:srgbClr val="1C242F"/>
                </a:solidFill>
                <a:latin typeface="Arial"/>
                <a:cs typeface="Arial"/>
              </a:rPr>
              <a:t>Form</a:t>
            </a:r>
            <a:r>
              <a:rPr dirty="0" sz="2900" spc="40">
                <a:solidFill>
                  <a:srgbClr val="1C242F"/>
                </a:solidFill>
                <a:latin typeface="Arial"/>
                <a:cs typeface="Arial"/>
              </a:rPr>
              <a:t>a</a:t>
            </a:r>
            <a:r>
              <a:rPr dirty="0" sz="2900" spc="75">
                <a:solidFill>
                  <a:srgbClr val="1C242F"/>
                </a:solidFill>
                <a:latin typeface="Arial"/>
                <a:cs typeface="Arial"/>
              </a:rPr>
              <a:t>ts</a:t>
            </a:r>
            <a:r>
              <a:rPr dirty="0" sz="2900" spc="160">
                <a:solidFill>
                  <a:srgbClr val="1C242F"/>
                </a:solidFill>
                <a:latin typeface="Arial"/>
                <a:cs typeface="Arial"/>
              </a:rPr>
              <a:t> </a:t>
            </a:r>
            <a:r>
              <a:rPr dirty="0" sz="2900" spc="60">
                <a:solidFill>
                  <a:srgbClr val="2D363F"/>
                </a:solidFill>
                <a:latin typeface="Arial"/>
                <a:cs typeface="Arial"/>
              </a:rPr>
              <a:t>de</a:t>
            </a:r>
            <a:r>
              <a:rPr dirty="0" sz="2900" spc="40">
                <a:solidFill>
                  <a:srgbClr val="2D363F"/>
                </a:solidFill>
                <a:latin typeface="Arial"/>
                <a:cs typeface="Arial"/>
              </a:rPr>
              <a:t> </a:t>
            </a:r>
            <a:r>
              <a:rPr dirty="0" sz="2900" spc="45">
                <a:solidFill>
                  <a:srgbClr val="2D363F"/>
                </a:solidFill>
                <a:latin typeface="Arial"/>
                <a:cs typeface="Arial"/>
              </a:rPr>
              <a:t>données</a:t>
            </a:r>
            <a:endParaRPr sz="2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52800" y="2540000"/>
            <a:ext cx="1219200" cy="162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352800" y="4572000"/>
            <a:ext cx="1651000" cy="2108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756400" y="4216400"/>
            <a:ext cx="3429000" cy="1320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464800" y="2540000"/>
            <a:ext cx="6146800" cy="482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33900" y="3816350"/>
            <a:ext cx="1104900" cy="0"/>
          </a:xfrm>
          <a:custGeom>
            <a:avLst/>
            <a:gdLst/>
            <a:ahLst/>
            <a:cxnLst/>
            <a:rect l="l" t="t" r="r" b="b"/>
            <a:pathLst>
              <a:path w="1104900" h="0">
                <a:moveTo>
                  <a:pt x="0" y="0"/>
                </a:moveTo>
                <a:lnTo>
                  <a:pt x="1104900" y="0"/>
                </a:lnTo>
              </a:path>
            </a:pathLst>
          </a:custGeom>
          <a:ln w="38100">
            <a:solidFill>
              <a:srgbClr val="2834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632450" y="4445000"/>
            <a:ext cx="0" cy="190500"/>
          </a:xfrm>
          <a:custGeom>
            <a:avLst/>
            <a:gdLst/>
            <a:ahLst/>
            <a:cxnLst/>
            <a:rect l="l" t="t" r="r" b="b"/>
            <a:pathLst>
              <a:path w="0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ln w="38100">
            <a:solidFill>
              <a:srgbClr val="2B384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632450" y="5156200"/>
            <a:ext cx="0" cy="584200"/>
          </a:xfrm>
          <a:custGeom>
            <a:avLst/>
            <a:gdLst/>
            <a:ahLst/>
            <a:cxnLst/>
            <a:rect l="l" t="t" r="r" b="b"/>
            <a:pathLst>
              <a:path w="0" h="584200">
                <a:moveTo>
                  <a:pt x="0" y="584200"/>
                </a:moveTo>
                <a:lnTo>
                  <a:pt x="0" y="0"/>
                </a:lnTo>
              </a:path>
            </a:pathLst>
          </a:custGeom>
          <a:ln w="38100">
            <a:solidFill>
              <a:srgbClr val="2834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156200" y="5721350"/>
            <a:ext cx="939800" cy="0"/>
          </a:xfrm>
          <a:custGeom>
            <a:avLst/>
            <a:gdLst/>
            <a:ahLst/>
            <a:cxnLst/>
            <a:rect l="l" t="t" r="r" b="b"/>
            <a:pathLst>
              <a:path w="939800" h="0">
                <a:moveTo>
                  <a:pt x="0" y="0"/>
                </a:moveTo>
                <a:lnTo>
                  <a:pt x="939800" y="0"/>
                </a:lnTo>
              </a:path>
            </a:pathLst>
          </a:custGeom>
          <a:ln w="38100">
            <a:solidFill>
              <a:srgbClr val="1F2F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086350" y="5765800"/>
            <a:ext cx="0" cy="355600"/>
          </a:xfrm>
          <a:custGeom>
            <a:avLst/>
            <a:gdLst/>
            <a:ahLst/>
            <a:cxnLst/>
            <a:rect l="l" t="t" r="r" b="b"/>
            <a:pathLst>
              <a:path w="0" h="355600">
                <a:moveTo>
                  <a:pt x="0" y="355600"/>
                </a:moveTo>
                <a:lnTo>
                  <a:pt x="0" y="0"/>
                </a:lnTo>
              </a:path>
            </a:pathLst>
          </a:custGeom>
          <a:ln w="38100">
            <a:solidFill>
              <a:srgbClr val="1F2B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159500" y="5740400"/>
            <a:ext cx="0" cy="406400"/>
          </a:xfrm>
          <a:custGeom>
            <a:avLst/>
            <a:gdLst/>
            <a:ahLst/>
            <a:cxnLst/>
            <a:rect l="l" t="t" r="r" b="b"/>
            <a:pathLst>
              <a:path w="0" h="406400">
                <a:moveTo>
                  <a:pt x="0" y="406400"/>
                </a:moveTo>
                <a:lnTo>
                  <a:pt x="0" y="0"/>
                </a:lnTo>
              </a:path>
            </a:pathLst>
          </a:custGeom>
          <a:ln w="38100">
            <a:solidFill>
              <a:srgbClr val="1F2F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156200" y="6165850"/>
            <a:ext cx="939800" cy="0"/>
          </a:xfrm>
          <a:custGeom>
            <a:avLst/>
            <a:gdLst/>
            <a:ahLst/>
            <a:cxnLst/>
            <a:rect l="l" t="t" r="r" b="b"/>
            <a:pathLst>
              <a:path w="939800" h="0">
                <a:moveTo>
                  <a:pt x="0" y="0"/>
                </a:moveTo>
                <a:lnTo>
                  <a:pt x="939800" y="0"/>
                </a:lnTo>
              </a:path>
            </a:pathLst>
          </a:custGeom>
          <a:ln w="38100">
            <a:solidFill>
              <a:srgbClr val="23344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515600" y="7232650"/>
            <a:ext cx="5969000" cy="0"/>
          </a:xfrm>
          <a:custGeom>
            <a:avLst/>
            <a:gdLst/>
            <a:ahLst/>
            <a:cxnLst/>
            <a:rect l="l" t="t" r="r" b="b"/>
            <a:pathLst>
              <a:path w="5969000" h="0">
                <a:moveTo>
                  <a:pt x="0" y="0"/>
                </a:moveTo>
                <a:lnTo>
                  <a:pt x="5969000" y="0"/>
                </a:lnTo>
              </a:path>
            </a:pathLst>
          </a:custGeom>
          <a:ln w="63500">
            <a:solidFill>
              <a:srgbClr val="CCCF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140">
                <a:solidFill>
                  <a:srgbClr val="0E1523"/>
                </a:solidFill>
              </a:rPr>
              <a:t>N</a:t>
            </a:r>
            <a:r>
              <a:rPr dirty="0" spc="70"/>
              <a:t>o</a:t>
            </a:r>
            <a:r>
              <a:rPr dirty="0" spc="55"/>
              <a:t>t</a:t>
            </a:r>
            <a:r>
              <a:rPr dirty="0" spc="45"/>
              <a:t>e</a:t>
            </a:r>
            <a:r>
              <a:rPr dirty="0" spc="114"/>
              <a:t>bo</a:t>
            </a:r>
            <a:r>
              <a:rPr dirty="0" spc="-5"/>
              <a:t>o</a:t>
            </a:r>
            <a:r>
              <a:rPr dirty="0" spc="45"/>
              <a:t>k</a:t>
            </a:r>
            <a:r>
              <a:rPr dirty="0" spc="-25"/>
              <a:t>L</a:t>
            </a:r>
            <a:r>
              <a:rPr dirty="0" spc="114">
                <a:solidFill>
                  <a:srgbClr val="0E1523"/>
                </a:solidFill>
              </a:rPr>
              <a:t>M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009900" y="985476"/>
            <a:ext cx="11517630" cy="768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5850" spc="-340" b="1">
                <a:solidFill>
                  <a:srgbClr val="0E162D"/>
                </a:solidFill>
                <a:latin typeface="Arial"/>
                <a:cs typeface="Arial"/>
              </a:rPr>
              <a:t>P</a:t>
            </a:r>
            <a:r>
              <a:rPr dirty="0" sz="5850" spc="340" b="1">
                <a:solidFill>
                  <a:srgbClr val="0E162D"/>
                </a:solidFill>
                <a:latin typeface="Arial"/>
                <a:cs typeface="Arial"/>
              </a:rPr>
              <a:t>a</a:t>
            </a:r>
            <a:r>
              <a:rPr dirty="0" sz="5850" spc="225" b="1">
                <a:solidFill>
                  <a:srgbClr val="0E162D"/>
                </a:solidFill>
                <a:latin typeface="Arial"/>
                <a:cs typeface="Arial"/>
              </a:rPr>
              <a:t>r</a:t>
            </a:r>
            <a:r>
              <a:rPr dirty="0" sz="5850" spc="-245" b="1">
                <a:solidFill>
                  <a:srgbClr val="0E162D"/>
                </a:solidFill>
                <a:latin typeface="Arial"/>
                <a:cs typeface="Arial"/>
              </a:rPr>
              <a:t>l</a:t>
            </a:r>
            <a:r>
              <a:rPr dirty="0" sz="5850" spc="545" b="1">
                <a:solidFill>
                  <a:srgbClr val="0E162D"/>
                </a:solidFill>
                <a:latin typeface="Arial"/>
                <a:cs typeface="Arial"/>
              </a:rPr>
              <a:t>e</a:t>
            </a:r>
            <a:r>
              <a:rPr dirty="0" sz="5850" spc="110" b="1">
                <a:solidFill>
                  <a:srgbClr val="0E162D"/>
                </a:solidFill>
                <a:latin typeface="Arial"/>
                <a:cs typeface="Arial"/>
              </a:rPr>
              <a:t>r</a:t>
            </a:r>
            <a:r>
              <a:rPr dirty="0" sz="5850" spc="-220" b="1">
                <a:solidFill>
                  <a:srgbClr val="0E162D"/>
                </a:solidFill>
                <a:latin typeface="Arial"/>
                <a:cs typeface="Arial"/>
              </a:rPr>
              <a:t> </a:t>
            </a:r>
            <a:r>
              <a:rPr dirty="0" sz="5850" spc="-240" b="1">
                <a:solidFill>
                  <a:srgbClr val="0E162D"/>
                </a:solidFill>
                <a:latin typeface="Arial"/>
                <a:cs typeface="Arial"/>
              </a:rPr>
              <a:t>l</a:t>
            </a:r>
            <a:r>
              <a:rPr dirty="0" sz="5850" spc="225" b="1">
                <a:solidFill>
                  <a:srgbClr val="0E162D"/>
                </a:solidFill>
                <a:latin typeface="Arial"/>
                <a:cs typeface="Arial"/>
              </a:rPr>
              <a:t>a</a:t>
            </a:r>
            <a:r>
              <a:rPr dirty="0" sz="5850" spc="-110" b="1">
                <a:solidFill>
                  <a:srgbClr val="0E162D"/>
                </a:solidFill>
                <a:latin typeface="Arial"/>
                <a:cs typeface="Arial"/>
              </a:rPr>
              <a:t> </a:t>
            </a:r>
            <a:r>
              <a:rPr dirty="0" sz="5850" spc="-140" b="1">
                <a:solidFill>
                  <a:srgbClr val="0E162D"/>
                </a:solidFill>
                <a:latin typeface="Arial"/>
                <a:cs typeface="Arial"/>
              </a:rPr>
              <a:t>l</a:t>
            </a:r>
            <a:r>
              <a:rPr dirty="0" sz="5850" spc="340" b="1">
                <a:solidFill>
                  <a:srgbClr val="0E162D"/>
                </a:solidFill>
                <a:latin typeface="Arial"/>
                <a:cs typeface="Arial"/>
              </a:rPr>
              <a:t>a</a:t>
            </a:r>
            <a:r>
              <a:rPr dirty="0" sz="5850" spc="-10" b="1">
                <a:solidFill>
                  <a:srgbClr val="0E162D"/>
                </a:solidFill>
                <a:latin typeface="Arial"/>
                <a:cs typeface="Arial"/>
              </a:rPr>
              <a:t>n</a:t>
            </a:r>
            <a:r>
              <a:rPr dirty="0" sz="5850" spc="295" b="1">
                <a:solidFill>
                  <a:srgbClr val="0E162D"/>
                </a:solidFill>
                <a:latin typeface="Arial"/>
                <a:cs typeface="Arial"/>
              </a:rPr>
              <a:t>g</a:t>
            </a:r>
            <a:r>
              <a:rPr dirty="0" sz="5850" spc="-10" b="1">
                <a:solidFill>
                  <a:srgbClr val="0E162D"/>
                </a:solidFill>
                <a:latin typeface="Arial"/>
                <a:cs typeface="Arial"/>
              </a:rPr>
              <a:t>u</a:t>
            </a:r>
            <a:r>
              <a:rPr dirty="0" sz="5850" spc="455" b="1">
                <a:solidFill>
                  <a:srgbClr val="0E162D"/>
                </a:solidFill>
                <a:latin typeface="Arial"/>
                <a:cs typeface="Arial"/>
              </a:rPr>
              <a:t>e</a:t>
            </a:r>
            <a:r>
              <a:rPr dirty="0" sz="5850" spc="-335" b="1">
                <a:solidFill>
                  <a:srgbClr val="0E162D"/>
                </a:solidFill>
                <a:latin typeface="Arial"/>
                <a:cs typeface="Arial"/>
              </a:rPr>
              <a:t> </a:t>
            </a:r>
            <a:r>
              <a:rPr dirty="0" sz="5850" spc="235" b="1">
                <a:solidFill>
                  <a:srgbClr val="0E162D"/>
                </a:solidFill>
                <a:latin typeface="Arial"/>
                <a:cs typeface="Arial"/>
              </a:rPr>
              <a:t>de</a:t>
            </a:r>
            <a:r>
              <a:rPr dirty="0" sz="5850" spc="-195" b="1">
                <a:solidFill>
                  <a:srgbClr val="0E162D"/>
                </a:solidFill>
                <a:latin typeface="Arial"/>
                <a:cs typeface="Arial"/>
              </a:rPr>
              <a:t> </a:t>
            </a:r>
            <a:r>
              <a:rPr dirty="0" sz="5850" spc="-40" b="1">
                <a:solidFill>
                  <a:srgbClr val="0E162D"/>
                </a:solidFill>
                <a:latin typeface="Arial"/>
                <a:cs typeface="Arial"/>
              </a:rPr>
              <a:t>l</a:t>
            </a:r>
            <a:r>
              <a:rPr dirty="0" sz="5850" spc="-305" b="1">
                <a:solidFill>
                  <a:srgbClr val="0E162D"/>
                </a:solidFill>
                <a:latin typeface="Arial"/>
                <a:cs typeface="Arial"/>
              </a:rPr>
              <a:t>'</a:t>
            </a:r>
            <a:r>
              <a:rPr dirty="0" sz="5850" spc="290" b="1">
                <a:solidFill>
                  <a:srgbClr val="0E162D"/>
                </a:solidFill>
                <a:latin typeface="Arial"/>
                <a:cs typeface="Arial"/>
              </a:rPr>
              <a:t>o</a:t>
            </a:r>
            <a:r>
              <a:rPr dirty="0" sz="5850" spc="-180" b="1">
                <a:solidFill>
                  <a:srgbClr val="0E162D"/>
                </a:solidFill>
                <a:latin typeface="Arial"/>
                <a:cs typeface="Arial"/>
              </a:rPr>
              <a:t>r</a:t>
            </a:r>
            <a:r>
              <a:rPr dirty="0" sz="5850" spc="290" b="1">
                <a:solidFill>
                  <a:srgbClr val="0E162D"/>
                </a:solidFill>
                <a:latin typeface="Arial"/>
                <a:cs typeface="Arial"/>
              </a:rPr>
              <a:t>d</a:t>
            </a:r>
            <a:r>
              <a:rPr dirty="0" sz="5850" spc="60" b="1">
                <a:solidFill>
                  <a:srgbClr val="0E162D"/>
                </a:solidFill>
                <a:latin typeface="Arial"/>
                <a:cs typeface="Arial"/>
              </a:rPr>
              <a:t>i</a:t>
            </a:r>
            <a:r>
              <a:rPr dirty="0" sz="5850" spc="-10" b="1">
                <a:solidFill>
                  <a:srgbClr val="0E162D"/>
                </a:solidFill>
                <a:latin typeface="Arial"/>
                <a:cs typeface="Arial"/>
              </a:rPr>
              <a:t>n</a:t>
            </a:r>
            <a:r>
              <a:rPr dirty="0" sz="5850" spc="260" b="1">
                <a:solidFill>
                  <a:srgbClr val="0E162D"/>
                </a:solidFill>
                <a:latin typeface="Arial"/>
                <a:cs typeface="Arial"/>
              </a:rPr>
              <a:t>at</a:t>
            </a:r>
            <a:r>
              <a:rPr dirty="0" sz="5850" spc="525" b="1">
                <a:solidFill>
                  <a:srgbClr val="0E162D"/>
                </a:solidFill>
                <a:latin typeface="Arial"/>
                <a:cs typeface="Arial"/>
              </a:rPr>
              <a:t>e</a:t>
            </a:r>
            <a:r>
              <a:rPr dirty="0" sz="5850" spc="90" b="1">
                <a:solidFill>
                  <a:srgbClr val="0E162D"/>
                </a:solidFill>
                <a:latin typeface="Arial"/>
                <a:cs typeface="Arial"/>
              </a:rPr>
              <a:t>u</a:t>
            </a:r>
            <a:r>
              <a:rPr dirty="0" sz="5850" spc="-180" b="1">
                <a:solidFill>
                  <a:srgbClr val="0E162D"/>
                </a:solidFill>
                <a:latin typeface="Arial"/>
                <a:cs typeface="Arial"/>
              </a:rPr>
              <a:t>r</a:t>
            </a:r>
            <a:r>
              <a:rPr dirty="0" sz="5850" spc="550" b="1">
                <a:solidFill>
                  <a:srgbClr val="0E162D"/>
                </a:solidFill>
                <a:latin typeface="Arial"/>
                <a:cs typeface="Arial"/>
              </a:rPr>
              <a:t>.</a:t>
            </a:r>
            <a:endParaRPr sz="58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36900" y="3632971"/>
            <a:ext cx="132080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360">
                <a:solidFill>
                  <a:srgbClr val="242B46"/>
                </a:solidFill>
                <a:latin typeface="Arial"/>
                <a:cs typeface="Arial"/>
              </a:rPr>
              <a:t>•</a:t>
            </a:r>
            <a:endParaRPr sz="13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36900" y="5939553"/>
            <a:ext cx="132080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430">
                <a:solidFill>
                  <a:srgbClr val="242B46"/>
                </a:solidFill>
                <a:latin typeface="Arial"/>
                <a:cs typeface="Arial"/>
              </a:rPr>
              <a:t>•</a:t>
            </a:r>
            <a:endParaRPr sz="11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16300" y="6828225"/>
            <a:ext cx="1231265" cy="3803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977265" algn="l"/>
              </a:tabLst>
            </a:pPr>
            <a:r>
              <a:rPr dirty="0" sz="1400" spc="25">
                <a:solidFill>
                  <a:srgbClr val="5287C6"/>
                </a:solidFill>
                <a:latin typeface="Arial"/>
                <a:cs typeface="Arial"/>
              </a:rPr>
              <a:t>Io.-</a:t>
            </a:r>
            <a:r>
              <a:rPr dirty="0" sz="1400" spc="25">
                <a:solidFill>
                  <a:srgbClr val="5287C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5287C6"/>
                </a:solidFill>
                <a:latin typeface="Arial"/>
                <a:cs typeface="Arial"/>
              </a:rPr>
              <a:t> </a:t>
            </a:r>
            <a:r>
              <a:rPr dirty="0" sz="1400" spc="2330">
                <a:solidFill>
                  <a:srgbClr val="5287C6"/>
                </a:solidFill>
                <a:latin typeface="Arial"/>
                <a:cs typeface="Arial"/>
              </a:rPr>
              <a:t>-</a:t>
            </a:r>
            <a:r>
              <a:rPr dirty="0" sz="1400">
                <a:solidFill>
                  <a:srgbClr val="5287C6"/>
                </a:solidFill>
                <a:latin typeface="Arial"/>
                <a:cs typeface="Arial"/>
              </a:rPr>
              <a:t>	</a:t>
            </a:r>
            <a:r>
              <a:rPr dirty="0" sz="1400" spc="1335">
                <a:solidFill>
                  <a:srgbClr val="5287C6"/>
                </a:solidFill>
                <a:latin typeface="Arial"/>
                <a:cs typeface="Arial"/>
              </a:rPr>
              <a:t>'</a:t>
            </a:r>
            <a:endParaRPr sz="1400">
              <a:latin typeface="Arial"/>
              <a:cs typeface="Arial"/>
            </a:endParaRPr>
          </a:p>
          <a:p>
            <a:pPr marL="444500" indent="-371475">
              <a:lnSpc>
                <a:spcPct val="100000"/>
              </a:lnSpc>
              <a:spcBef>
                <a:spcPts val="420"/>
              </a:spcBef>
              <a:buClr>
                <a:srgbClr val="5287C6"/>
              </a:buClr>
              <a:buFont typeface="Times New Roman"/>
              <a:buChar char="·"/>
              <a:tabLst>
                <a:tab pos="444500" algn="l"/>
                <a:tab pos="964565" algn="l"/>
              </a:tabLst>
            </a:pPr>
            <a:r>
              <a:rPr dirty="0" sz="800" spc="430">
                <a:solidFill>
                  <a:srgbClr val="5287C6"/>
                </a:solidFill>
                <a:latin typeface="Times New Roman"/>
                <a:cs typeface="Times New Roman"/>
              </a:rPr>
              <a:t>-</a:t>
            </a:r>
            <a:r>
              <a:rPr dirty="0" sz="800" spc="825">
                <a:solidFill>
                  <a:srgbClr val="5287C6"/>
                </a:solidFill>
                <a:latin typeface="Times New Roman"/>
                <a:cs typeface="Times New Roman"/>
              </a:rPr>
              <a:t>-</a:t>
            </a:r>
            <a:r>
              <a:rPr dirty="0" sz="800" spc="254">
                <a:solidFill>
                  <a:srgbClr val="5287C6"/>
                </a:solidFill>
                <a:latin typeface="Times New Roman"/>
                <a:cs typeface="Times New Roman"/>
              </a:rPr>
              <a:t>-</a:t>
            </a:r>
            <a:r>
              <a:rPr dirty="0" sz="800">
                <a:solidFill>
                  <a:srgbClr val="5287C6"/>
                </a:solidFill>
                <a:latin typeface="Times New Roman"/>
                <a:cs typeface="Times New Roman"/>
              </a:rPr>
              <a:t>	</a:t>
            </a:r>
            <a:r>
              <a:rPr dirty="0" sz="800" spc="-155" i="1">
                <a:solidFill>
                  <a:srgbClr val="5287C6"/>
                </a:solidFill>
                <a:latin typeface="Times New Roman"/>
                <a:cs typeface="Times New Roman"/>
              </a:rPr>
              <a:t>JJY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16500" y="4848125"/>
            <a:ext cx="815340" cy="702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25"/>
              </a:lnSpc>
            </a:pPr>
            <a:r>
              <a:rPr dirty="0" sz="2500" spc="-530" b="1">
                <a:solidFill>
                  <a:srgbClr val="0E162D"/>
                </a:solidFill>
                <a:latin typeface="Arial"/>
                <a:cs typeface="Arial"/>
              </a:rPr>
              <a:t>1</a:t>
            </a:r>
            <a:endParaRPr sz="2500">
              <a:latin typeface="Arial"/>
              <a:cs typeface="Arial"/>
            </a:endParaRPr>
          </a:p>
          <a:p>
            <a:pPr marL="508000">
              <a:lnSpc>
                <a:spcPts val="3005"/>
              </a:lnSpc>
            </a:pPr>
            <a:r>
              <a:rPr dirty="0" sz="2300" spc="550">
                <a:solidFill>
                  <a:srgbClr val="0E162D"/>
                </a:solidFill>
                <a:latin typeface="Arial"/>
                <a:cs typeface="Arial"/>
              </a:rPr>
              <a:t>'</a:t>
            </a:r>
            <a:r>
              <a:rPr dirty="0" sz="2650" spc="805">
                <a:solidFill>
                  <a:srgbClr val="242B46"/>
                </a:solidFill>
                <a:latin typeface="Arial"/>
                <a:cs typeface="Arial"/>
              </a:rPr>
              <a:t>'</a:t>
            </a:r>
            <a:endParaRPr sz="26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46800" y="4848125"/>
            <a:ext cx="112395" cy="342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500" spc="-710" b="1">
                <a:solidFill>
                  <a:srgbClr val="0E162D"/>
                </a:solidFill>
                <a:latin typeface="Arial"/>
                <a:cs typeface="Arial"/>
              </a:rPr>
              <a:t>1</a:t>
            </a:r>
            <a:endParaRPr sz="25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46800" y="5824271"/>
            <a:ext cx="113030" cy="266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900" spc="-370" b="1">
                <a:solidFill>
                  <a:srgbClr val="0E162D"/>
                </a:solidFill>
                <a:latin typeface="Arial"/>
                <a:cs typeface="Arial"/>
              </a:rPr>
              <a:t>1</a:t>
            </a:r>
            <a:endParaRPr sz="1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49400" y="7925688"/>
            <a:ext cx="5460365" cy="914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 marR="5080" indent="-12700">
              <a:lnSpc>
                <a:spcPts val="3800"/>
              </a:lnSpc>
            </a:pPr>
            <a:r>
              <a:rPr dirty="0" sz="3200" spc="-160" b="1">
                <a:solidFill>
                  <a:srgbClr val="0E162D"/>
                </a:solidFill>
                <a:latin typeface="Arial"/>
                <a:cs typeface="Arial"/>
              </a:rPr>
              <a:t>Al</a:t>
            </a:r>
            <a:r>
              <a:rPr dirty="0" sz="3200" spc="-90" b="1">
                <a:solidFill>
                  <a:srgbClr val="0E162D"/>
                </a:solidFill>
                <a:latin typeface="Arial"/>
                <a:cs typeface="Arial"/>
              </a:rPr>
              <a:t>g</a:t>
            </a:r>
            <a:r>
              <a:rPr dirty="0" sz="3200" spc="-75" b="1">
                <a:solidFill>
                  <a:srgbClr val="0E162D"/>
                </a:solidFill>
                <a:latin typeface="Arial"/>
                <a:cs typeface="Arial"/>
              </a:rPr>
              <a:t>o</a:t>
            </a:r>
            <a:r>
              <a:rPr dirty="0" sz="3200" spc="-100" b="1">
                <a:solidFill>
                  <a:srgbClr val="0E162D"/>
                </a:solidFill>
                <a:latin typeface="Arial"/>
                <a:cs typeface="Arial"/>
              </a:rPr>
              <a:t>r</a:t>
            </a:r>
            <a:r>
              <a:rPr dirty="0" sz="3200" spc="-345" b="1">
                <a:solidFill>
                  <a:srgbClr val="0E162D"/>
                </a:solidFill>
                <a:latin typeface="Arial"/>
                <a:cs typeface="Arial"/>
              </a:rPr>
              <a:t>i</a:t>
            </a:r>
            <a:r>
              <a:rPr dirty="0" sz="3200" spc="-114" b="1">
                <a:solidFill>
                  <a:srgbClr val="0E162D"/>
                </a:solidFill>
                <a:latin typeface="Arial"/>
                <a:cs typeface="Arial"/>
              </a:rPr>
              <a:t>thmes</a:t>
            </a:r>
            <a:r>
              <a:rPr dirty="0" sz="3200" spc="60" b="1">
                <a:solidFill>
                  <a:srgbClr val="0E162D"/>
                </a:solidFill>
                <a:latin typeface="Arial"/>
                <a:cs typeface="Arial"/>
              </a:rPr>
              <a:t> </a:t>
            </a:r>
            <a:r>
              <a:rPr dirty="0" sz="3200" spc="125" b="1">
                <a:solidFill>
                  <a:srgbClr val="0E162D"/>
                </a:solidFill>
                <a:latin typeface="Arial"/>
                <a:cs typeface="Arial"/>
              </a:rPr>
              <a:t>:</a:t>
            </a:r>
            <a:r>
              <a:rPr dirty="0" sz="3200" spc="-484" b="1">
                <a:solidFill>
                  <a:srgbClr val="0E162D"/>
                </a:solidFill>
                <a:latin typeface="Arial"/>
                <a:cs typeface="Arial"/>
              </a:rPr>
              <a:t> </a:t>
            </a:r>
            <a:r>
              <a:rPr dirty="0" sz="3200" spc="-210" b="1">
                <a:solidFill>
                  <a:srgbClr val="0E162D"/>
                </a:solidFill>
                <a:latin typeface="Arial"/>
                <a:cs typeface="Arial"/>
              </a:rPr>
              <a:t>La</a:t>
            </a:r>
            <a:r>
              <a:rPr dirty="0" sz="3200" spc="-150" b="1">
                <a:solidFill>
                  <a:srgbClr val="0E162D"/>
                </a:solidFill>
                <a:latin typeface="Arial"/>
                <a:cs typeface="Arial"/>
              </a:rPr>
              <a:t> </a:t>
            </a:r>
            <a:r>
              <a:rPr dirty="0" sz="3200" spc="-130" b="1">
                <a:solidFill>
                  <a:srgbClr val="0E162D"/>
                </a:solidFill>
                <a:latin typeface="Arial"/>
                <a:cs typeface="Arial"/>
              </a:rPr>
              <a:t>lo</a:t>
            </a:r>
            <a:r>
              <a:rPr dirty="0" sz="3200" spc="-190" b="1">
                <a:solidFill>
                  <a:srgbClr val="0E162D"/>
                </a:solidFill>
                <a:latin typeface="Arial"/>
                <a:cs typeface="Arial"/>
              </a:rPr>
              <a:t>g</a:t>
            </a:r>
            <a:r>
              <a:rPr dirty="0" sz="3200" spc="-200" b="1">
                <a:solidFill>
                  <a:srgbClr val="0E162D"/>
                </a:solidFill>
                <a:latin typeface="Arial"/>
                <a:cs typeface="Arial"/>
              </a:rPr>
              <a:t>i</a:t>
            </a:r>
            <a:r>
              <a:rPr dirty="0" sz="3200" spc="-75" b="1">
                <a:solidFill>
                  <a:srgbClr val="0E162D"/>
                </a:solidFill>
                <a:latin typeface="Arial"/>
                <a:cs typeface="Arial"/>
              </a:rPr>
              <a:t>q</a:t>
            </a:r>
            <a:r>
              <a:rPr dirty="0" sz="3200" spc="-275" b="1">
                <a:solidFill>
                  <a:srgbClr val="0E162D"/>
                </a:solidFill>
                <a:latin typeface="Arial"/>
                <a:cs typeface="Arial"/>
              </a:rPr>
              <a:t>u</a:t>
            </a:r>
            <a:r>
              <a:rPr dirty="0" sz="3200" spc="15" b="1">
                <a:solidFill>
                  <a:srgbClr val="0E162D"/>
                </a:solidFill>
                <a:latin typeface="Arial"/>
                <a:cs typeface="Arial"/>
              </a:rPr>
              <a:t>e</a:t>
            </a:r>
            <a:r>
              <a:rPr dirty="0" sz="3200" spc="-90" b="1">
                <a:solidFill>
                  <a:srgbClr val="0E162D"/>
                </a:solidFill>
                <a:latin typeface="Arial"/>
                <a:cs typeface="Arial"/>
              </a:rPr>
              <a:t> </a:t>
            </a:r>
            <a:r>
              <a:rPr dirty="0" sz="3200" spc="-125" b="1">
                <a:solidFill>
                  <a:srgbClr val="0E162D"/>
                </a:solidFill>
                <a:latin typeface="Arial"/>
                <a:cs typeface="Arial"/>
              </a:rPr>
              <a:t>pur</a:t>
            </a:r>
            <a:r>
              <a:rPr dirty="0" sz="3200" spc="-140" b="1">
                <a:solidFill>
                  <a:srgbClr val="0E162D"/>
                </a:solidFill>
                <a:latin typeface="Arial"/>
                <a:cs typeface="Arial"/>
              </a:rPr>
              <a:t>e</a:t>
            </a:r>
            <a:r>
              <a:rPr dirty="0" sz="3200" spc="95" b="1">
                <a:solidFill>
                  <a:srgbClr val="0E162D"/>
                </a:solidFill>
                <a:latin typeface="Arial"/>
                <a:cs typeface="Arial"/>
              </a:rPr>
              <a:t>.</a:t>
            </a:r>
            <a:r>
              <a:rPr dirty="0" sz="3200" spc="95" b="1">
                <a:solidFill>
                  <a:srgbClr val="0E162D"/>
                </a:solidFill>
                <a:latin typeface="Arial"/>
                <a:cs typeface="Arial"/>
              </a:rPr>
              <a:t> </a:t>
            </a:r>
            <a:r>
              <a:rPr dirty="0" sz="3200" spc="-175" b="1">
                <a:solidFill>
                  <a:srgbClr val="0E162D"/>
                </a:solidFill>
                <a:latin typeface="Arial"/>
                <a:cs typeface="Arial"/>
              </a:rPr>
              <a:t>T</a:t>
            </a:r>
            <a:r>
              <a:rPr dirty="0" sz="3200" spc="-145" b="1">
                <a:solidFill>
                  <a:srgbClr val="0E162D"/>
                </a:solidFill>
                <a:latin typeface="Arial"/>
                <a:cs typeface="Arial"/>
              </a:rPr>
              <a:t>r</a:t>
            </a:r>
            <a:r>
              <a:rPr dirty="0" sz="3200" spc="-100" b="1">
                <a:solidFill>
                  <a:srgbClr val="0E162D"/>
                </a:solidFill>
                <a:latin typeface="Arial"/>
                <a:cs typeface="Arial"/>
              </a:rPr>
              <a:t>i</a:t>
            </a:r>
            <a:r>
              <a:rPr dirty="0" sz="3200" spc="25" b="1">
                <a:solidFill>
                  <a:srgbClr val="0E162D"/>
                </a:solidFill>
                <a:latin typeface="Arial"/>
                <a:cs typeface="Arial"/>
              </a:rPr>
              <a:t>,</a:t>
            </a:r>
            <a:r>
              <a:rPr dirty="0" sz="3200" spc="-215" b="1">
                <a:solidFill>
                  <a:srgbClr val="0E162D"/>
                </a:solidFill>
                <a:latin typeface="Arial"/>
                <a:cs typeface="Arial"/>
              </a:rPr>
              <a:t> </a:t>
            </a:r>
            <a:r>
              <a:rPr dirty="0" sz="3200" spc="-120" b="1">
                <a:solidFill>
                  <a:srgbClr val="0E162D"/>
                </a:solidFill>
                <a:latin typeface="Arial"/>
                <a:cs typeface="Arial"/>
              </a:rPr>
              <a:t>rech</a:t>
            </a:r>
            <a:r>
              <a:rPr dirty="0" sz="3200" spc="-50" b="1">
                <a:solidFill>
                  <a:srgbClr val="0E162D"/>
                </a:solidFill>
                <a:latin typeface="Arial"/>
                <a:cs typeface="Arial"/>
              </a:rPr>
              <a:t>e</a:t>
            </a:r>
            <a:r>
              <a:rPr dirty="0" sz="3200" spc="-140" b="1">
                <a:solidFill>
                  <a:srgbClr val="0E162D"/>
                </a:solidFill>
                <a:latin typeface="Arial"/>
                <a:cs typeface="Arial"/>
              </a:rPr>
              <a:t>rc</a:t>
            </a:r>
            <a:r>
              <a:rPr dirty="0" sz="3200" spc="-260" b="1">
                <a:solidFill>
                  <a:srgbClr val="0E162D"/>
                </a:solidFill>
                <a:latin typeface="Arial"/>
                <a:cs typeface="Arial"/>
              </a:rPr>
              <a:t>h</a:t>
            </a:r>
            <a:r>
              <a:rPr dirty="0" sz="3200" spc="15" b="1">
                <a:solidFill>
                  <a:srgbClr val="0E162D"/>
                </a:solidFill>
                <a:latin typeface="Arial"/>
                <a:cs typeface="Arial"/>
              </a:rPr>
              <a:t>e</a:t>
            </a:r>
            <a:r>
              <a:rPr dirty="0" sz="3200" spc="210" b="1">
                <a:solidFill>
                  <a:srgbClr val="0E162D"/>
                </a:solidFill>
                <a:latin typeface="Arial"/>
                <a:cs typeface="Arial"/>
              </a:rPr>
              <a:t>,</a:t>
            </a:r>
            <a:r>
              <a:rPr dirty="0" sz="3200" spc="-500" b="1">
                <a:solidFill>
                  <a:srgbClr val="0E162D"/>
                </a:solidFill>
                <a:latin typeface="Arial"/>
                <a:cs typeface="Arial"/>
              </a:rPr>
              <a:t> </a:t>
            </a:r>
            <a:r>
              <a:rPr dirty="0" sz="3200" spc="25" b="1">
                <a:solidFill>
                  <a:srgbClr val="0E162D"/>
                </a:solidFill>
                <a:latin typeface="Arial"/>
                <a:cs typeface="Arial"/>
              </a:rPr>
              <a:t>et</a:t>
            </a:r>
            <a:r>
              <a:rPr dirty="0" sz="3200" spc="-95" b="1">
                <a:solidFill>
                  <a:srgbClr val="0E162D"/>
                </a:solidFill>
                <a:latin typeface="Arial"/>
                <a:cs typeface="Arial"/>
              </a:rPr>
              <a:t> </a:t>
            </a:r>
            <a:r>
              <a:rPr dirty="0" sz="3200" spc="-180" b="1">
                <a:solidFill>
                  <a:srgbClr val="0E162D"/>
                </a:solidFill>
                <a:latin typeface="Arial"/>
                <a:cs typeface="Arial"/>
              </a:rPr>
              <a:t>com</a:t>
            </a:r>
            <a:r>
              <a:rPr dirty="0" sz="3200" spc="0" b="1">
                <a:solidFill>
                  <a:srgbClr val="0E162D"/>
                </a:solidFill>
                <a:latin typeface="Arial"/>
                <a:cs typeface="Arial"/>
              </a:rPr>
              <a:t>p</a:t>
            </a:r>
            <a:r>
              <a:rPr dirty="0" sz="3200" spc="-165" b="1">
                <a:solidFill>
                  <a:srgbClr val="0E162D"/>
                </a:solidFill>
                <a:latin typeface="Arial"/>
                <a:cs typeface="Arial"/>
              </a:rPr>
              <a:t>lex</a:t>
            </a:r>
            <a:r>
              <a:rPr dirty="0" sz="3200" spc="-200" b="1">
                <a:solidFill>
                  <a:srgbClr val="0E162D"/>
                </a:solidFill>
                <a:latin typeface="Arial"/>
                <a:cs typeface="Arial"/>
              </a:rPr>
              <a:t>i</a:t>
            </a:r>
            <a:r>
              <a:rPr dirty="0" sz="3200" spc="-15" b="1">
                <a:solidFill>
                  <a:srgbClr val="0E162D"/>
                </a:solidFill>
                <a:latin typeface="Arial"/>
                <a:cs typeface="Arial"/>
              </a:rPr>
              <a:t>t</a:t>
            </a:r>
            <a:r>
              <a:rPr dirty="0" sz="3200" spc="60" b="1">
                <a:solidFill>
                  <a:srgbClr val="0E162D"/>
                </a:solidFill>
                <a:latin typeface="Arial"/>
                <a:cs typeface="Arial"/>
              </a:rPr>
              <a:t>é</a:t>
            </a:r>
            <a:r>
              <a:rPr dirty="0" sz="3200" spc="95" b="1">
                <a:solidFill>
                  <a:srgbClr val="0E162D"/>
                </a:solidFill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629900" y="3264365"/>
            <a:ext cx="5814060" cy="3632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20700" indent="-393700">
              <a:lnSpc>
                <a:spcPts val="2240"/>
              </a:lnSpc>
              <a:buClr>
                <a:srgbClr val="97A59E"/>
              </a:buClr>
              <a:buSzPct val="122580"/>
              <a:buFont typeface="Courier New"/>
              <a:buAutoNum type="arabicPlain"/>
              <a:tabLst>
                <a:tab pos="520700" algn="l"/>
              </a:tabLst>
            </a:pPr>
            <a:r>
              <a:rPr dirty="0" sz="1550" spc="55">
                <a:solidFill>
                  <a:srgbClr val="97A59E"/>
                </a:solidFill>
                <a:latin typeface="Courier New"/>
                <a:cs typeface="Courier New"/>
              </a:rPr>
              <a:t>#</a:t>
            </a:r>
            <a:r>
              <a:rPr dirty="0" sz="1550" spc="-220">
                <a:solidFill>
                  <a:srgbClr val="97A59E"/>
                </a:solidFill>
                <a:latin typeface="Courier New"/>
                <a:cs typeface="Courier New"/>
              </a:rPr>
              <a:t> </a:t>
            </a:r>
            <a:r>
              <a:rPr dirty="0" sz="1900" spc="-335">
                <a:solidFill>
                  <a:srgbClr val="97A59E"/>
                </a:solidFill>
                <a:latin typeface="Courier New"/>
                <a:cs typeface="Courier New"/>
              </a:rPr>
              <a:t>Exem</a:t>
            </a:r>
            <a:r>
              <a:rPr dirty="0" sz="1900" spc="-285">
                <a:solidFill>
                  <a:srgbClr val="97A59E"/>
                </a:solidFill>
                <a:latin typeface="Courier New"/>
                <a:cs typeface="Courier New"/>
              </a:rPr>
              <a:t>p</a:t>
            </a:r>
            <a:r>
              <a:rPr dirty="0" sz="1900" spc="-345">
                <a:solidFill>
                  <a:srgbClr val="97A59E"/>
                </a:solidFill>
                <a:latin typeface="Courier New"/>
                <a:cs typeface="Courier New"/>
              </a:rPr>
              <a:t>l</a:t>
            </a:r>
            <a:r>
              <a:rPr dirty="0" sz="1900" spc="-254">
                <a:solidFill>
                  <a:srgbClr val="97A59E"/>
                </a:solidFill>
                <a:latin typeface="Courier New"/>
                <a:cs typeface="Courier New"/>
              </a:rPr>
              <a:t>e</a:t>
            </a:r>
            <a:r>
              <a:rPr dirty="0" sz="1900" spc="-430">
                <a:solidFill>
                  <a:srgbClr val="97A59E"/>
                </a:solidFill>
                <a:latin typeface="Courier New"/>
                <a:cs typeface="Courier New"/>
              </a:rPr>
              <a:t> </a:t>
            </a:r>
            <a:r>
              <a:rPr dirty="0" sz="1900" spc="-265">
                <a:solidFill>
                  <a:srgbClr val="97A59E"/>
                </a:solidFill>
                <a:latin typeface="Courier New"/>
                <a:cs typeface="Courier New"/>
              </a:rPr>
              <a:t>de</a:t>
            </a:r>
            <a:r>
              <a:rPr dirty="0" sz="1900" spc="-400">
                <a:solidFill>
                  <a:srgbClr val="97A59E"/>
                </a:solidFill>
                <a:latin typeface="Courier New"/>
                <a:cs typeface="Courier New"/>
              </a:rPr>
              <a:t> </a:t>
            </a:r>
            <a:r>
              <a:rPr dirty="0" sz="1900" spc="-275">
                <a:solidFill>
                  <a:srgbClr val="97A59E"/>
                </a:solidFill>
                <a:latin typeface="Courier New"/>
                <a:cs typeface="Courier New"/>
              </a:rPr>
              <a:t>t</a:t>
            </a:r>
            <a:r>
              <a:rPr dirty="0" sz="1900" spc="-310">
                <a:solidFill>
                  <a:srgbClr val="97A59E"/>
                </a:solidFill>
                <a:latin typeface="Courier New"/>
                <a:cs typeface="Courier New"/>
              </a:rPr>
              <a:t>r</a:t>
            </a:r>
            <a:r>
              <a:rPr dirty="0" sz="1900" spc="-160">
                <a:solidFill>
                  <a:srgbClr val="97A59E"/>
                </a:solidFill>
                <a:latin typeface="Courier New"/>
                <a:cs typeface="Courier New"/>
              </a:rPr>
              <a:t>i</a:t>
            </a:r>
            <a:endParaRPr sz="1900">
              <a:latin typeface="Courier New"/>
              <a:cs typeface="Courier New"/>
            </a:endParaRPr>
          </a:p>
          <a:p>
            <a:pPr marL="520700" indent="-393700">
              <a:lnSpc>
                <a:spcPts val="2025"/>
              </a:lnSpc>
              <a:buClr>
                <a:srgbClr val="97A59E"/>
              </a:buClr>
              <a:buFont typeface="Courier New"/>
              <a:buAutoNum type="arabicPlain"/>
              <a:tabLst>
                <a:tab pos="520700" algn="l"/>
              </a:tabLst>
            </a:pPr>
            <a:r>
              <a:rPr dirty="0" sz="1900" spc="-320">
                <a:solidFill>
                  <a:srgbClr val="444475"/>
                </a:solidFill>
                <a:latin typeface="Courier New"/>
                <a:cs typeface="Courier New"/>
              </a:rPr>
              <a:t>d</a:t>
            </a:r>
            <a:r>
              <a:rPr dirty="0" sz="1900" spc="-365">
                <a:solidFill>
                  <a:srgbClr val="444475"/>
                </a:solidFill>
                <a:latin typeface="Courier New"/>
                <a:cs typeface="Courier New"/>
              </a:rPr>
              <a:t>e</a:t>
            </a:r>
            <a:r>
              <a:rPr dirty="0" sz="1900" spc="-70">
                <a:solidFill>
                  <a:srgbClr val="444475"/>
                </a:solidFill>
                <a:latin typeface="Courier New"/>
                <a:cs typeface="Courier New"/>
              </a:rPr>
              <a:t>f</a:t>
            </a:r>
            <a:r>
              <a:rPr dirty="0" sz="1900" spc="-515">
                <a:solidFill>
                  <a:srgbClr val="444475"/>
                </a:solidFill>
                <a:latin typeface="Courier New"/>
                <a:cs typeface="Courier New"/>
              </a:rPr>
              <a:t> </a:t>
            </a:r>
            <a:r>
              <a:rPr dirty="0" sz="1900" spc="-335">
                <a:solidFill>
                  <a:srgbClr val="4F7585"/>
                </a:solidFill>
                <a:latin typeface="Courier New"/>
                <a:cs typeface="Courier New"/>
              </a:rPr>
              <a:t>bub</a:t>
            </a:r>
            <a:r>
              <a:rPr dirty="0" sz="1900" spc="-275">
                <a:solidFill>
                  <a:srgbClr val="4F7585"/>
                </a:solidFill>
                <a:latin typeface="Courier New"/>
                <a:cs typeface="Courier New"/>
              </a:rPr>
              <a:t>b</a:t>
            </a:r>
            <a:r>
              <a:rPr dirty="0" sz="1900" spc="-345">
                <a:solidFill>
                  <a:srgbClr val="4F7585"/>
                </a:solidFill>
                <a:latin typeface="Courier New"/>
                <a:cs typeface="Courier New"/>
              </a:rPr>
              <a:t>l</a:t>
            </a:r>
            <a:r>
              <a:rPr dirty="0" sz="1900" spc="-345">
                <a:solidFill>
                  <a:srgbClr val="4F7585"/>
                </a:solidFill>
                <a:latin typeface="Courier New"/>
                <a:cs typeface="Courier New"/>
              </a:rPr>
              <a:t>e</a:t>
            </a:r>
            <a:r>
              <a:rPr dirty="0" sz="1900" spc="-285">
                <a:solidFill>
                  <a:srgbClr val="4F7585"/>
                </a:solidFill>
                <a:latin typeface="Courier New"/>
                <a:cs typeface="Courier New"/>
              </a:rPr>
              <a:t>_</a:t>
            </a:r>
            <a:r>
              <a:rPr dirty="0" sz="1900" spc="-295">
                <a:solidFill>
                  <a:srgbClr val="4F7585"/>
                </a:solidFill>
                <a:latin typeface="Courier New"/>
                <a:cs typeface="Courier New"/>
              </a:rPr>
              <a:t>s</a:t>
            </a:r>
            <a:r>
              <a:rPr dirty="0" sz="1900" spc="-300">
                <a:solidFill>
                  <a:srgbClr val="4F7585"/>
                </a:solidFill>
                <a:latin typeface="Courier New"/>
                <a:cs typeface="Courier New"/>
              </a:rPr>
              <a:t>or</a:t>
            </a:r>
            <a:r>
              <a:rPr dirty="0" sz="1900" spc="-830">
                <a:solidFill>
                  <a:srgbClr val="4F7585"/>
                </a:solidFill>
                <a:latin typeface="Courier New"/>
                <a:cs typeface="Courier New"/>
              </a:rPr>
              <a:t>t</a:t>
            </a:r>
            <a:r>
              <a:rPr dirty="0" sz="1900" spc="-1040">
                <a:solidFill>
                  <a:srgbClr val="383A3B"/>
                </a:solidFill>
                <a:latin typeface="Courier New"/>
                <a:cs typeface="Courier New"/>
              </a:rPr>
              <a:t>(</a:t>
            </a:r>
            <a:r>
              <a:rPr dirty="0" sz="1900" spc="-275">
                <a:solidFill>
                  <a:srgbClr val="383A3B"/>
                </a:solidFill>
                <a:latin typeface="Courier New"/>
                <a:cs typeface="Courier New"/>
              </a:rPr>
              <a:t>a</a:t>
            </a:r>
            <a:r>
              <a:rPr dirty="0" sz="1900" spc="-310">
                <a:solidFill>
                  <a:srgbClr val="383A3B"/>
                </a:solidFill>
                <a:latin typeface="Courier New"/>
                <a:cs typeface="Courier New"/>
              </a:rPr>
              <a:t>r</a:t>
            </a:r>
            <a:r>
              <a:rPr dirty="0" sz="1900" spc="-245">
                <a:solidFill>
                  <a:srgbClr val="383A3B"/>
                </a:solidFill>
                <a:latin typeface="Courier New"/>
                <a:cs typeface="Courier New"/>
              </a:rPr>
              <a:t>r</a:t>
            </a:r>
            <a:r>
              <a:rPr dirty="0" sz="1900" spc="-245">
                <a:solidFill>
                  <a:srgbClr val="383A3B"/>
                </a:solidFill>
                <a:latin typeface="Courier New"/>
                <a:cs typeface="Courier New"/>
              </a:rPr>
              <a:t>)</a:t>
            </a:r>
            <a:r>
              <a:rPr dirty="0" sz="1900" spc="430">
                <a:solidFill>
                  <a:srgbClr val="383A3B"/>
                </a:solidFill>
                <a:latin typeface="Courier New"/>
                <a:cs typeface="Courier New"/>
              </a:rPr>
              <a:t>:</a:t>
            </a:r>
            <a:endParaRPr sz="1900">
              <a:latin typeface="Courier New"/>
              <a:cs typeface="Courier New"/>
            </a:endParaRPr>
          </a:p>
          <a:p>
            <a:pPr marL="889000" indent="-762000">
              <a:lnSpc>
                <a:spcPts val="2470"/>
              </a:lnSpc>
              <a:buClr>
                <a:srgbClr val="97A59E"/>
              </a:buClr>
              <a:buFont typeface="Courier New"/>
              <a:buAutoNum type="arabicPlain"/>
              <a:tabLst>
                <a:tab pos="888365" algn="l"/>
                <a:tab pos="889000" algn="l"/>
              </a:tabLst>
            </a:pPr>
            <a:r>
              <a:rPr dirty="0" sz="1900" spc="-310">
                <a:solidFill>
                  <a:srgbClr val="383A3B"/>
                </a:solidFill>
                <a:latin typeface="Courier New"/>
                <a:cs typeface="Courier New"/>
              </a:rPr>
              <a:t>n</a:t>
            </a:r>
            <a:r>
              <a:rPr dirty="0" sz="1900" spc="-375">
                <a:solidFill>
                  <a:srgbClr val="383A3B"/>
                </a:solidFill>
                <a:latin typeface="Courier New"/>
                <a:cs typeface="Courier New"/>
              </a:rPr>
              <a:t> </a:t>
            </a:r>
            <a:r>
              <a:rPr dirty="0" sz="2350" spc="-610">
                <a:solidFill>
                  <a:srgbClr val="383A3B"/>
                </a:solidFill>
                <a:latin typeface="Times New Roman"/>
                <a:cs typeface="Times New Roman"/>
              </a:rPr>
              <a:t>=</a:t>
            </a:r>
            <a:r>
              <a:rPr dirty="0" sz="2350" spc="280">
                <a:solidFill>
                  <a:srgbClr val="383A3B"/>
                </a:solidFill>
                <a:latin typeface="Times New Roman"/>
                <a:cs typeface="Times New Roman"/>
              </a:rPr>
              <a:t> </a:t>
            </a:r>
            <a:r>
              <a:rPr dirty="0" sz="1900" spc="-245">
                <a:solidFill>
                  <a:srgbClr val="4F7585"/>
                </a:solidFill>
                <a:latin typeface="Courier New"/>
                <a:cs typeface="Courier New"/>
              </a:rPr>
              <a:t>t</a:t>
            </a:r>
            <a:r>
              <a:rPr dirty="0" sz="1900" spc="-335">
                <a:solidFill>
                  <a:srgbClr val="4F7585"/>
                </a:solidFill>
                <a:latin typeface="Courier New"/>
                <a:cs typeface="Courier New"/>
              </a:rPr>
              <a:t>e</a:t>
            </a:r>
            <a:r>
              <a:rPr dirty="0" sz="1900" spc="-940">
                <a:solidFill>
                  <a:srgbClr val="4F7585"/>
                </a:solidFill>
                <a:latin typeface="Courier New"/>
                <a:cs typeface="Courier New"/>
              </a:rPr>
              <a:t>n</a:t>
            </a:r>
            <a:r>
              <a:rPr dirty="0" sz="1900" spc="-1330">
                <a:solidFill>
                  <a:srgbClr val="383A3B"/>
                </a:solidFill>
                <a:latin typeface="Courier New"/>
                <a:cs typeface="Courier New"/>
              </a:rPr>
              <a:t>(</a:t>
            </a:r>
            <a:r>
              <a:rPr dirty="0" sz="1900" spc="-245">
                <a:solidFill>
                  <a:srgbClr val="383A3B"/>
                </a:solidFill>
                <a:latin typeface="Courier New"/>
                <a:cs typeface="Courier New"/>
              </a:rPr>
              <a:t>a</a:t>
            </a:r>
            <a:r>
              <a:rPr dirty="0" sz="1900" spc="-345">
                <a:solidFill>
                  <a:srgbClr val="383A3B"/>
                </a:solidFill>
                <a:latin typeface="Courier New"/>
                <a:cs typeface="Courier New"/>
              </a:rPr>
              <a:t>r</a:t>
            </a:r>
            <a:r>
              <a:rPr dirty="0" sz="1900" spc="-345">
                <a:solidFill>
                  <a:srgbClr val="383A3B"/>
                </a:solidFill>
                <a:latin typeface="Courier New"/>
                <a:cs typeface="Courier New"/>
              </a:rPr>
              <a:t>r</a:t>
            </a:r>
            <a:r>
              <a:rPr dirty="0" sz="1900" spc="1010">
                <a:solidFill>
                  <a:srgbClr val="383A3B"/>
                </a:solidFill>
                <a:latin typeface="Courier New"/>
                <a:cs typeface="Courier New"/>
              </a:rPr>
              <a:t>)</a:t>
            </a:r>
            <a:endParaRPr sz="1900">
              <a:latin typeface="Courier New"/>
              <a:cs typeface="Courier New"/>
            </a:endParaRPr>
          </a:p>
          <a:p>
            <a:pPr marL="876300" indent="-749300">
              <a:lnSpc>
                <a:spcPts val="2145"/>
              </a:lnSpc>
              <a:buClr>
                <a:srgbClr val="97A59E"/>
              </a:buClr>
              <a:buFont typeface="Courier New"/>
              <a:buAutoNum type="arabicPlain"/>
              <a:tabLst>
                <a:tab pos="876300" algn="l"/>
              </a:tabLst>
            </a:pPr>
            <a:r>
              <a:rPr dirty="0" sz="1900" spc="-345">
                <a:solidFill>
                  <a:srgbClr val="444475"/>
                </a:solidFill>
                <a:latin typeface="Courier New"/>
                <a:cs typeface="Courier New"/>
              </a:rPr>
              <a:t>f</a:t>
            </a:r>
            <a:r>
              <a:rPr dirty="0" sz="1900" spc="-245">
                <a:solidFill>
                  <a:srgbClr val="444475"/>
                </a:solidFill>
                <a:latin typeface="Courier New"/>
                <a:cs typeface="Courier New"/>
              </a:rPr>
              <a:t>o</a:t>
            </a:r>
            <a:r>
              <a:rPr dirty="0" sz="1900" spc="-254">
                <a:solidFill>
                  <a:srgbClr val="444475"/>
                </a:solidFill>
                <a:latin typeface="Courier New"/>
                <a:cs typeface="Courier New"/>
              </a:rPr>
              <a:t>r</a:t>
            </a:r>
            <a:r>
              <a:rPr dirty="0" sz="1900" spc="-330">
                <a:solidFill>
                  <a:srgbClr val="444475"/>
                </a:solidFill>
                <a:latin typeface="Courier New"/>
                <a:cs typeface="Courier New"/>
              </a:rPr>
              <a:t> </a:t>
            </a:r>
            <a:r>
              <a:rPr dirty="0" sz="1900" spc="-160">
                <a:solidFill>
                  <a:srgbClr val="212324"/>
                </a:solidFill>
                <a:latin typeface="Courier New"/>
                <a:cs typeface="Courier New"/>
              </a:rPr>
              <a:t>i</a:t>
            </a:r>
            <a:r>
              <a:rPr dirty="0" sz="1900" spc="-525">
                <a:solidFill>
                  <a:srgbClr val="212324"/>
                </a:solidFill>
                <a:latin typeface="Courier New"/>
                <a:cs typeface="Courier New"/>
              </a:rPr>
              <a:t> </a:t>
            </a:r>
            <a:r>
              <a:rPr dirty="0" sz="1900" spc="-345">
                <a:solidFill>
                  <a:srgbClr val="444475"/>
                </a:solidFill>
                <a:latin typeface="Courier New"/>
                <a:cs typeface="Courier New"/>
              </a:rPr>
              <a:t>i</a:t>
            </a:r>
            <a:r>
              <a:rPr dirty="0" sz="1900" spc="-310">
                <a:solidFill>
                  <a:srgbClr val="444475"/>
                </a:solidFill>
                <a:latin typeface="Courier New"/>
                <a:cs typeface="Courier New"/>
              </a:rPr>
              <a:t>n</a:t>
            </a:r>
            <a:r>
              <a:rPr dirty="0" sz="1900" spc="-275">
                <a:solidFill>
                  <a:srgbClr val="444475"/>
                </a:solidFill>
                <a:latin typeface="Courier New"/>
                <a:cs typeface="Courier New"/>
              </a:rPr>
              <a:t> </a:t>
            </a:r>
            <a:r>
              <a:rPr dirty="0" sz="1900" spc="-320">
                <a:solidFill>
                  <a:srgbClr val="4F7585"/>
                </a:solidFill>
                <a:latin typeface="Courier New"/>
                <a:cs typeface="Courier New"/>
              </a:rPr>
              <a:t>rang</a:t>
            </a:r>
            <a:r>
              <a:rPr dirty="0" sz="1900" spc="-630">
                <a:solidFill>
                  <a:srgbClr val="4F7585"/>
                </a:solidFill>
                <a:latin typeface="Courier New"/>
                <a:cs typeface="Courier New"/>
              </a:rPr>
              <a:t>e</a:t>
            </a:r>
            <a:r>
              <a:rPr dirty="0" sz="1900" spc="-755">
                <a:solidFill>
                  <a:srgbClr val="383A3B"/>
                </a:solidFill>
                <a:latin typeface="Courier New"/>
                <a:cs typeface="Courier New"/>
              </a:rPr>
              <a:t>(</a:t>
            </a:r>
            <a:r>
              <a:rPr dirty="0" sz="1900" spc="-245">
                <a:solidFill>
                  <a:srgbClr val="383A3B"/>
                </a:solidFill>
                <a:latin typeface="Courier New"/>
                <a:cs typeface="Courier New"/>
              </a:rPr>
              <a:t>n</a:t>
            </a:r>
            <a:r>
              <a:rPr dirty="0" sz="1900" spc="-245">
                <a:solidFill>
                  <a:srgbClr val="383A3B"/>
                </a:solidFill>
                <a:latin typeface="Courier New"/>
                <a:cs typeface="Courier New"/>
              </a:rPr>
              <a:t>)</a:t>
            </a:r>
            <a:r>
              <a:rPr dirty="0" sz="1900" spc="30">
                <a:solidFill>
                  <a:srgbClr val="383A3B"/>
                </a:solidFill>
                <a:latin typeface="Courier New"/>
                <a:cs typeface="Courier New"/>
              </a:rPr>
              <a:t>:</a:t>
            </a:r>
            <a:endParaRPr sz="1900">
              <a:latin typeface="Courier New"/>
              <a:cs typeface="Courier New"/>
            </a:endParaRPr>
          </a:p>
          <a:p>
            <a:pPr marL="1257300" indent="-1130300">
              <a:lnSpc>
                <a:spcPts val="2240"/>
              </a:lnSpc>
              <a:spcBef>
                <a:spcPts val="20"/>
              </a:spcBef>
              <a:buClr>
                <a:srgbClr val="97A59E"/>
              </a:buClr>
              <a:buFont typeface="Courier New"/>
              <a:buAutoNum type="arabicPlain"/>
              <a:tabLst>
                <a:tab pos="1257300" algn="l"/>
              </a:tabLst>
            </a:pPr>
            <a:r>
              <a:rPr dirty="0" sz="1900" spc="-345">
                <a:solidFill>
                  <a:srgbClr val="444475"/>
                </a:solidFill>
                <a:latin typeface="Courier New"/>
                <a:cs typeface="Courier New"/>
              </a:rPr>
              <a:t>f</a:t>
            </a:r>
            <a:r>
              <a:rPr dirty="0" sz="1900" spc="-245">
                <a:solidFill>
                  <a:srgbClr val="242B46"/>
                </a:solidFill>
                <a:latin typeface="Courier New"/>
                <a:cs typeface="Courier New"/>
              </a:rPr>
              <a:t>o</a:t>
            </a:r>
            <a:r>
              <a:rPr dirty="0" sz="1900" spc="-254">
                <a:solidFill>
                  <a:srgbClr val="444475"/>
                </a:solidFill>
                <a:latin typeface="Courier New"/>
                <a:cs typeface="Courier New"/>
              </a:rPr>
              <a:t>r</a:t>
            </a:r>
            <a:r>
              <a:rPr dirty="0" sz="1900" spc="-430">
                <a:solidFill>
                  <a:srgbClr val="444475"/>
                </a:solidFill>
                <a:latin typeface="Courier New"/>
                <a:cs typeface="Courier New"/>
              </a:rPr>
              <a:t> </a:t>
            </a:r>
            <a:r>
              <a:rPr dirty="0" sz="1900" spc="-15">
                <a:solidFill>
                  <a:srgbClr val="383A3B"/>
                </a:solidFill>
                <a:latin typeface="Courier New"/>
                <a:cs typeface="Courier New"/>
              </a:rPr>
              <a:t>j</a:t>
            </a:r>
            <a:r>
              <a:rPr dirty="0" sz="1900" spc="-570">
                <a:solidFill>
                  <a:srgbClr val="383A3B"/>
                </a:solidFill>
                <a:latin typeface="Courier New"/>
                <a:cs typeface="Courier New"/>
              </a:rPr>
              <a:t> </a:t>
            </a:r>
            <a:r>
              <a:rPr dirty="0" sz="1900" spc="-345">
                <a:solidFill>
                  <a:srgbClr val="242B46"/>
                </a:solidFill>
                <a:latin typeface="Courier New"/>
                <a:cs typeface="Courier New"/>
              </a:rPr>
              <a:t>i</a:t>
            </a:r>
            <a:r>
              <a:rPr dirty="0" sz="1900" spc="-310">
                <a:solidFill>
                  <a:srgbClr val="444475"/>
                </a:solidFill>
                <a:latin typeface="Courier New"/>
                <a:cs typeface="Courier New"/>
              </a:rPr>
              <a:t>n</a:t>
            </a:r>
            <a:r>
              <a:rPr dirty="0" sz="1900" spc="-275">
                <a:solidFill>
                  <a:srgbClr val="444475"/>
                </a:solidFill>
                <a:latin typeface="Courier New"/>
                <a:cs typeface="Courier New"/>
              </a:rPr>
              <a:t> </a:t>
            </a:r>
            <a:r>
              <a:rPr dirty="0" sz="1900" spc="-445">
                <a:solidFill>
                  <a:srgbClr val="4F7585"/>
                </a:solidFill>
                <a:latin typeface="Courier New"/>
                <a:cs typeface="Courier New"/>
              </a:rPr>
              <a:t>r</a:t>
            </a:r>
            <a:r>
              <a:rPr dirty="0" sz="1900" spc="-285">
                <a:solidFill>
                  <a:srgbClr val="4F7585"/>
                </a:solidFill>
                <a:latin typeface="Courier New"/>
                <a:cs typeface="Courier New"/>
              </a:rPr>
              <a:t>ang</a:t>
            </a:r>
            <a:r>
              <a:rPr dirty="0" sz="1900" spc="-204">
                <a:solidFill>
                  <a:srgbClr val="4F7585"/>
                </a:solidFill>
                <a:latin typeface="Courier New"/>
                <a:cs typeface="Courier New"/>
              </a:rPr>
              <a:t>e</a:t>
            </a:r>
            <a:r>
              <a:rPr dirty="0" sz="1900" spc="-445">
                <a:solidFill>
                  <a:srgbClr val="383A3B"/>
                </a:solidFill>
                <a:latin typeface="Courier New"/>
                <a:cs typeface="Courier New"/>
              </a:rPr>
              <a:t>(</a:t>
            </a:r>
            <a:r>
              <a:rPr dirty="0" sz="1900" spc="-145">
                <a:solidFill>
                  <a:srgbClr val="4F7585"/>
                </a:solidFill>
                <a:latin typeface="Courier New"/>
                <a:cs typeface="Courier New"/>
              </a:rPr>
              <a:t>8</a:t>
            </a:r>
            <a:r>
              <a:rPr dirty="0" sz="1900" spc="-285">
                <a:solidFill>
                  <a:srgbClr val="383A3B"/>
                </a:solidFill>
                <a:latin typeface="Courier New"/>
                <a:cs typeface="Courier New"/>
              </a:rPr>
              <a:t>,</a:t>
            </a:r>
            <a:r>
              <a:rPr dirty="0" sz="1900" spc="-495">
                <a:solidFill>
                  <a:srgbClr val="383A3B"/>
                </a:solidFill>
                <a:latin typeface="Courier New"/>
                <a:cs typeface="Courier New"/>
              </a:rPr>
              <a:t> </a:t>
            </a:r>
            <a:r>
              <a:rPr dirty="0" sz="1900" spc="-245">
                <a:solidFill>
                  <a:srgbClr val="383A3B"/>
                </a:solidFill>
                <a:latin typeface="Courier New"/>
                <a:cs typeface="Courier New"/>
              </a:rPr>
              <a:t>n</a:t>
            </a:r>
            <a:r>
              <a:rPr dirty="0" sz="1900" spc="-345">
                <a:solidFill>
                  <a:srgbClr val="525959"/>
                </a:solidFill>
                <a:latin typeface="Courier New"/>
                <a:cs typeface="Courier New"/>
              </a:rPr>
              <a:t>-</a:t>
            </a:r>
            <a:r>
              <a:rPr dirty="0" sz="1900" spc="-345">
                <a:solidFill>
                  <a:srgbClr val="212324"/>
                </a:solidFill>
                <a:latin typeface="Courier New"/>
                <a:cs typeface="Courier New"/>
              </a:rPr>
              <a:t>i</a:t>
            </a:r>
            <a:r>
              <a:rPr dirty="0" sz="1900" spc="-345">
                <a:solidFill>
                  <a:srgbClr val="525959"/>
                </a:solidFill>
                <a:latin typeface="Courier New"/>
                <a:cs typeface="Courier New"/>
              </a:rPr>
              <a:t>-</a:t>
            </a:r>
            <a:r>
              <a:rPr dirty="0" sz="1900" spc="-245">
                <a:solidFill>
                  <a:srgbClr val="4F7585"/>
                </a:solidFill>
                <a:latin typeface="Courier New"/>
                <a:cs typeface="Courier New"/>
              </a:rPr>
              <a:t>1</a:t>
            </a:r>
            <a:r>
              <a:rPr dirty="0" sz="1900" spc="-145">
                <a:solidFill>
                  <a:srgbClr val="383A3B"/>
                </a:solidFill>
                <a:latin typeface="Courier New"/>
                <a:cs typeface="Courier New"/>
              </a:rPr>
              <a:t>)</a:t>
            </a:r>
            <a:r>
              <a:rPr dirty="0" sz="1900" spc="30">
                <a:solidFill>
                  <a:srgbClr val="383A3B"/>
                </a:solidFill>
                <a:latin typeface="Courier New"/>
                <a:cs typeface="Courier New"/>
              </a:rPr>
              <a:t>:</a:t>
            </a:r>
            <a:endParaRPr sz="1900">
              <a:latin typeface="Courier New"/>
              <a:cs typeface="Courier New"/>
            </a:endParaRPr>
          </a:p>
          <a:p>
            <a:pPr marL="1612900" indent="-1485900">
              <a:lnSpc>
                <a:spcPts val="2175"/>
              </a:lnSpc>
              <a:buClr>
                <a:srgbClr val="97A59E"/>
              </a:buClr>
              <a:buFont typeface="Courier New"/>
              <a:buAutoNum type="arabicPlain"/>
              <a:tabLst>
                <a:tab pos="1612900" algn="l"/>
              </a:tabLst>
            </a:pPr>
            <a:r>
              <a:rPr dirty="0" sz="1900" spc="-245">
                <a:solidFill>
                  <a:srgbClr val="444475"/>
                </a:solidFill>
                <a:latin typeface="Courier New"/>
                <a:cs typeface="Courier New"/>
              </a:rPr>
              <a:t>i</a:t>
            </a:r>
            <a:r>
              <a:rPr dirty="0" sz="1900" spc="-210">
                <a:solidFill>
                  <a:srgbClr val="444475"/>
                </a:solidFill>
                <a:latin typeface="Courier New"/>
                <a:cs typeface="Courier New"/>
              </a:rPr>
              <a:t>f</a:t>
            </a:r>
            <a:r>
              <a:rPr dirty="0" sz="1900" spc="-475">
                <a:solidFill>
                  <a:srgbClr val="444475"/>
                </a:solidFill>
                <a:latin typeface="Courier New"/>
                <a:cs typeface="Courier New"/>
              </a:rPr>
              <a:t> </a:t>
            </a:r>
            <a:r>
              <a:rPr dirty="0" sz="1900" spc="-275">
                <a:solidFill>
                  <a:srgbClr val="383A3B"/>
                </a:solidFill>
                <a:latin typeface="Courier New"/>
                <a:cs typeface="Courier New"/>
              </a:rPr>
              <a:t>a</a:t>
            </a:r>
            <a:r>
              <a:rPr dirty="0" sz="1900" spc="-310">
                <a:solidFill>
                  <a:srgbClr val="383A3B"/>
                </a:solidFill>
                <a:latin typeface="Courier New"/>
                <a:cs typeface="Courier New"/>
              </a:rPr>
              <a:t>r</a:t>
            </a:r>
            <a:r>
              <a:rPr dirty="0" sz="1900" spc="-790">
                <a:solidFill>
                  <a:srgbClr val="383A3B"/>
                </a:solidFill>
                <a:latin typeface="Courier New"/>
                <a:cs typeface="Courier New"/>
              </a:rPr>
              <a:t>r</a:t>
            </a:r>
            <a:r>
              <a:rPr dirty="0" sz="1900" spc="-990">
                <a:solidFill>
                  <a:srgbClr val="383A3B"/>
                </a:solidFill>
                <a:latin typeface="Courier New"/>
                <a:cs typeface="Courier New"/>
              </a:rPr>
              <a:t>[</a:t>
            </a:r>
            <a:r>
              <a:rPr dirty="0" sz="1900" spc="-145">
                <a:solidFill>
                  <a:srgbClr val="383A3B"/>
                </a:solidFill>
                <a:latin typeface="Courier New"/>
                <a:cs typeface="Courier New"/>
              </a:rPr>
              <a:t>j</a:t>
            </a:r>
            <a:r>
              <a:rPr dirty="0" sz="1900" spc="350">
                <a:solidFill>
                  <a:srgbClr val="383A3B"/>
                </a:solidFill>
                <a:latin typeface="Courier New"/>
                <a:cs typeface="Courier New"/>
              </a:rPr>
              <a:t>]</a:t>
            </a:r>
            <a:r>
              <a:rPr dirty="0" sz="1600" spc="-95">
                <a:solidFill>
                  <a:srgbClr val="383A3B"/>
                </a:solidFill>
                <a:latin typeface="Arial"/>
                <a:cs typeface="Arial"/>
              </a:rPr>
              <a:t>&gt;</a:t>
            </a:r>
            <a:r>
              <a:rPr dirty="0" sz="1600">
                <a:solidFill>
                  <a:srgbClr val="383A3B"/>
                </a:solidFill>
                <a:latin typeface="Arial"/>
                <a:cs typeface="Arial"/>
              </a:rPr>
              <a:t> </a:t>
            </a:r>
            <a:r>
              <a:rPr dirty="0" sz="1600" spc="-140">
                <a:solidFill>
                  <a:srgbClr val="383A3B"/>
                </a:solidFill>
                <a:latin typeface="Arial"/>
                <a:cs typeface="Arial"/>
              </a:rPr>
              <a:t> </a:t>
            </a:r>
            <a:r>
              <a:rPr dirty="0" sz="1900" spc="-245">
                <a:solidFill>
                  <a:srgbClr val="383A3B"/>
                </a:solidFill>
                <a:latin typeface="Courier New"/>
                <a:cs typeface="Courier New"/>
              </a:rPr>
              <a:t>a</a:t>
            </a:r>
            <a:r>
              <a:rPr dirty="0" sz="1900" spc="-345">
                <a:solidFill>
                  <a:srgbClr val="383A3B"/>
                </a:solidFill>
                <a:latin typeface="Courier New"/>
                <a:cs typeface="Courier New"/>
              </a:rPr>
              <a:t>r</a:t>
            </a:r>
            <a:r>
              <a:rPr dirty="0" sz="1900" spc="-145">
                <a:solidFill>
                  <a:srgbClr val="383A3B"/>
                </a:solidFill>
                <a:latin typeface="Courier New"/>
                <a:cs typeface="Courier New"/>
              </a:rPr>
              <a:t>r</a:t>
            </a:r>
            <a:r>
              <a:rPr dirty="0" sz="1900" spc="-445">
                <a:solidFill>
                  <a:srgbClr val="383A3B"/>
                </a:solidFill>
                <a:latin typeface="Courier New"/>
                <a:cs typeface="Courier New"/>
              </a:rPr>
              <a:t>[</a:t>
            </a:r>
            <a:r>
              <a:rPr dirty="0" sz="1900" spc="-345">
                <a:solidFill>
                  <a:srgbClr val="383A3B"/>
                </a:solidFill>
                <a:latin typeface="Courier New"/>
                <a:cs typeface="Courier New"/>
              </a:rPr>
              <a:t>j</a:t>
            </a:r>
            <a:r>
              <a:rPr dirty="0" sz="1900" spc="-345">
                <a:solidFill>
                  <a:srgbClr val="525959"/>
                </a:solidFill>
                <a:latin typeface="Courier New"/>
                <a:cs typeface="Courier New"/>
              </a:rPr>
              <a:t>+</a:t>
            </a:r>
            <a:r>
              <a:rPr dirty="0" sz="1900" spc="-145">
                <a:solidFill>
                  <a:srgbClr val="4F7585"/>
                </a:solidFill>
                <a:latin typeface="Courier New"/>
                <a:cs typeface="Courier New"/>
              </a:rPr>
              <a:t>l</a:t>
            </a:r>
            <a:r>
              <a:rPr dirty="0" sz="1900" spc="-245">
                <a:solidFill>
                  <a:srgbClr val="383A3B"/>
                </a:solidFill>
                <a:latin typeface="Courier New"/>
                <a:cs typeface="Courier New"/>
              </a:rPr>
              <a:t>]</a:t>
            </a:r>
            <a:r>
              <a:rPr dirty="0" sz="1900" spc="30">
                <a:solidFill>
                  <a:srgbClr val="383A3B"/>
                </a:solidFill>
                <a:latin typeface="Courier New"/>
                <a:cs typeface="Courier New"/>
              </a:rPr>
              <a:t>:</a:t>
            </a:r>
            <a:endParaRPr sz="1900">
              <a:latin typeface="Courier New"/>
              <a:cs typeface="Courier New"/>
            </a:endParaRPr>
          </a:p>
          <a:p>
            <a:pPr marL="1981200" indent="-1854200">
              <a:lnSpc>
                <a:spcPts val="2230"/>
              </a:lnSpc>
              <a:buClr>
                <a:srgbClr val="97A59E"/>
              </a:buClr>
              <a:buFont typeface="Courier New"/>
              <a:buAutoNum type="arabicPlain"/>
              <a:tabLst>
                <a:tab pos="1981200" algn="l"/>
              </a:tabLst>
            </a:pPr>
            <a:r>
              <a:rPr dirty="0" sz="1900" spc="-245">
                <a:solidFill>
                  <a:srgbClr val="383A3B"/>
                </a:solidFill>
                <a:latin typeface="Courier New"/>
                <a:cs typeface="Courier New"/>
              </a:rPr>
              <a:t>a</a:t>
            </a:r>
            <a:r>
              <a:rPr dirty="0" sz="1900" spc="-245">
                <a:solidFill>
                  <a:srgbClr val="383A3B"/>
                </a:solidFill>
                <a:latin typeface="Courier New"/>
                <a:cs typeface="Courier New"/>
              </a:rPr>
              <a:t>r</a:t>
            </a:r>
            <a:r>
              <a:rPr dirty="0" sz="1900" spc="-245">
                <a:solidFill>
                  <a:srgbClr val="383A3B"/>
                </a:solidFill>
                <a:latin typeface="Courier New"/>
                <a:cs typeface="Courier New"/>
              </a:rPr>
              <a:t>r</a:t>
            </a:r>
            <a:r>
              <a:rPr dirty="0" sz="1900" spc="-445">
                <a:solidFill>
                  <a:srgbClr val="383A3B"/>
                </a:solidFill>
                <a:latin typeface="Courier New"/>
                <a:cs typeface="Courier New"/>
              </a:rPr>
              <a:t>[</a:t>
            </a:r>
            <a:r>
              <a:rPr dirty="0" sz="1900" spc="-245">
                <a:solidFill>
                  <a:srgbClr val="383A3B"/>
                </a:solidFill>
                <a:latin typeface="Courier New"/>
                <a:cs typeface="Courier New"/>
              </a:rPr>
              <a:t>j</a:t>
            </a:r>
            <a:r>
              <a:rPr dirty="0" sz="1900" spc="-245">
                <a:solidFill>
                  <a:srgbClr val="383A3B"/>
                </a:solidFill>
                <a:latin typeface="Courier New"/>
                <a:cs typeface="Courier New"/>
              </a:rPr>
              <a:t>]</a:t>
            </a:r>
            <a:r>
              <a:rPr dirty="0" sz="1900" spc="-285">
                <a:solidFill>
                  <a:srgbClr val="383A3B"/>
                </a:solidFill>
                <a:latin typeface="Courier New"/>
                <a:cs typeface="Courier New"/>
              </a:rPr>
              <a:t>,</a:t>
            </a:r>
            <a:r>
              <a:rPr dirty="0" sz="1900" spc="-495">
                <a:solidFill>
                  <a:srgbClr val="383A3B"/>
                </a:solidFill>
                <a:latin typeface="Courier New"/>
                <a:cs typeface="Courier New"/>
              </a:rPr>
              <a:t> </a:t>
            </a:r>
            <a:r>
              <a:rPr dirty="0" sz="1900" spc="-310">
                <a:solidFill>
                  <a:srgbClr val="383A3B"/>
                </a:solidFill>
                <a:latin typeface="Courier New"/>
                <a:cs typeface="Courier New"/>
              </a:rPr>
              <a:t>ar</a:t>
            </a:r>
            <a:r>
              <a:rPr dirty="0" sz="1900" spc="-210">
                <a:solidFill>
                  <a:srgbClr val="383A3B"/>
                </a:solidFill>
                <a:latin typeface="Courier New"/>
                <a:cs typeface="Courier New"/>
              </a:rPr>
              <a:t>r</a:t>
            </a:r>
            <a:r>
              <a:rPr dirty="0" sz="1900" spc="-445">
                <a:solidFill>
                  <a:srgbClr val="383A3B"/>
                </a:solidFill>
                <a:latin typeface="Courier New"/>
                <a:cs typeface="Courier New"/>
              </a:rPr>
              <a:t>[</a:t>
            </a:r>
            <a:r>
              <a:rPr dirty="0" sz="1900" spc="-345">
                <a:solidFill>
                  <a:srgbClr val="383A3B"/>
                </a:solidFill>
                <a:latin typeface="Courier New"/>
                <a:cs typeface="Courier New"/>
              </a:rPr>
              <a:t>j</a:t>
            </a:r>
            <a:r>
              <a:rPr dirty="0" sz="1900" spc="-345">
                <a:solidFill>
                  <a:srgbClr val="383A3B"/>
                </a:solidFill>
                <a:latin typeface="Courier New"/>
                <a:cs typeface="Courier New"/>
              </a:rPr>
              <a:t>+</a:t>
            </a:r>
            <a:r>
              <a:rPr dirty="0" sz="1900" spc="-145">
                <a:solidFill>
                  <a:srgbClr val="609095"/>
                </a:solidFill>
                <a:latin typeface="Courier New"/>
                <a:cs typeface="Courier New"/>
              </a:rPr>
              <a:t>l</a:t>
            </a:r>
            <a:r>
              <a:rPr dirty="0" sz="1900" spc="455">
                <a:solidFill>
                  <a:srgbClr val="383A3B"/>
                </a:solidFill>
                <a:latin typeface="Courier New"/>
                <a:cs typeface="Courier New"/>
              </a:rPr>
              <a:t>]</a:t>
            </a:r>
            <a:r>
              <a:rPr dirty="0" sz="1950" spc="-310">
                <a:solidFill>
                  <a:srgbClr val="383A3B"/>
                </a:solidFill>
                <a:latin typeface="Arial"/>
                <a:cs typeface="Arial"/>
              </a:rPr>
              <a:t>=</a:t>
            </a:r>
            <a:r>
              <a:rPr dirty="0" sz="1950" spc="215">
                <a:solidFill>
                  <a:srgbClr val="383A3B"/>
                </a:solidFill>
                <a:latin typeface="Arial"/>
                <a:cs typeface="Arial"/>
              </a:rPr>
              <a:t> </a:t>
            </a:r>
            <a:r>
              <a:rPr dirty="0" sz="1900" spc="-275">
                <a:solidFill>
                  <a:srgbClr val="383A3B"/>
                </a:solidFill>
                <a:latin typeface="Courier New"/>
                <a:cs typeface="Courier New"/>
              </a:rPr>
              <a:t>a</a:t>
            </a:r>
            <a:r>
              <a:rPr dirty="0" sz="1900" spc="-310">
                <a:solidFill>
                  <a:srgbClr val="383A3B"/>
                </a:solidFill>
                <a:latin typeface="Courier New"/>
                <a:cs typeface="Courier New"/>
              </a:rPr>
              <a:t>r</a:t>
            </a:r>
            <a:r>
              <a:rPr dirty="0" sz="1900" spc="-145">
                <a:solidFill>
                  <a:srgbClr val="383A3B"/>
                </a:solidFill>
                <a:latin typeface="Courier New"/>
                <a:cs typeface="Courier New"/>
              </a:rPr>
              <a:t>r</a:t>
            </a:r>
            <a:r>
              <a:rPr dirty="0" sz="1900" spc="-545">
                <a:solidFill>
                  <a:srgbClr val="383A3B"/>
                </a:solidFill>
                <a:latin typeface="Courier New"/>
                <a:cs typeface="Courier New"/>
              </a:rPr>
              <a:t>[</a:t>
            </a:r>
            <a:r>
              <a:rPr dirty="0" sz="1900" spc="-245">
                <a:solidFill>
                  <a:srgbClr val="383A3B"/>
                </a:solidFill>
                <a:latin typeface="Courier New"/>
                <a:cs typeface="Courier New"/>
              </a:rPr>
              <a:t>j</a:t>
            </a:r>
            <a:r>
              <a:rPr dirty="0" sz="1900" spc="-345">
                <a:solidFill>
                  <a:srgbClr val="383A3B"/>
                </a:solidFill>
                <a:latin typeface="Courier New"/>
                <a:cs typeface="Courier New"/>
              </a:rPr>
              <a:t>+</a:t>
            </a:r>
            <a:r>
              <a:rPr dirty="0" sz="1900" spc="-245">
                <a:solidFill>
                  <a:srgbClr val="609095"/>
                </a:solidFill>
                <a:latin typeface="Courier New"/>
                <a:cs typeface="Courier New"/>
              </a:rPr>
              <a:t>l</a:t>
            </a:r>
            <a:r>
              <a:rPr dirty="0" sz="1900" spc="-245">
                <a:solidFill>
                  <a:srgbClr val="383A3B"/>
                </a:solidFill>
                <a:latin typeface="Courier New"/>
                <a:cs typeface="Courier New"/>
              </a:rPr>
              <a:t>]</a:t>
            </a:r>
            <a:r>
              <a:rPr dirty="0" sz="1900" spc="-285">
                <a:solidFill>
                  <a:srgbClr val="383A3B"/>
                </a:solidFill>
                <a:latin typeface="Courier New"/>
                <a:cs typeface="Courier New"/>
              </a:rPr>
              <a:t>,</a:t>
            </a:r>
            <a:r>
              <a:rPr dirty="0" sz="1900" spc="-495">
                <a:solidFill>
                  <a:srgbClr val="383A3B"/>
                </a:solidFill>
                <a:latin typeface="Courier New"/>
                <a:cs typeface="Courier New"/>
              </a:rPr>
              <a:t> </a:t>
            </a:r>
            <a:r>
              <a:rPr dirty="0" sz="1900" spc="-345">
                <a:solidFill>
                  <a:srgbClr val="383A3B"/>
                </a:solidFill>
                <a:latin typeface="Courier New"/>
                <a:cs typeface="Courier New"/>
              </a:rPr>
              <a:t>a</a:t>
            </a:r>
            <a:r>
              <a:rPr dirty="0" sz="1900" spc="-245">
                <a:solidFill>
                  <a:srgbClr val="383A3B"/>
                </a:solidFill>
                <a:latin typeface="Courier New"/>
                <a:cs typeface="Courier New"/>
              </a:rPr>
              <a:t>r</a:t>
            </a:r>
            <a:r>
              <a:rPr dirty="0" sz="1900" spc="-245">
                <a:solidFill>
                  <a:srgbClr val="383A3B"/>
                </a:solidFill>
                <a:latin typeface="Courier New"/>
                <a:cs typeface="Courier New"/>
              </a:rPr>
              <a:t>r</a:t>
            </a:r>
            <a:r>
              <a:rPr dirty="0" sz="1900" spc="-445">
                <a:solidFill>
                  <a:srgbClr val="383A3B"/>
                </a:solidFill>
                <a:latin typeface="Courier New"/>
                <a:cs typeface="Courier New"/>
              </a:rPr>
              <a:t>[</a:t>
            </a:r>
            <a:r>
              <a:rPr dirty="0" sz="1900" spc="-245">
                <a:solidFill>
                  <a:srgbClr val="383A3B"/>
                </a:solidFill>
                <a:latin typeface="Courier New"/>
                <a:cs typeface="Courier New"/>
              </a:rPr>
              <a:t>j</a:t>
            </a:r>
            <a:r>
              <a:rPr dirty="0" sz="1900" spc="635">
                <a:solidFill>
                  <a:srgbClr val="383A3B"/>
                </a:solidFill>
                <a:latin typeface="Courier New"/>
                <a:cs typeface="Courier New"/>
              </a:rPr>
              <a:t>]</a:t>
            </a:r>
            <a:endParaRPr sz="1900">
              <a:latin typeface="Courier New"/>
              <a:cs typeface="Courier New"/>
            </a:endParaRPr>
          </a:p>
          <a:p>
            <a:pPr marL="889000" indent="-762000">
              <a:lnSpc>
                <a:spcPts val="2235"/>
              </a:lnSpc>
              <a:buClr>
                <a:srgbClr val="97A59E"/>
              </a:buClr>
              <a:buFont typeface="Courier New"/>
              <a:buAutoNum type="arabicPlain"/>
              <a:tabLst>
                <a:tab pos="888365" algn="l"/>
                <a:tab pos="889000" algn="l"/>
              </a:tabLst>
            </a:pPr>
            <a:r>
              <a:rPr dirty="0" sz="1900" spc="-445">
                <a:solidFill>
                  <a:srgbClr val="444475"/>
                </a:solidFill>
                <a:latin typeface="Courier New"/>
                <a:cs typeface="Courier New"/>
              </a:rPr>
              <a:t>r</a:t>
            </a:r>
            <a:r>
              <a:rPr dirty="0" sz="1900" spc="-245">
                <a:solidFill>
                  <a:srgbClr val="444475"/>
                </a:solidFill>
                <a:latin typeface="Courier New"/>
                <a:cs typeface="Courier New"/>
              </a:rPr>
              <a:t>e</a:t>
            </a:r>
            <a:r>
              <a:rPr dirty="0" sz="1900" spc="-320">
                <a:solidFill>
                  <a:srgbClr val="444475"/>
                </a:solidFill>
                <a:latin typeface="Courier New"/>
                <a:cs typeface="Courier New"/>
              </a:rPr>
              <a:t>turn</a:t>
            </a:r>
            <a:r>
              <a:rPr dirty="0" sz="1900" spc="-325">
                <a:solidFill>
                  <a:srgbClr val="444475"/>
                </a:solidFill>
                <a:latin typeface="Courier New"/>
                <a:cs typeface="Courier New"/>
              </a:rPr>
              <a:t> </a:t>
            </a:r>
            <a:r>
              <a:rPr dirty="0" sz="1900" spc="-275">
                <a:solidFill>
                  <a:srgbClr val="383A3B"/>
                </a:solidFill>
                <a:latin typeface="Courier New"/>
                <a:cs typeface="Courier New"/>
              </a:rPr>
              <a:t>a</a:t>
            </a:r>
            <a:r>
              <a:rPr dirty="0" sz="1900" spc="-310">
                <a:solidFill>
                  <a:srgbClr val="383A3B"/>
                </a:solidFill>
                <a:latin typeface="Courier New"/>
                <a:cs typeface="Courier New"/>
              </a:rPr>
              <a:t>r</a:t>
            </a:r>
            <a:r>
              <a:rPr dirty="0" sz="1900" spc="-254">
                <a:solidFill>
                  <a:srgbClr val="383A3B"/>
                </a:solidFill>
                <a:latin typeface="Courier New"/>
                <a:cs typeface="Courier New"/>
              </a:rPr>
              <a:t>r</a:t>
            </a:r>
            <a:endParaRPr sz="1900">
              <a:latin typeface="Courier New"/>
              <a:cs typeface="Courier New"/>
            </a:endParaRPr>
          </a:p>
          <a:p>
            <a:pPr marL="127000">
              <a:lnSpc>
                <a:spcPts val="1910"/>
              </a:lnSpc>
              <a:spcBef>
                <a:spcPts val="219"/>
              </a:spcBef>
            </a:pPr>
            <a:r>
              <a:rPr dirty="0" sz="1600" spc="20">
                <a:solidFill>
                  <a:srgbClr val="899093"/>
                </a:solidFill>
                <a:latin typeface="Times New Roman"/>
                <a:cs typeface="Times New Roman"/>
              </a:rPr>
              <a:t>9</a:t>
            </a:r>
            <a:endParaRPr sz="1600">
              <a:latin typeface="Times New Roman"/>
              <a:cs typeface="Times New Roman"/>
            </a:endParaRPr>
          </a:p>
          <a:p>
            <a:pPr algn="ctr" marR="5527040">
              <a:lnSpc>
                <a:spcPts val="2230"/>
              </a:lnSpc>
            </a:pPr>
            <a:r>
              <a:rPr dirty="0" sz="1900" spc="-245">
                <a:solidFill>
                  <a:srgbClr val="899093"/>
                </a:solidFill>
                <a:latin typeface="Courier New"/>
                <a:cs typeface="Courier New"/>
              </a:rPr>
              <a:t>1</a:t>
            </a:r>
            <a:r>
              <a:rPr dirty="0" sz="1900" spc="-50">
                <a:solidFill>
                  <a:srgbClr val="899093"/>
                </a:solidFill>
                <a:latin typeface="Courier New"/>
                <a:cs typeface="Courier New"/>
              </a:rPr>
              <a:t>0</a:t>
            </a:r>
            <a:endParaRPr sz="1900">
              <a:latin typeface="Courier New"/>
              <a:cs typeface="Courier New"/>
            </a:endParaRPr>
          </a:p>
          <a:p>
            <a:pPr algn="ctr" marR="5527040">
              <a:lnSpc>
                <a:spcPts val="2200"/>
              </a:lnSpc>
            </a:pPr>
            <a:r>
              <a:rPr dirty="0" sz="1900" spc="-245">
                <a:solidFill>
                  <a:srgbClr val="97A59E"/>
                </a:solidFill>
                <a:latin typeface="Courier New"/>
                <a:cs typeface="Courier New"/>
              </a:rPr>
              <a:t>1</a:t>
            </a:r>
            <a:r>
              <a:rPr dirty="0" sz="1900" spc="-50">
                <a:solidFill>
                  <a:srgbClr val="97A59E"/>
                </a:solidFill>
                <a:latin typeface="Courier New"/>
                <a:cs typeface="Courier New"/>
              </a:rPr>
              <a:t>1</a:t>
            </a:r>
            <a:endParaRPr sz="1900">
              <a:latin typeface="Courier New"/>
              <a:cs typeface="Courier New"/>
            </a:endParaRPr>
          </a:p>
          <a:p>
            <a:pPr algn="ctr" marR="5534660">
              <a:lnSpc>
                <a:spcPts val="2200"/>
              </a:lnSpc>
            </a:pPr>
            <a:r>
              <a:rPr dirty="0" sz="1900" spc="-245">
                <a:solidFill>
                  <a:srgbClr val="899093"/>
                </a:solidFill>
                <a:latin typeface="Courier New"/>
                <a:cs typeface="Courier New"/>
              </a:rPr>
              <a:t>1</a:t>
            </a:r>
            <a:r>
              <a:rPr dirty="0" sz="1900" spc="-105">
                <a:solidFill>
                  <a:srgbClr val="899093"/>
                </a:solidFill>
                <a:latin typeface="Courier New"/>
                <a:cs typeface="Courier New"/>
              </a:rPr>
              <a:t>2</a:t>
            </a:r>
            <a:endParaRPr sz="1900">
              <a:latin typeface="Courier New"/>
              <a:cs typeface="Courier New"/>
            </a:endParaRPr>
          </a:p>
          <a:p>
            <a:pPr algn="ctr" marR="5537200">
              <a:lnSpc>
                <a:spcPts val="2240"/>
              </a:lnSpc>
            </a:pPr>
            <a:r>
              <a:rPr dirty="0" sz="1900" spc="-245">
                <a:solidFill>
                  <a:srgbClr val="97A59E"/>
                </a:solidFill>
                <a:latin typeface="Courier New"/>
                <a:cs typeface="Courier New"/>
              </a:rPr>
              <a:t>1</a:t>
            </a:r>
            <a:r>
              <a:rPr dirty="0" sz="1900" spc="-130">
                <a:solidFill>
                  <a:srgbClr val="97A59E"/>
                </a:solidFill>
                <a:latin typeface="Courier New"/>
                <a:cs typeface="Courier New"/>
              </a:rPr>
              <a:t>3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125200" y="5791665"/>
            <a:ext cx="3811904" cy="1104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z="1550" spc="195">
                <a:solidFill>
                  <a:srgbClr val="97A59E"/>
                </a:solidFill>
                <a:latin typeface="Courier New"/>
                <a:cs typeface="Courier New"/>
              </a:rPr>
              <a:t>#</a:t>
            </a:r>
            <a:r>
              <a:rPr dirty="0" sz="1550" spc="-360">
                <a:solidFill>
                  <a:srgbClr val="97A59E"/>
                </a:solidFill>
                <a:latin typeface="Courier New"/>
                <a:cs typeface="Courier New"/>
              </a:rPr>
              <a:t> </a:t>
            </a:r>
            <a:r>
              <a:rPr dirty="0" sz="1900" spc="-300">
                <a:solidFill>
                  <a:srgbClr val="97A59E"/>
                </a:solidFill>
                <a:latin typeface="Courier New"/>
                <a:cs typeface="Courier New"/>
              </a:rPr>
              <a:t>Donn</a:t>
            </a:r>
            <a:r>
              <a:rPr dirty="0" sz="1900" spc="-320">
                <a:solidFill>
                  <a:srgbClr val="97A59E"/>
                </a:solidFill>
                <a:latin typeface="Courier New"/>
                <a:cs typeface="Courier New"/>
              </a:rPr>
              <a:t>é</a:t>
            </a:r>
            <a:r>
              <a:rPr dirty="0" sz="1900" spc="-345">
                <a:solidFill>
                  <a:srgbClr val="97A59E"/>
                </a:solidFill>
                <a:latin typeface="Courier New"/>
                <a:cs typeface="Courier New"/>
              </a:rPr>
              <a:t>e</a:t>
            </a:r>
            <a:r>
              <a:rPr dirty="0" sz="1900" spc="-105">
                <a:solidFill>
                  <a:srgbClr val="97A59E"/>
                </a:solidFill>
                <a:latin typeface="Courier New"/>
                <a:cs typeface="Courier New"/>
              </a:rPr>
              <a:t>s</a:t>
            </a:r>
            <a:r>
              <a:rPr dirty="0" sz="1900" spc="-480">
                <a:solidFill>
                  <a:srgbClr val="97A59E"/>
                </a:solidFill>
                <a:latin typeface="Courier New"/>
                <a:cs typeface="Courier New"/>
              </a:rPr>
              <a:t> </a:t>
            </a:r>
            <a:r>
              <a:rPr dirty="0" sz="1900" spc="-320">
                <a:solidFill>
                  <a:srgbClr val="97A59E"/>
                </a:solidFill>
                <a:latin typeface="Courier New"/>
                <a:cs typeface="Courier New"/>
              </a:rPr>
              <a:t>de</a:t>
            </a:r>
            <a:r>
              <a:rPr dirty="0" sz="1900" spc="-385">
                <a:solidFill>
                  <a:srgbClr val="97A59E"/>
                </a:solidFill>
                <a:latin typeface="Courier New"/>
                <a:cs typeface="Courier New"/>
              </a:rPr>
              <a:t> </a:t>
            </a:r>
            <a:r>
              <a:rPr dirty="0" sz="1900" spc="-254">
                <a:solidFill>
                  <a:srgbClr val="97A59E"/>
                </a:solidFill>
                <a:latin typeface="Courier New"/>
                <a:cs typeface="Courier New"/>
              </a:rPr>
              <a:t>t</a:t>
            </a:r>
            <a:r>
              <a:rPr dirty="0" sz="1900" spc="-335">
                <a:solidFill>
                  <a:srgbClr val="97A59E"/>
                </a:solidFill>
                <a:latin typeface="Courier New"/>
                <a:cs typeface="Courier New"/>
              </a:rPr>
              <a:t>e</a:t>
            </a:r>
            <a:r>
              <a:rPr dirty="0" sz="1900" spc="-345">
                <a:solidFill>
                  <a:srgbClr val="97A59E"/>
                </a:solidFill>
                <a:latin typeface="Courier New"/>
                <a:cs typeface="Courier New"/>
              </a:rPr>
              <a:t>s</a:t>
            </a:r>
            <a:r>
              <a:rPr dirty="0" sz="1900" spc="-240">
                <a:solidFill>
                  <a:srgbClr val="97A59E"/>
                </a:solidFill>
                <a:latin typeface="Courier New"/>
                <a:cs typeface="Courier New"/>
              </a:rPr>
              <a:t>t</a:t>
            </a:r>
            <a:endParaRPr sz="1900">
              <a:latin typeface="Courier New"/>
              <a:cs typeface="Courier New"/>
            </a:endParaRPr>
          </a:p>
          <a:p>
            <a:pPr marL="25400">
              <a:lnSpc>
                <a:spcPts val="2425"/>
              </a:lnSpc>
            </a:pPr>
            <a:r>
              <a:rPr dirty="0" sz="1900" spc="-320">
                <a:solidFill>
                  <a:srgbClr val="383A3B"/>
                </a:solidFill>
                <a:latin typeface="Courier New"/>
                <a:cs typeface="Courier New"/>
              </a:rPr>
              <a:t>data</a:t>
            </a:r>
            <a:r>
              <a:rPr dirty="0" sz="1900" spc="-325">
                <a:solidFill>
                  <a:srgbClr val="383A3B"/>
                </a:solidFill>
                <a:latin typeface="Courier New"/>
                <a:cs typeface="Courier New"/>
              </a:rPr>
              <a:t> </a:t>
            </a:r>
            <a:r>
              <a:rPr dirty="0" sz="2650" spc="-670">
                <a:solidFill>
                  <a:srgbClr val="383A3B"/>
                </a:solidFill>
                <a:latin typeface="Courier New"/>
                <a:cs typeface="Courier New"/>
              </a:rPr>
              <a:t>=</a:t>
            </a:r>
            <a:r>
              <a:rPr dirty="0" sz="2650" spc="-715">
                <a:solidFill>
                  <a:srgbClr val="383A3B"/>
                </a:solidFill>
                <a:latin typeface="Courier New"/>
                <a:cs typeface="Courier New"/>
              </a:rPr>
              <a:t> </a:t>
            </a:r>
            <a:r>
              <a:rPr dirty="0" sz="1900" spc="-445">
                <a:solidFill>
                  <a:srgbClr val="383A3B"/>
                </a:solidFill>
                <a:latin typeface="Courier New"/>
                <a:cs typeface="Courier New"/>
              </a:rPr>
              <a:t>[</a:t>
            </a:r>
            <a:r>
              <a:rPr dirty="0" sz="1900" spc="-345">
                <a:solidFill>
                  <a:srgbClr val="4F7585"/>
                </a:solidFill>
                <a:latin typeface="Courier New"/>
                <a:cs typeface="Courier New"/>
              </a:rPr>
              <a:t>6</a:t>
            </a:r>
            <a:r>
              <a:rPr dirty="0" sz="1900" spc="-145">
                <a:solidFill>
                  <a:srgbClr val="4F7585"/>
                </a:solidFill>
                <a:latin typeface="Courier New"/>
                <a:cs typeface="Courier New"/>
              </a:rPr>
              <a:t>4</a:t>
            </a:r>
            <a:r>
              <a:rPr dirty="0" sz="1900" spc="10">
                <a:solidFill>
                  <a:srgbClr val="383A3B"/>
                </a:solidFill>
                <a:latin typeface="Courier New"/>
                <a:cs typeface="Courier New"/>
              </a:rPr>
              <a:t>,</a:t>
            </a:r>
            <a:r>
              <a:rPr dirty="0" sz="1900" spc="-795">
                <a:solidFill>
                  <a:srgbClr val="383A3B"/>
                </a:solidFill>
                <a:latin typeface="Courier New"/>
                <a:cs typeface="Courier New"/>
              </a:rPr>
              <a:t> </a:t>
            </a:r>
            <a:r>
              <a:rPr dirty="0" sz="1900" spc="650">
                <a:solidFill>
                  <a:srgbClr val="4F7585"/>
                </a:solidFill>
                <a:latin typeface="Courier New"/>
                <a:cs typeface="Courier New"/>
              </a:rPr>
              <a:t>3</a:t>
            </a:r>
            <a:r>
              <a:rPr dirty="0" sz="1900" spc="10">
                <a:solidFill>
                  <a:srgbClr val="383A3B"/>
                </a:solidFill>
                <a:latin typeface="Courier New"/>
                <a:cs typeface="Courier New"/>
              </a:rPr>
              <a:t>,</a:t>
            </a:r>
            <a:r>
              <a:rPr dirty="0" sz="1900" spc="-795">
                <a:solidFill>
                  <a:srgbClr val="383A3B"/>
                </a:solidFill>
                <a:latin typeface="Courier New"/>
                <a:cs typeface="Courier New"/>
              </a:rPr>
              <a:t> </a:t>
            </a:r>
            <a:r>
              <a:rPr dirty="0" sz="1900" spc="-245">
                <a:solidFill>
                  <a:srgbClr val="4F7585"/>
                </a:solidFill>
                <a:latin typeface="Courier New"/>
                <a:cs typeface="Courier New"/>
              </a:rPr>
              <a:t>2</a:t>
            </a:r>
            <a:r>
              <a:rPr dirty="0" sz="1900" spc="-145">
                <a:solidFill>
                  <a:srgbClr val="4F7585"/>
                </a:solidFill>
                <a:latin typeface="Courier New"/>
                <a:cs typeface="Courier New"/>
              </a:rPr>
              <a:t>5</a:t>
            </a:r>
            <a:r>
              <a:rPr dirty="0" sz="1900" spc="-285">
                <a:solidFill>
                  <a:srgbClr val="383A3B"/>
                </a:solidFill>
                <a:latin typeface="Courier New"/>
                <a:cs typeface="Courier New"/>
              </a:rPr>
              <a:t>,</a:t>
            </a:r>
            <a:r>
              <a:rPr dirty="0" sz="1900" spc="-595">
                <a:solidFill>
                  <a:srgbClr val="383A3B"/>
                </a:solidFill>
                <a:latin typeface="Courier New"/>
                <a:cs typeface="Courier New"/>
              </a:rPr>
              <a:t> </a:t>
            </a:r>
            <a:r>
              <a:rPr dirty="0" sz="1900" spc="-245">
                <a:solidFill>
                  <a:srgbClr val="4F7585"/>
                </a:solidFill>
                <a:latin typeface="Courier New"/>
                <a:cs typeface="Courier New"/>
              </a:rPr>
              <a:t>1</a:t>
            </a:r>
            <a:r>
              <a:rPr dirty="0" sz="1900" spc="-245">
                <a:solidFill>
                  <a:srgbClr val="4F7585"/>
                </a:solidFill>
                <a:latin typeface="Courier New"/>
                <a:cs typeface="Courier New"/>
              </a:rPr>
              <a:t>2</a:t>
            </a:r>
            <a:r>
              <a:rPr dirty="0" sz="1900" spc="10">
                <a:solidFill>
                  <a:srgbClr val="383A3B"/>
                </a:solidFill>
                <a:latin typeface="Courier New"/>
                <a:cs typeface="Courier New"/>
              </a:rPr>
              <a:t>,</a:t>
            </a:r>
            <a:r>
              <a:rPr dirty="0" sz="1900" spc="-795">
                <a:solidFill>
                  <a:srgbClr val="383A3B"/>
                </a:solidFill>
                <a:latin typeface="Courier New"/>
                <a:cs typeface="Courier New"/>
              </a:rPr>
              <a:t> </a:t>
            </a:r>
            <a:r>
              <a:rPr dirty="0" sz="1900" spc="-245">
                <a:solidFill>
                  <a:srgbClr val="4F7585"/>
                </a:solidFill>
                <a:latin typeface="Courier New"/>
                <a:cs typeface="Courier New"/>
              </a:rPr>
              <a:t>2</a:t>
            </a:r>
            <a:r>
              <a:rPr dirty="0" sz="1900" spc="-245">
                <a:solidFill>
                  <a:srgbClr val="4F7585"/>
                </a:solidFill>
                <a:latin typeface="Courier New"/>
                <a:cs typeface="Courier New"/>
              </a:rPr>
              <a:t>2</a:t>
            </a:r>
            <a:r>
              <a:rPr dirty="0" sz="1900" spc="10">
                <a:solidFill>
                  <a:srgbClr val="383A3B"/>
                </a:solidFill>
                <a:latin typeface="Courier New"/>
                <a:cs typeface="Courier New"/>
              </a:rPr>
              <a:t>,</a:t>
            </a:r>
            <a:r>
              <a:rPr dirty="0" sz="1900" spc="-795">
                <a:solidFill>
                  <a:srgbClr val="383A3B"/>
                </a:solidFill>
                <a:latin typeface="Courier New"/>
                <a:cs typeface="Courier New"/>
              </a:rPr>
              <a:t> </a:t>
            </a:r>
            <a:r>
              <a:rPr dirty="0" sz="1900" spc="-245">
                <a:solidFill>
                  <a:srgbClr val="609095"/>
                </a:solidFill>
                <a:latin typeface="Courier New"/>
                <a:cs typeface="Courier New"/>
              </a:rPr>
              <a:t>1</a:t>
            </a:r>
            <a:r>
              <a:rPr dirty="0" sz="1900" spc="-145">
                <a:solidFill>
                  <a:srgbClr val="4F7585"/>
                </a:solidFill>
                <a:latin typeface="Courier New"/>
                <a:cs typeface="Courier New"/>
              </a:rPr>
              <a:t>1</a:t>
            </a:r>
            <a:r>
              <a:rPr dirty="0" sz="1900" spc="-285">
                <a:solidFill>
                  <a:srgbClr val="383A3B"/>
                </a:solidFill>
                <a:latin typeface="Courier New"/>
                <a:cs typeface="Courier New"/>
              </a:rPr>
              <a:t>,</a:t>
            </a:r>
            <a:r>
              <a:rPr dirty="0" sz="1900" spc="-495">
                <a:solidFill>
                  <a:srgbClr val="383A3B"/>
                </a:solidFill>
                <a:latin typeface="Courier New"/>
                <a:cs typeface="Courier New"/>
              </a:rPr>
              <a:t> </a:t>
            </a:r>
            <a:r>
              <a:rPr dirty="0" sz="1900" spc="-345">
                <a:solidFill>
                  <a:srgbClr val="4F7585"/>
                </a:solidFill>
                <a:latin typeface="Courier New"/>
                <a:cs typeface="Courier New"/>
              </a:rPr>
              <a:t>9</a:t>
            </a:r>
            <a:r>
              <a:rPr dirty="0" sz="1900" spc="-145">
                <a:solidFill>
                  <a:srgbClr val="4F7585"/>
                </a:solidFill>
                <a:latin typeface="Courier New"/>
                <a:cs typeface="Courier New"/>
              </a:rPr>
              <a:t>0</a:t>
            </a:r>
            <a:r>
              <a:rPr dirty="0" sz="1900" spc="270">
                <a:solidFill>
                  <a:srgbClr val="383A3B"/>
                </a:solidFill>
                <a:latin typeface="Courier New"/>
                <a:cs typeface="Courier New"/>
              </a:rPr>
              <a:t>]</a:t>
            </a:r>
            <a:endParaRPr sz="1900">
              <a:latin typeface="Courier New"/>
              <a:cs typeface="Courier New"/>
            </a:endParaRPr>
          </a:p>
          <a:p>
            <a:pPr marL="25400">
              <a:lnSpc>
                <a:spcPts val="2395"/>
              </a:lnSpc>
            </a:pPr>
            <a:r>
              <a:rPr dirty="0" sz="1900" spc="-345">
                <a:solidFill>
                  <a:srgbClr val="383A3B"/>
                </a:solidFill>
                <a:latin typeface="Courier New"/>
                <a:cs typeface="Courier New"/>
              </a:rPr>
              <a:t>s</a:t>
            </a:r>
            <a:r>
              <a:rPr dirty="0" sz="1900" spc="-310">
                <a:solidFill>
                  <a:srgbClr val="383A3B"/>
                </a:solidFill>
                <a:latin typeface="Courier New"/>
                <a:cs typeface="Courier New"/>
              </a:rPr>
              <a:t>ort</a:t>
            </a:r>
            <a:r>
              <a:rPr dirty="0" sz="1900" spc="-340">
                <a:solidFill>
                  <a:srgbClr val="383A3B"/>
                </a:solidFill>
                <a:latin typeface="Courier New"/>
                <a:cs typeface="Courier New"/>
              </a:rPr>
              <a:t>e</a:t>
            </a:r>
            <a:r>
              <a:rPr dirty="0" sz="1900" spc="-335">
                <a:solidFill>
                  <a:srgbClr val="383A3B"/>
                </a:solidFill>
                <a:latin typeface="Courier New"/>
                <a:cs typeface="Courier New"/>
              </a:rPr>
              <a:t>d_da</a:t>
            </a:r>
            <a:r>
              <a:rPr dirty="0" sz="1900" spc="-285">
                <a:solidFill>
                  <a:srgbClr val="383A3B"/>
                </a:solidFill>
                <a:latin typeface="Courier New"/>
                <a:cs typeface="Courier New"/>
              </a:rPr>
              <a:t>t</a:t>
            </a:r>
            <a:r>
              <a:rPr dirty="0" sz="1900" spc="-150">
                <a:solidFill>
                  <a:srgbClr val="383A3B"/>
                </a:solidFill>
                <a:latin typeface="Courier New"/>
                <a:cs typeface="Courier New"/>
              </a:rPr>
              <a:t>a</a:t>
            </a:r>
            <a:r>
              <a:rPr dirty="0" sz="1900" spc="-434">
                <a:solidFill>
                  <a:srgbClr val="383A3B"/>
                </a:solidFill>
                <a:latin typeface="Courier New"/>
                <a:cs typeface="Courier New"/>
              </a:rPr>
              <a:t> </a:t>
            </a:r>
            <a:r>
              <a:rPr dirty="0" sz="2350" spc="-610">
                <a:solidFill>
                  <a:srgbClr val="383A3B"/>
                </a:solidFill>
                <a:latin typeface="Times New Roman"/>
                <a:cs typeface="Times New Roman"/>
              </a:rPr>
              <a:t>=</a:t>
            </a:r>
            <a:r>
              <a:rPr dirty="0" sz="2350">
                <a:solidFill>
                  <a:srgbClr val="383A3B"/>
                </a:solidFill>
                <a:latin typeface="Times New Roman"/>
                <a:cs typeface="Times New Roman"/>
              </a:rPr>
              <a:t> </a:t>
            </a:r>
            <a:r>
              <a:rPr dirty="0" sz="2350" spc="-204">
                <a:solidFill>
                  <a:srgbClr val="383A3B"/>
                </a:solidFill>
                <a:latin typeface="Times New Roman"/>
                <a:cs typeface="Times New Roman"/>
              </a:rPr>
              <a:t> </a:t>
            </a:r>
            <a:r>
              <a:rPr dirty="0" sz="1900" spc="-335">
                <a:solidFill>
                  <a:srgbClr val="383A3B"/>
                </a:solidFill>
                <a:latin typeface="Courier New"/>
                <a:cs typeface="Courier New"/>
              </a:rPr>
              <a:t>bub</a:t>
            </a:r>
            <a:r>
              <a:rPr dirty="0" sz="1900" spc="-275">
                <a:solidFill>
                  <a:srgbClr val="383A3B"/>
                </a:solidFill>
                <a:latin typeface="Courier New"/>
                <a:cs typeface="Courier New"/>
              </a:rPr>
              <a:t>b</a:t>
            </a:r>
            <a:r>
              <a:rPr dirty="0" sz="1900" spc="-345">
                <a:solidFill>
                  <a:srgbClr val="383A3B"/>
                </a:solidFill>
                <a:latin typeface="Courier New"/>
                <a:cs typeface="Courier New"/>
              </a:rPr>
              <a:t>l</a:t>
            </a:r>
            <a:r>
              <a:rPr dirty="0" sz="1900" spc="-285">
                <a:solidFill>
                  <a:srgbClr val="383A3B"/>
                </a:solidFill>
                <a:latin typeface="Courier New"/>
                <a:cs typeface="Courier New"/>
              </a:rPr>
              <a:t>e_</a:t>
            </a:r>
            <a:r>
              <a:rPr dirty="0" sz="1900" spc="-350">
                <a:solidFill>
                  <a:srgbClr val="383A3B"/>
                </a:solidFill>
                <a:latin typeface="Courier New"/>
                <a:cs typeface="Courier New"/>
              </a:rPr>
              <a:t>s</a:t>
            </a:r>
            <a:r>
              <a:rPr dirty="0" sz="1900" spc="-275">
                <a:solidFill>
                  <a:srgbClr val="383A3B"/>
                </a:solidFill>
                <a:latin typeface="Courier New"/>
                <a:cs typeface="Courier New"/>
              </a:rPr>
              <a:t>o</a:t>
            </a:r>
            <a:r>
              <a:rPr dirty="0" sz="1900" spc="-409">
                <a:solidFill>
                  <a:srgbClr val="383A3B"/>
                </a:solidFill>
                <a:latin typeface="Courier New"/>
                <a:cs typeface="Courier New"/>
              </a:rPr>
              <a:t>r</a:t>
            </a:r>
            <a:r>
              <a:rPr dirty="0" sz="1900" spc="-145">
                <a:solidFill>
                  <a:srgbClr val="383A3B"/>
                </a:solidFill>
                <a:latin typeface="Courier New"/>
                <a:cs typeface="Courier New"/>
              </a:rPr>
              <a:t>t</a:t>
            </a:r>
            <a:r>
              <a:rPr dirty="0" sz="1900" spc="-445">
                <a:solidFill>
                  <a:srgbClr val="383A3B"/>
                </a:solidFill>
                <a:latin typeface="Courier New"/>
                <a:cs typeface="Courier New"/>
              </a:rPr>
              <a:t>(</a:t>
            </a:r>
            <a:r>
              <a:rPr dirty="0" sz="1900" spc="-300">
                <a:solidFill>
                  <a:srgbClr val="383A3B"/>
                </a:solidFill>
                <a:latin typeface="Courier New"/>
                <a:cs typeface="Courier New"/>
              </a:rPr>
              <a:t>da</a:t>
            </a:r>
            <a:r>
              <a:rPr dirty="0" sz="1900" spc="-335">
                <a:solidFill>
                  <a:srgbClr val="383A3B"/>
                </a:solidFill>
                <a:latin typeface="Courier New"/>
                <a:cs typeface="Courier New"/>
              </a:rPr>
              <a:t>t</a:t>
            </a:r>
            <a:r>
              <a:rPr dirty="0" sz="1900" spc="-345">
                <a:solidFill>
                  <a:srgbClr val="383A3B"/>
                </a:solidFill>
                <a:latin typeface="Courier New"/>
                <a:cs typeface="Courier New"/>
              </a:rPr>
              <a:t>a</a:t>
            </a:r>
            <a:r>
              <a:rPr dirty="0" sz="1900" spc="1010">
                <a:solidFill>
                  <a:srgbClr val="383A3B"/>
                </a:solidFill>
                <a:latin typeface="Courier New"/>
                <a:cs typeface="Courier New"/>
              </a:rPr>
              <a:t>)</a:t>
            </a:r>
            <a:endParaRPr sz="1900">
              <a:latin typeface="Courier New"/>
              <a:cs typeface="Courier New"/>
            </a:endParaRPr>
          </a:p>
          <a:p>
            <a:pPr marL="25400">
              <a:lnSpc>
                <a:spcPts val="2195"/>
              </a:lnSpc>
            </a:pPr>
            <a:r>
              <a:rPr dirty="0" sz="1900" spc="-345">
                <a:solidFill>
                  <a:srgbClr val="3A5E77"/>
                </a:solidFill>
                <a:latin typeface="Courier New"/>
                <a:cs typeface="Courier New"/>
              </a:rPr>
              <a:t>p</a:t>
            </a:r>
            <a:r>
              <a:rPr dirty="0" sz="1900" spc="-245">
                <a:solidFill>
                  <a:srgbClr val="3A5E77"/>
                </a:solidFill>
                <a:latin typeface="Courier New"/>
                <a:cs typeface="Courier New"/>
              </a:rPr>
              <a:t>r</a:t>
            </a:r>
            <a:r>
              <a:rPr dirty="0" sz="1900" spc="-345">
                <a:solidFill>
                  <a:srgbClr val="3A5E77"/>
                </a:solidFill>
                <a:latin typeface="Courier New"/>
                <a:cs typeface="Courier New"/>
              </a:rPr>
              <a:t>i</a:t>
            </a:r>
            <a:r>
              <a:rPr dirty="0" sz="1900" spc="-335">
                <a:solidFill>
                  <a:srgbClr val="3A5E77"/>
                </a:solidFill>
                <a:latin typeface="Courier New"/>
                <a:cs typeface="Courier New"/>
              </a:rPr>
              <a:t>nt</a:t>
            </a:r>
            <a:r>
              <a:rPr dirty="0" sz="1900" spc="-960">
                <a:solidFill>
                  <a:srgbClr val="3A5E77"/>
                </a:solidFill>
                <a:latin typeface="Courier New"/>
                <a:cs typeface="Courier New"/>
              </a:rPr>
              <a:t> </a:t>
            </a:r>
            <a:r>
              <a:rPr dirty="0" sz="1900" spc="-445">
                <a:solidFill>
                  <a:srgbClr val="383A3B"/>
                </a:solidFill>
                <a:latin typeface="Courier New"/>
                <a:cs typeface="Courier New"/>
              </a:rPr>
              <a:t>(</a:t>
            </a:r>
            <a:r>
              <a:rPr dirty="0" sz="1900" spc="-245">
                <a:solidFill>
                  <a:srgbClr val="4F7585"/>
                </a:solidFill>
                <a:latin typeface="Courier New"/>
                <a:cs typeface="Courier New"/>
              </a:rPr>
              <a:t>f</a:t>
            </a:r>
            <a:r>
              <a:rPr dirty="0" sz="1900" spc="-265">
                <a:solidFill>
                  <a:srgbClr val="A5805E"/>
                </a:solidFill>
                <a:latin typeface="Courier New"/>
                <a:cs typeface="Courier New"/>
              </a:rPr>
              <a:t>"</a:t>
            </a:r>
            <a:r>
              <a:rPr dirty="0" sz="1900" spc="-425">
                <a:solidFill>
                  <a:srgbClr val="A5805E"/>
                </a:solidFill>
                <a:latin typeface="Courier New"/>
                <a:cs typeface="Courier New"/>
              </a:rPr>
              <a:t>T</a:t>
            </a:r>
            <a:r>
              <a:rPr dirty="0" sz="1900" spc="-345">
                <a:solidFill>
                  <a:srgbClr val="A5805E"/>
                </a:solidFill>
                <a:latin typeface="Courier New"/>
                <a:cs typeface="Courier New"/>
              </a:rPr>
              <a:t>r</a:t>
            </a:r>
            <a:r>
              <a:rPr dirty="0" sz="1900" spc="-345">
                <a:solidFill>
                  <a:srgbClr val="A5805E"/>
                </a:solidFill>
                <a:latin typeface="Courier New"/>
                <a:cs typeface="Courier New"/>
              </a:rPr>
              <a:t>i</a:t>
            </a:r>
            <a:r>
              <a:rPr dirty="0" sz="1900" spc="-145">
                <a:solidFill>
                  <a:srgbClr val="A5805E"/>
                </a:solidFill>
                <a:latin typeface="Courier New"/>
                <a:cs typeface="Courier New"/>
              </a:rPr>
              <a:t>é</a:t>
            </a:r>
            <a:r>
              <a:rPr dirty="0" sz="1900" spc="30">
                <a:solidFill>
                  <a:srgbClr val="A5805E"/>
                </a:solidFill>
                <a:latin typeface="Courier New"/>
                <a:cs typeface="Courier New"/>
              </a:rPr>
              <a:t>:</a:t>
            </a:r>
            <a:r>
              <a:rPr dirty="0" sz="1900" spc="-935">
                <a:solidFill>
                  <a:srgbClr val="A5805E"/>
                </a:solidFill>
                <a:latin typeface="Courier New"/>
                <a:cs typeface="Courier New"/>
              </a:rPr>
              <a:t> </a:t>
            </a:r>
            <a:r>
              <a:rPr dirty="0" sz="1900" spc="-459">
                <a:solidFill>
                  <a:srgbClr val="A5805E"/>
                </a:solidFill>
                <a:latin typeface="Courier New"/>
                <a:cs typeface="Courier New"/>
              </a:rPr>
              <a:t>{</a:t>
            </a:r>
            <a:r>
              <a:rPr dirty="0" sz="1900" spc="-345">
                <a:solidFill>
                  <a:srgbClr val="A5805E"/>
                </a:solidFill>
                <a:latin typeface="Courier New"/>
                <a:cs typeface="Courier New"/>
              </a:rPr>
              <a:t>s</a:t>
            </a:r>
            <a:r>
              <a:rPr dirty="0" sz="1900" spc="-245">
                <a:solidFill>
                  <a:srgbClr val="A5805E"/>
                </a:solidFill>
                <a:latin typeface="Courier New"/>
                <a:cs typeface="Courier New"/>
              </a:rPr>
              <a:t>o</a:t>
            </a:r>
            <a:r>
              <a:rPr dirty="0" sz="1900" spc="-320">
                <a:solidFill>
                  <a:srgbClr val="A5805E"/>
                </a:solidFill>
                <a:latin typeface="Courier New"/>
                <a:cs typeface="Courier New"/>
              </a:rPr>
              <a:t>rt</a:t>
            </a:r>
            <a:r>
              <a:rPr dirty="0" sz="1900" spc="-385">
                <a:solidFill>
                  <a:srgbClr val="A5805E"/>
                </a:solidFill>
                <a:latin typeface="Courier New"/>
                <a:cs typeface="Courier New"/>
              </a:rPr>
              <a:t>e</a:t>
            </a:r>
            <a:r>
              <a:rPr dirty="0" sz="1900" spc="-345">
                <a:solidFill>
                  <a:srgbClr val="A5805E"/>
                </a:solidFill>
                <a:latin typeface="Courier New"/>
                <a:cs typeface="Courier New"/>
              </a:rPr>
              <a:t>d</a:t>
            </a:r>
            <a:r>
              <a:rPr dirty="0" sz="1900" spc="-245">
                <a:solidFill>
                  <a:srgbClr val="C39C7E"/>
                </a:solidFill>
                <a:latin typeface="Courier New"/>
                <a:cs typeface="Courier New"/>
              </a:rPr>
              <a:t>_</a:t>
            </a:r>
            <a:r>
              <a:rPr dirty="0" sz="1900" spc="-320">
                <a:solidFill>
                  <a:srgbClr val="A5805E"/>
                </a:solidFill>
                <a:latin typeface="Courier New"/>
                <a:cs typeface="Courier New"/>
              </a:rPr>
              <a:t>dat</a:t>
            </a:r>
            <a:r>
              <a:rPr dirty="0" sz="1900" spc="-305">
                <a:solidFill>
                  <a:srgbClr val="A5805E"/>
                </a:solidFill>
                <a:latin typeface="Courier New"/>
                <a:cs typeface="Courier New"/>
              </a:rPr>
              <a:t>a</a:t>
            </a:r>
            <a:r>
              <a:rPr dirty="0" sz="1900" spc="-245">
                <a:solidFill>
                  <a:srgbClr val="A5805E"/>
                </a:solidFill>
                <a:latin typeface="Courier New"/>
                <a:cs typeface="Courier New"/>
              </a:rPr>
              <a:t>}</a:t>
            </a:r>
            <a:r>
              <a:rPr dirty="0" sz="1900" spc="-345">
                <a:solidFill>
                  <a:srgbClr val="A5805E"/>
                </a:solidFill>
                <a:latin typeface="Courier New"/>
                <a:cs typeface="Courier New"/>
              </a:rPr>
              <a:t>"</a:t>
            </a:r>
            <a:r>
              <a:rPr dirty="0" sz="1900" spc="1010">
                <a:solidFill>
                  <a:srgbClr val="383A3B"/>
                </a:solidFill>
                <a:latin typeface="Courier New"/>
                <a:cs typeface="Courier New"/>
              </a:rPr>
              <a:t>)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490200" y="7925688"/>
            <a:ext cx="5740400" cy="914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 indent="88900">
              <a:lnSpc>
                <a:spcPts val="3800"/>
              </a:lnSpc>
            </a:pPr>
            <a:r>
              <a:rPr dirty="0" sz="3200" spc="-170" b="1">
                <a:solidFill>
                  <a:srgbClr val="0E162D"/>
                </a:solidFill>
                <a:latin typeface="Arial"/>
                <a:cs typeface="Arial"/>
              </a:rPr>
              <a:t>La</a:t>
            </a:r>
            <a:r>
              <a:rPr dirty="0" sz="3200" spc="-310" b="1">
                <a:solidFill>
                  <a:srgbClr val="0E162D"/>
                </a:solidFill>
                <a:latin typeface="Arial"/>
                <a:cs typeface="Arial"/>
              </a:rPr>
              <a:t>n</a:t>
            </a:r>
            <a:r>
              <a:rPr dirty="0" sz="3200" spc="-130" b="1">
                <a:solidFill>
                  <a:srgbClr val="0E162D"/>
                </a:solidFill>
                <a:latin typeface="Arial"/>
                <a:cs typeface="Arial"/>
              </a:rPr>
              <a:t>gages</a:t>
            </a:r>
            <a:r>
              <a:rPr dirty="0" sz="3200" spc="20" b="1">
                <a:solidFill>
                  <a:srgbClr val="0E162D"/>
                </a:solidFill>
                <a:latin typeface="Arial"/>
                <a:cs typeface="Arial"/>
              </a:rPr>
              <a:t> </a:t>
            </a:r>
            <a:r>
              <a:rPr dirty="0" sz="3200" spc="125" b="1">
                <a:solidFill>
                  <a:srgbClr val="0E162D"/>
                </a:solidFill>
                <a:latin typeface="Arial"/>
                <a:cs typeface="Arial"/>
              </a:rPr>
              <a:t>:</a:t>
            </a:r>
            <a:r>
              <a:rPr dirty="0" sz="3200" spc="-484" b="1">
                <a:solidFill>
                  <a:srgbClr val="0E162D"/>
                </a:solidFill>
                <a:latin typeface="Arial"/>
                <a:cs typeface="Arial"/>
              </a:rPr>
              <a:t> </a:t>
            </a:r>
            <a:r>
              <a:rPr dirty="0" sz="3200" spc="-210" b="1">
                <a:solidFill>
                  <a:srgbClr val="0E162D"/>
                </a:solidFill>
                <a:latin typeface="Arial"/>
                <a:cs typeface="Arial"/>
              </a:rPr>
              <a:t>La</a:t>
            </a:r>
            <a:r>
              <a:rPr dirty="0" sz="3200" spc="-150" b="1">
                <a:solidFill>
                  <a:srgbClr val="0E162D"/>
                </a:solidFill>
                <a:latin typeface="Arial"/>
                <a:cs typeface="Arial"/>
              </a:rPr>
              <a:t> </a:t>
            </a:r>
            <a:r>
              <a:rPr dirty="0" sz="3200" spc="-150" b="1">
                <a:solidFill>
                  <a:srgbClr val="0E162D"/>
                </a:solidFill>
                <a:latin typeface="Arial"/>
                <a:cs typeface="Arial"/>
              </a:rPr>
              <a:t>m</a:t>
            </a:r>
            <a:r>
              <a:rPr dirty="0" sz="3200" spc="-200" b="1">
                <a:solidFill>
                  <a:srgbClr val="0E162D"/>
                </a:solidFill>
                <a:latin typeface="Arial"/>
                <a:cs typeface="Arial"/>
              </a:rPr>
              <a:t>i</a:t>
            </a:r>
            <a:r>
              <a:rPr dirty="0" sz="3200" spc="-125" b="1">
                <a:solidFill>
                  <a:srgbClr val="0E162D"/>
                </a:solidFill>
                <a:latin typeface="Arial"/>
                <a:cs typeface="Arial"/>
              </a:rPr>
              <a:t>se</a:t>
            </a:r>
            <a:r>
              <a:rPr dirty="0" sz="3200" spc="-100" b="1">
                <a:solidFill>
                  <a:srgbClr val="0E162D"/>
                </a:solidFill>
                <a:latin typeface="Arial"/>
                <a:cs typeface="Arial"/>
              </a:rPr>
              <a:t> </a:t>
            </a:r>
            <a:r>
              <a:rPr dirty="0" sz="3200" spc="15" b="1">
                <a:solidFill>
                  <a:srgbClr val="0E162D"/>
                </a:solidFill>
                <a:latin typeface="Arial"/>
                <a:cs typeface="Arial"/>
              </a:rPr>
              <a:t>e</a:t>
            </a:r>
            <a:r>
              <a:rPr dirty="0" sz="3200" spc="-80" b="1">
                <a:solidFill>
                  <a:srgbClr val="0E162D"/>
                </a:solidFill>
                <a:latin typeface="Arial"/>
                <a:cs typeface="Arial"/>
              </a:rPr>
              <a:t>n</a:t>
            </a:r>
            <a:r>
              <a:rPr dirty="0" sz="3200" spc="-285" b="1">
                <a:solidFill>
                  <a:srgbClr val="0E162D"/>
                </a:solidFill>
                <a:latin typeface="Arial"/>
                <a:cs typeface="Arial"/>
              </a:rPr>
              <a:t> </a:t>
            </a:r>
            <a:r>
              <a:rPr dirty="0" sz="3200" spc="-55" b="1">
                <a:solidFill>
                  <a:srgbClr val="0E162D"/>
                </a:solidFill>
                <a:latin typeface="Arial"/>
                <a:cs typeface="Arial"/>
              </a:rPr>
              <a:t>œ</a:t>
            </a:r>
            <a:r>
              <a:rPr dirty="0" sz="3200" spc="-135" b="1">
                <a:solidFill>
                  <a:srgbClr val="0E162D"/>
                </a:solidFill>
                <a:latin typeface="Arial"/>
                <a:cs typeface="Arial"/>
              </a:rPr>
              <a:t>uvr</a:t>
            </a:r>
            <a:r>
              <a:rPr dirty="0" sz="3200" spc="-130" b="1">
                <a:solidFill>
                  <a:srgbClr val="0E162D"/>
                </a:solidFill>
                <a:latin typeface="Arial"/>
                <a:cs typeface="Arial"/>
              </a:rPr>
              <a:t>e</a:t>
            </a:r>
            <a:r>
              <a:rPr dirty="0" sz="3200" spc="300" b="1">
                <a:solidFill>
                  <a:srgbClr val="0E162D"/>
                </a:solidFill>
                <a:latin typeface="Arial"/>
                <a:cs typeface="Arial"/>
              </a:rPr>
              <a:t>.</a:t>
            </a:r>
            <a:r>
              <a:rPr dirty="0" sz="3200" spc="300" b="1">
                <a:solidFill>
                  <a:srgbClr val="0E162D"/>
                </a:solidFill>
                <a:latin typeface="Arial"/>
                <a:cs typeface="Arial"/>
              </a:rPr>
              <a:t> </a:t>
            </a:r>
            <a:r>
              <a:rPr dirty="0" sz="3200" spc="-180" b="1">
                <a:solidFill>
                  <a:srgbClr val="0E162D"/>
                </a:solidFill>
                <a:latin typeface="Arial"/>
                <a:cs typeface="Arial"/>
              </a:rPr>
              <a:t>Sy</a:t>
            </a:r>
            <a:r>
              <a:rPr dirty="0" sz="3200" spc="-275" b="1">
                <a:solidFill>
                  <a:srgbClr val="0E162D"/>
                </a:solidFill>
                <a:latin typeface="Arial"/>
                <a:cs typeface="Arial"/>
              </a:rPr>
              <a:t>n</a:t>
            </a:r>
            <a:r>
              <a:rPr dirty="0" sz="3200" spc="-65" b="1">
                <a:solidFill>
                  <a:srgbClr val="0E162D"/>
                </a:solidFill>
                <a:latin typeface="Arial"/>
                <a:cs typeface="Arial"/>
              </a:rPr>
              <a:t>tax</a:t>
            </a:r>
            <a:r>
              <a:rPr dirty="0" sz="3200" spc="75" b="1">
                <a:solidFill>
                  <a:srgbClr val="0E162D"/>
                </a:solidFill>
                <a:latin typeface="Arial"/>
                <a:cs typeface="Arial"/>
              </a:rPr>
              <a:t>e</a:t>
            </a:r>
            <a:r>
              <a:rPr dirty="0" sz="3200" spc="25" b="1">
                <a:solidFill>
                  <a:srgbClr val="0E162D"/>
                </a:solidFill>
                <a:latin typeface="Arial"/>
                <a:cs typeface="Arial"/>
              </a:rPr>
              <a:t>,</a:t>
            </a:r>
            <a:r>
              <a:rPr dirty="0" sz="3200" spc="-315" b="1">
                <a:solidFill>
                  <a:srgbClr val="0E162D"/>
                </a:solidFill>
                <a:latin typeface="Arial"/>
                <a:cs typeface="Arial"/>
              </a:rPr>
              <a:t> </a:t>
            </a:r>
            <a:r>
              <a:rPr dirty="0" sz="3200" spc="-180" b="1">
                <a:solidFill>
                  <a:srgbClr val="0E162D"/>
                </a:solidFill>
                <a:latin typeface="Arial"/>
                <a:cs typeface="Arial"/>
              </a:rPr>
              <a:t>var</a:t>
            </a:r>
            <a:r>
              <a:rPr dirty="0" sz="3200" spc="-25" b="1">
                <a:solidFill>
                  <a:srgbClr val="0E162D"/>
                </a:solidFill>
                <a:latin typeface="Arial"/>
                <a:cs typeface="Arial"/>
              </a:rPr>
              <a:t>i</a:t>
            </a:r>
            <a:r>
              <a:rPr dirty="0" sz="3200" spc="-55" b="1">
                <a:solidFill>
                  <a:srgbClr val="0E162D"/>
                </a:solidFill>
                <a:latin typeface="Arial"/>
                <a:cs typeface="Arial"/>
              </a:rPr>
              <a:t>a</a:t>
            </a:r>
            <a:r>
              <a:rPr dirty="0" sz="3200" spc="-20" b="1">
                <a:solidFill>
                  <a:srgbClr val="0E162D"/>
                </a:solidFill>
                <a:latin typeface="Arial"/>
                <a:cs typeface="Arial"/>
              </a:rPr>
              <a:t>b</a:t>
            </a:r>
            <a:r>
              <a:rPr dirty="0" sz="3200" spc="-105" b="1">
                <a:solidFill>
                  <a:srgbClr val="0E162D"/>
                </a:solidFill>
                <a:latin typeface="Arial"/>
                <a:cs typeface="Arial"/>
              </a:rPr>
              <a:t>les</a:t>
            </a:r>
            <a:r>
              <a:rPr dirty="0" sz="3200" spc="-270" b="1">
                <a:solidFill>
                  <a:srgbClr val="0E162D"/>
                </a:solidFill>
                <a:latin typeface="Arial"/>
                <a:cs typeface="Arial"/>
              </a:rPr>
              <a:t> </a:t>
            </a:r>
            <a:r>
              <a:rPr dirty="0" sz="3200" spc="-30" b="1">
                <a:solidFill>
                  <a:srgbClr val="0E162D"/>
                </a:solidFill>
                <a:latin typeface="Arial"/>
                <a:cs typeface="Arial"/>
              </a:rPr>
              <a:t>et</a:t>
            </a:r>
            <a:r>
              <a:rPr dirty="0" sz="3200" spc="-180" b="1">
                <a:solidFill>
                  <a:srgbClr val="0E162D"/>
                </a:solidFill>
                <a:latin typeface="Arial"/>
                <a:cs typeface="Arial"/>
              </a:rPr>
              <a:t> </a:t>
            </a:r>
            <a:r>
              <a:rPr dirty="0" sz="3200" spc="-55" b="1">
                <a:solidFill>
                  <a:srgbClr val="0E162D"/>
                </a:solidFill>
                <a:latin typeface="Arial"/>
                <a:cs typeface="Arial"/>
              </a:rPr>
              <a:t>f</a:t>
            </a:r>
            <a:r>
              <a:rPr dirty="0" sz="3200" b="1">
                <a:solidFill>
                  <a:srgbClr val="0E162D"/>
                </a:solidFill>
                <a:latin typeface="Arial"/>
                <a:cs typeface="Arial"/>
              </a:rPr>
              <a:t>o</a:t>
            </a:r>
            <a:r>
              <a:rPr dirty="0" sz="3200" spc="-275" b="1">
                <a:solidFill>
                  <a:srgbClr val="0E162D"/>
                </a:solidFill>
                <a:latin typeface="Arial"/>
                <a:cs typeface="Arial"/>
              </a:rPr>
              <a:t>n</a:t>
            </a:r>
            <a:r>
              <a:rPr dirty="0" sz="3200" spc="-180" b="1">
                <a:solidFill>
                  <a:srgbClr val="0E162D"/>
                </a:solidFill>
                <a:latin typeface="Arial"/>
                <a:cs typeface="Arial"/>
              </a:rPr>
              <a:t>c</a:t>
            </a:r>
            <a:r>
              <a:rPr dirty="0" sz="3200" spc="125" b="1">
                <a:solidFill>
                  <a:srgbClr val="0E162D"/>
                </a:solidFill>
                <a:latin typeface="Arial"/>
                <a:cs typeface="Arial"/>
              </a:rPr>
              <a:t>t</a:t>
            </a:r>
            <a:r>
              <a:rPr dirty="0" sz="3200" spc="-200" b="1">
                <a:solidFill>
                  <a:srgbClr val="0E162D"/>
                </a:solidFill>
                <a:latin typeface="Arial"/>
                <a:cs typeface="Arial"/>
              </a:rPr>
              <a:t>i</a:t>
            </a:r>
            <a:r>
              <a:rPr dirty="0" sz="3200" spc="-75" b="1">
                <a:solidFill>
                  <a:srgbClr val="0E162D"/>
                </a:solidFill>
                <a:latin typeface="Arial"/>
                <a:cs typeface="Arial"/>
              </a:rPr>
              <a:t>o</a:t>
            </a:r>
            <a:r>
              <a:rPr dirty="0" sz="3200" spc="-160" b="1">
                <a:solidFill>
                  <a:srgbClr val="0E162D"/>
                </a:solidFill>
                <a:latin typeface="Arial"/>
                <a:cs typeface="Arial"/>
              </a:rPr>
              <a:t>n</a:t>
            </a:r>
            <a:r>
              <a:rPr dirty="0" sz="3200" spc="-215" b="1">
                <a:solidFill>
                  <a:srgbClr val="0E162D"/>
                </a:solidFill>
                <a:latin typeface="Arial"/>
                <a:cs typeface="Arial"/>
              </a:rPr>
              <a:t>s</a:t>
            </a:r>
            <a:r>
              <a:rPr dirty="0" sz="3200" spc="300" b="1">
                <a:solidFill>
                  <a:srgbClr val="0E162D"/>
                </a:solidFill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1727200" y="3797300"/>
          <a:ext cx="1676400" cy="2171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7850"/>
                <a:gridCol w="571500"/>
                <a:gridCol w="450850"/>
              </a:tblGrid>
              <a:tr h="793750">
                <a:tc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8100">
                      <a:solidFill>
                        <a:srgbClr val="2B384B"/>
                      </a:solidFill>
                      <a:prstDash val="solid"/>
                    </a:lnR>
                    <a:lnB w="50800">
                      <a:solidFill>
                        <a:srgbClr val="343F57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r" marR="88900">
                        <a:lnSpc>
                          <a:spcPct val="100000"/>
                        </a:lnSpc>
                      </a:pPr>
                      <a:r>
                        <a:rPr dirty="0" sz="1350">
                          <a:solidFill>
                            <a:srgbClr val="242B46"/>
                          </a:solidFill>
                          <a:latin typeface="Arial"/>
                          <a:cs typeface="Arial"/>
                        </a:rPr>
                        <a:t>•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38100">
                      <a:solidFill>
                        <a:srgbClr val="2B384B"/>
                      </a:solidFill>
                      <a:prstDash val="solid"/>
                    </a:lnL>
                    <a:lnT w="38100">
                      <a:solidFill>
                        <a:srgbClr val="2B344B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39750">
                <a:tc gridSpan="2">
                  <a:txBody>
                    <a:bodyPr/>
                    <a:lstStyle/>
                    <a:p>
                      <a:pPr/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50800">
                      <a:solidFill>
                        <a:srgbClr val="2B384B"/>
                      </a:solidFill>
                      <a:prstDash val="solid"/>
                    </a:lnL>
                    <a:lnR w="38100">
                      <a:solidFill>
                        <a:srgbClr val="232F48"/>
                      </a:solidFill>
                      <a:prstDash val="solid"/>
                    </a:lnR>
                    <a:lnT w="50800">
                      <a:solidFill>
                        <a:srgbClr val="343F57"/>
                      </a:solidFill>
                      <a:prstDash val="solid"/>
                    </a:lnT>
                    <a:lnB w="38100">
                      <a:solidFill>
                        <a:srgbClr val="232F48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38100">
                      <a:solidFill>
                        <a:srgbClr val="232F48"/>
                      </a:solidFill>
                      <a:prstDash val="solid"/>
                    </a:lnL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/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38100">
                      <a:solidFill>
                        <a:srgbClr val="2B384B"/>
                      </a:solidFill>
                      <a:prstDash val="solid"/>
                    </a:lnR>
                    <a:lnT w="38100">
                      <a:solidFill>
                        <a:srgbClr val="232F48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algn="r" marR="88900">
                        <a:lnSpc>
                          <a:spcPts val="1450"/>
                        </a:lnSpc>
                      </a:pPr>
                      <a:r>
                        <a:rPr dirty="0" sz="1350">
                          <a:solidFill>
                            <a:srgbClr val="242B46"/>
                          </a:solidFill>
                          <a:latin typeface="Arial"/>
                          <a:cs typeface="Arial"/>
                        </a:rPr>
                        <a:t>•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38100">
                      <a:solidFill>
                        <a:srgbClr val="2B384B"/>
                      </a:solidFill>
                      <a:prstDash val="solid"/>
                    </a:lnL>
                    <a:lnB w="25400">
                      <a:solidFill>
                        <a:srgbClr val="0F1C3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12200" y="2463800"/>
            <a:ext cx="914400" cy="91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829800" y="2692400"/>
            <a:ext cx="2032000" cy="431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267200" y="6070600"/>
            <a:ext cx="2184400" cy="660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59000" y="2540000"/>
            <a:ext cx="4419600" cy="21590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43200" y="7137400"/>
            <a:ext cx="1320800" cy="5588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105400" y="7264400"/>
            <a:ext cx="812800" cy="10668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768600" y="7899400"/>
            <a:ext cx="1041400" cy="635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937000" y="7899400"/>
            <a:ext cx="1066800" cy="6350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712200" y="6324600"/>
            <a:ext cx="914400" cy="9144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530600" y="2425700"/>
            <a:ext cx="558800" cy="0"/>
          </a:xfrm>
          <a:custGeom>
            <a:avLst/>
            <a:gdLst/>
            <a:ahLst/>
            <a:cxnLst/>
            <a:rect l="l" t="t" r="r" b="b"/>
            <a:pathLst>
              <a:path w="558800" h="0">
                <a:moveTo>
                  <a:pt x="0" y="0"/>
                </a:moveTo>
                <a:lnTo>
                  <a:pt x="5588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565400" y="6140450"/>
            <a:ext cx="1752600" cy="0"/>
          </a:xfrm>
          <a:custGeom>
            <a:avLst/>
            <a:gdLst/>
            <a:ahLst/>
            <a:cxnLst/>
            <a:rect l="l" t="t" r="r" b="b"/>
            <a:pathLst>
              <a:path w="1752600" h="0">
                <a:moveTo>
                  <a:pt x="0" y="0"/>
                </a:moveTo>
                <a:lnTo>
                  <a:pt x="1752600" y="0"/>
                </a:lnTo>
              </a:path>
            </a:pathLst>
          </a:custGeom>
          <a:ln w="101600">
            <a:solidFill>
              <a:srgbClr val="4B677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571750" y="6083300"/>
            <a:ext cx="0" cy="2565400"/>
          </a:xfrm>
          <a:custGeom>
            <a:avLst/>
            <a:gdLst/>
            <a:ahLst/>
            <a:cxnLst/>
            <a:rect l="l" t="t" r="r" b="b"/>
            <a:pathLst>
              <a:path w="0" h="2565400">
                <a:moveTo>
                  <a:pt x="0" y="2565400"/>
                </a:moveTo>
                <a:lnTo>
                  <a:pt x="0" y="0"/>
                </a:lnTo>
              </a:path>
            </a:pathLst>
          </a:custGeom>
          <a:ln w="25400">
            <a:solidFill>
              <a:srgbClr val="1828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654800" y="3886200"/>
            <a:ext cx="0" cy="584200"/>
          </a:xfrm>
          <a:custGeom>
            <a:avLst/>
            <a:gdLst/>
            <a:ahLst/>
            <a:cxnLst/>
            <a:rect l="l" t="t" r="r" b="b"/>
            <a:pathLst>
              <a:path w="0" h="584200">
                <a:moveTo>
                  <a:pt x="0" y="584200"/>
                </a:moveTo>
                <a:lnTo>
                  <a:pt x="0" y="0"/>
                </a:lnTo>
              </a:path>
            </a:pathLst>
          </a:custGeom>
          <a:ln w="25400">
            <a:solidFill>
              <a:srgbClr val="C8A38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540000" y="6654800"/>
            <a:ext cx="3886200" cy="0"/>
          </a:xfrm>
          <a:custGeom>
            <a:avLst/>
            <a:gdLst/>
            <a:ahLst/>
            <a:cxnLst/>
            <a:rect l="l" t="t" r="r" b="b"/>
            <a:pathLst>
              <a:path w="3886200" h="0">
                <a:moveTo>
                  <a:pt x="0" y="0"/>
                </a:moveTo>
                <a:lnTo>
                  <a:pt x="3886200" y="0"/>
                </a:lnTo>
              </a:path>
            </a:pathLst>
          </a:custGeom>
          <a:ln w="38100">
            <a:solidFill>
              <a:srgbClr val="0F28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556000" y="6845300"/>
            <a:ext cx="736600" cy="0"/>
          </a:xfrm>
          <a:custGeom>
            <a:avLst/>
            <a:gdLst/>
            <a:ahLst/>
            <a:cxnLst/>
            <a:rect l="l" t="t" r="r" b="b"/>
            <a:pathLst>
              <a:path w="736600" h="0">
                <a:moveTo>
                  <a:pt x="0" y="0"/>
                </a:moveTo>
                <a:lnTo>
                  <a:pt x="7366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470400" y="6902450"/>
            <a:ext cx="1143000" cy="0"/>
          </a:xfrm>
          <a:custGeom>
            <a:avLst/>
            <a:gdLst/>
            <a:ahLst/>
            <a:cxnLst/>
            <a:rect l="l" t="t" r="r" b="b"/>
            <a:pathLst>
              <a:path w="1143000" h="0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38100">
            <a:solidFill>
              <a:srgbClr val="C3D4D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533900" y="7315200"/>
            <a:ext cx="825500" cy="0"/>
          </a:xfrm>
          <a:custGeom>
            <a:avLst/>
            <a:gdLst/>
            <a:ahLst/>
            <a:cxnLst/>
            <a:rect l="l" t="t" r="r" b="b"/>
            <a:pathLst>
              <a:path w="825500" h="0">
                <a:moveTo>
                  <a:pt x="0" y="0"/>
                </a:moveTo>
                <a:lnTo>
                  <a:pt x="825500" y="0"/>
                </a:lnTo>
              </a:path>
            </a:pathLst>
          </a:custGeom>
          <a:ln w="25400">
            <a:solidFill>
              <a:srgbClr val="5744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628900" y="8642350"/>
            <a:ext cx="3708400" cy="0"/>
          </a:xfrm>
          <a:custGeom>
            <a:avLst/>
            <a:gdLst/>
            <a:ahLst/>
            <a:cxnLst/>
            <a:rect l="l" t="t" r="r" b="b"/>
            <a:pathLst>
              <a:path w="3708400" h="0">
                <a:moveTo>
                  <a:pt x="0" y="0"/>
                </a:moveTo>
                <a:lnTo>
                  <a:pt x="3708400" y="0"/>
                </a:lnTo>
              </a:path>
            </a:pathLst>
          </a:custGeom>
          <a:ln w="12700">
            <a:solidFill>
              <a:srgbClr val="0F1C2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048000" y="8743950"/>
            <a:ext cx="1574800" cy="0"/>
          </a:xfrm>
          <a:custGeom>
            <a:avLst/>
            <a:gdLst/>
            <a:ahLst/>
            <a:cxnLst/>
            <a:rect l="l" t="t" r="r" b="b"/>
            <a:pathLst>
              <a:path w="1574800" h="0">
                <a:moveTo>
                  <a:pt x="0" y="0"/>
                </a:moveTo>
                <a:lnTo>
                  <a:pt x="1574800" y="0"/>
                </a:lnTo>
              </a:path>
            </a:pathLst>
          </a:custGeom>
          <a:ln w="25400">
            <a:solidFill>
              <a:srgbClr val="C8D8D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826000" y="8737600"/>
            <a:ext cx="584200" cy="0"/>
          </a:xfrm>
          <a:custGeom>
            <a:avLst/>
            <a:gdLst/>
            <a:ahLst/>
            <a:cxnLst/>
            <a:rect l="l" t="t" r="r" b="b"/>
            <a:pathLst>
              <a:path w="584200" h="0">
                <a:moveTo>
                  <a:pt x="0" y="0"/>
                </a:moveTo>
                <a:lnTo>
                  <a:pt x="5842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400800" y="6680200"/>
            <a:ext cx="0" cy="1917700"/>
          </a:xfrm>
          <a:custGeom>
            <a:avLst/>
            <a:gdLst/>
            <a:ahLst/>
            <a:cxnLst/>
            <a:rect l="l" t="t" r="r" b="b"/>
            <a:pathLst>
              <a:path w="0" h="1917700">
                <a:moveTo>
                  <a:pt x="0" y="1917700"/>
                </a:moveTo>
                <a:lnTo>
                  <a:pt x="0" y="0"/>
                </a:lnTo>
              </a:path>
            </a:pathLst>
          </a:custGeom>
          <a:ln w="25400">
            <a:solidFill>
              <a:srgbClr val="2F4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502400" y="7188200"/>
            <a:ext cx="0" cy="635000"/>
          </a:xfrm>
          <a:custGeom>
            <a:avLst/>
            <a:gdLst/>
            <a:ahLst/>
            <a:cxnLst/>
            <a:rect l="l" t="t" r="r" b="b"/>
            <a:pathLst>
              <a:path w="0" h="635000">
                <a:moveTo>
                  <a:pt x="0" y="63500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902200" y="901067"/>
            <a:ext cx="8062595" cy="825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6300" spc="-105">
                <a:solidFill>
                  <a:srgbClr val="0F213D"/>
                </a:solidFill>
                <a:latin typeface="Arial"/>
                <a:cs typeface="Arial"/>
              </a:rPr>
              <a:t>L</a:t>
            </a:r>
            <a:r>
              <a:rPr dirty="0" sz="6300" spc="280">
                <a:solidFill>
                  <a:srgbClr val="0F213D"/>
                </a:solidFill>
                <a:latin typeface="Arial"/>
                <a:cs typeface="Arial"/>
              </a:rPr>
              <a:t>e</a:t>
            </a:r>
            <a:r>
              <a:rPr dirty="0" sz="6300" spc="-235">
                <a:solidFill>
                  <a:srgbClr val="0F213D"/>
                </a:solidFill>
                <a:latin typeface="Arial"/>
                <a:cs typeface="Arial"/>
              </a:rPr>
              <a:t> </a:t>
            </a:r>
            <a:r>
              <a:rPr dirty="0" sz="6300" spc="345">
                <a:solidFill>
                  <a:srgbClr val="0F213D"/>
                </a:solidFill>
                <a:latin typeface="Arial"/>
                <a:cs typeface="Arial"/>
              </a:rPr>
              <a:t>m</a:t>
            </a:r>
            <a:r>
              <a:rPr dirty="0" sz="6300" spc="395">
                <a:solidFill>
                  <a:srgbClr val="0F213D"/>
                </a:solidFill>
                <a:latin typeface="Arial"/>
                <a:cs typeface="Arial"/>
              </a:rPr>
              <a:t>o</a:t>
            </a:r>
            <a:r>
              <a:rPr dirty="0" sz="6300" spc="295">
                <a:solidFill>
                  <a:srgbClr val="0F213D"/>
                </a:solidFill>
                <a:latin typeface="Arial"/>
                <a:cs typeface="Arial"/>
              </a:rPr>
              <a:t>n</a:t>
            </a:r>
            <a:r>
              <a:rPr dirty="0" sz="6300" spc="395">
                <a:solidFill>
                  <a:srgbClr val="0F213D"/>
                </a:solidFill>
                <a:latin typeface="Arial"/>
                <a:cs typeface="Arial"/>
              </a:rPr>
              <a:t>d</a:t>
            </a:r>
            <a:r>
              <a:rPr dirty="0" sz="6300" spc="385">
                <a:solidFill>
                  <a:srgbClr val="0F213D"/>
                </a:solidFill>
                <a:latin typeface="Arial"/>
                <a:cs typeface="Arial"/>
              </a:rPr>
              <a:t>e</a:t>
            </a:r>
            <a:r>
              <a:rPr dirty="0" sz="6300" spc="-440">
                <a:solidFill>
                  <a:srgbClr val="0F213D"/>
                </a:solidFill>
                <a:latin typeface="Arial"/>
                <a:cs typeface="Arial"/>
              </a:rPr>
              <a:t> </a:t>
            </a:r>
            <a:r>
              <a:rPr dirty="0" sz="6300" spc="405">
                <a:solidFill>
                  <a:srgbClr val="0F213D"/>
                </a:solidFill>
                <a:latin typeface="Arial"/>
                <a:cs typeface="Arial"/>
              </a:rPr>
              <a:t>c</a:t>
            </a:r>
            <a:r>
              <a:rPr dirty="0" sz="6300" spc="535">
                <a:solidFill>
                  <a:srgbClr val="0F213D"/>
                </a:solidFill>
                <a:latin typeface="Arial"/>
                <a:cs typeface="Arial"/>
              </a:rPr>
              <a:t>o</a:t>
            </a:r>
            <a:r>
              <a:rPr dirty="0" sz="6300" spc="395">
                <a:solidFill>
                  <a:srgbClr val="0F213D"/>
                </a:solidFill>
                <a:latin typeface="Arial"/>
                <a:cs typeface="Arial"/>
              </a:rPr>
              <a:t>n</a:t>
            </a:r>
            <a:r>
              <a:rPr dirty="0" sz="6300" spc="295">
                <a:solidFill>
                  <a:srgbClr val="0F213D"/>
                </a:solidFill>
                <a:latin typeface="Arial"/>
                <a:cs typeface="Arial"/>
              </a:rPr>
              <a:t>n</a:t>
            </a:r>
            <a:r>
              <a:rPr dirty="0" sz="6300" spc="195">
                <a:solidFill>
                  <a:srgbClr val="0F213D"/>
                </a:solidFill>
                <a:latin typeface="Arial"/>
                <a:cs typeface="Arial"/>
              </a:rPr>
              <a:t>e</a:t>
            </a:r>
            <a:r>
              <a:rPr dirty="0" sz="6300" spc="720">
                <a:solidFill>
                  <a:srgbClr val="0F213D"/>
                </a:solidFill>
                <a:latin typeface="Arial"/>
                <a:cs typeface="Arial"/>
              </a:rPr>
              <a:t>c</a:t>
            </a:r>
            <a:r>
              <a:rPr dirty="0" sz="6300" spc="330">
                <a:solidFill>
                  <a:srgbClr val="0F213D"/>
                </a:solidFill>
                <a:latin typeface="Arial"/>
                <a:cs typeface="Arial"/>
              </a:rPr>
              <a:t>t</a:t>
            </a:r>
            <a:r>
              <a:rPr dirty="0" sz="6300" spc="395">
                <a:solidFill>
                  <a:srgbClr val="0F213D"/>
                </a:solidFill>
                <a:latin typeface="Arial"/>
                <a:cs typeface="Arial"/>
              </a:rPr>
              <a:t>é</a:t>
            </a:r>
            <a:r>
              <a:rPr dirty="0" sz="6300" spc="1520">
                <a:solidFill>
                  <a:srgbClr val="0F213D"/>
                </a:solidFill>
                <a:latin typeface="Arial"/>
                <a:cs typeface="Arial"/>
              </a:rPr>
              <a:t>.</a:t>
            </a:r>
            <a:endParaRPr sz="6300">
              <a:latin typeface="Arial"/>
              <a:cs typeface="Arial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140">
                <a:solidFill>
                  <a:srgbClr val="0E1523"/>
                </a:solidFill>
              </a:rPr>
              <a:t>N</a:t>
            </a:r>
            <a:r>
              <a:rPr dirty="0" spc="70"/>
              <a:t>o</a:t>
            </a:r>
            <a:r>
              <a:rPr dirty="0" spc="55"/>
              <a:t>t</a:t>
            </a:r>
            <a:r>
              <a:rPr dirty="0" spc="45"/>
              <a:t>e</a:t>
            </a:r>
            <a:r>
              <a:rPr dirty="0" spc="114"/>
              <a:t>bo</a:t>
            </a:r>
            <a:r>
              <a:rPr dirty="0" spc="-5"/>
              <a:t>o</a:t>
            </a:r>
            <a:r>
              <a:rPr dirty="0" spc="45"/>
              <a:t>k</a:t>
            </a:r>
            <a:r>
              <a:rPr dirty="0" spc="-25"/>
              <a:t>L</a:t>
            </a:r>
            <a:r>
              <a:rPr dirty="0" spc="114">
                <a:solidFill>
                  <a:srgbClr val="0E1523"/>
                </a:solidFill>
              </a:rPr>
              <a:t>M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8712200" y="3630351"/>
            <a:ext cx="6047105" cy="974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4010"/>
              </a:lnSpc>
            </a:pPr>
            <a:r>
              <a:rPr dirty="0" sz="3350" spc="50">
                <a:solidFill>
                  <a:srgbClr val="181818"/>
                </a:solidFill>
                <a:latin typeface="Arial"/>
                <a:cs typeface="Arial"/>
              </a:rPr>
              <a:t>Pro</a:t>
            </a:r>
            <a:r>
              <a:rPr dirty="0" sz="3350" spc="140">
                <a:solidFill>
                  <a:srgbClr val="181818"/>
                </a:solidFill>
                <a:latin typeface="Arial"/>
                <a:cs typeface="Arial"/>
              </a:rPr>
              <a:t>t</a:t>
            </a:r>
            <a:r>
              <a:rPr dirty="0" sz="3350" spc="70">
                <a:solidFill>
                  <a:srgbClr val="181818"/>
                </a:solidFill>
                <a:latin typeface="Arial"/>
                <a:cs typeface="Arial"/>
              </a:rPr>
              <a:t>o</a:t>
            </a:r>
            <a:r>
              <a:rPr dirty="0" sz="3350" spc="280">
                <a:solidFill>
                  <a:srgbClr val="181818"/>
                </a:solidFill>
                <a:latin typeface="Arial"/>
                <a:cs typeface="Arial"/>
              </a:rPr>
              <a:t>c</a:t>
            </a:r>
            <a:r>
              <a:rPr dirty="0" sz="3350" spc="75">
                <a:solidFill>
                  <a:srgbClr val="181818"/>
                </a:solidFill>
                <a:latin typeface="Arial"/>
                <a:cs typeface="Arial"/>
              </a:rPr>
              <a:t>oles</a:t>
            </a:r>
            <a:r>
              <a:rPr dirty="0" sz="3350" spc="215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3350" spc="10">
                <a:solidFill>
                  <a:srgbClr val="181818"/>
                </a:solidFill>
                <a:latin typeface="Arial"/>
                <a:cs typeface="Arial"/>
              </a:rPr>
              <a:t>(</a:t>
            </a:r>
            <a:r>
              <a:rPr dirty="0" sz="3350">
                <a:solidFill>
                  <a:srgbClr val="181818"/>
                </a:solidFill>
                <a:latin typeface="Arial"/>
                <a:cs typeface="Arial"/>
              </a:rPr>
              <a:t>TCP/</a:t>
            </a:r>
            <a:r>
              <a:rPr dirty="0" sz="3350" spc="135">
                <a:solidFill>
                  <a:srgbClr val="181818"/>
                </a:solidFill>
                <a:latin typeface="Arial"/>
                <a:cs typeface="Arial"/>
              </a:rPr>
              <a:t>I</a:t>
            </a:r>
            <a:r>
              <a:rPr dirty="0" sz="3350" spc="-260">
                <a:solidFill>
                  <a:srgbClr val="181818"/>
                </a:solidFill>
                <a:latin typeface="Arial"/>
                <a:cs typeface="Arial"/>
              </a:rPr>
              <a:t>P</a:t>
            </a:r>
            <a:r>
              <a:rPr dirty="0" sz="3350" spc="-15">
                <a:solidFill>
                  <a:srgbClr val="181818"/>
                </a:solidFill>
                <a:latin typeface="Arial"/>
                <a:cs typeface="Arial"/>
              </a:rPr>
              <a:t>)</a:t>
            </a:r>
            <a:r>
              <a:rPr dirty="0" sz="3350" spc="-64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3350" spc="350">
                <a:solidFill>
                  <a:srgbClr val="181818"/>
                </a:solidFill>
                <a:latin typeface="Arial"/>
                <a:cs typeface="Arial"/>
              </a:rPr>
              <a:t>,</a:t>
            </a:r>
            <a:r>
              <a:rPr dirty="0" sz="3350" spc="-325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3350" spc="-25">
                <a:solidFill>
                  <a:srgbClr val="181818"/>
                </a:solidFill>
                <a:latin typeface="Arial"/>
                <a:cs typeface="Arial"/>
              </a:rPr>
              <a:t>Ro</a:t>
            </a:r>
            <a:r>
              <a:rPr dirty="0" sz="3350" spc="-204">
                <a:solidFill>
                  <a:srgbClr val="181818"/>
                </a:solidFill>
                <a:latin typeface="Arial"/>
                <a:cs typeface="Arial"/>
              </a:rPr>
              <a:t>u</a:t>
            </a:r>
            <a:r>
              <a:rPr dirty="0" sz="3350" spc="114">
                <a:solidFill>
                  <a:srgbClr val="181818"/>
                </a:solidFill>
                <a:latin typeface="Arial"/>
                <a:cs typeface="Arial"/>
              </a:rPr>
              <a:t>tage,</a:t>
            </a:r>
            <a:endParaRPr sz="3350">
              <a:latin typeface="Arial"/>
              <a:cs typeface="Arial"/>
            </a:endParaRPr>
          </a:p>
          <a:p>
            <a:pPr marL="12700">
              <a:lnSpc>
                <a:spcPts val="4130"/>
              </a:lnSpc>
            </a:pPr>
            <a:r>
              <a:rPr dirty="0" sz="3450" spc="135">
                <a:solidFill>
                  <a:srgbClr val="181818"/>
                </a:solidFill>
                <a:latin typeface="Arial"/>
                <a:cs typeface="Arial"/>
              </a:rPr>
              <a:t>A</a:t>
            </a:r>
            <a:r>
              <a:rPr dirty="0" sz="3450" spc="175">
                <a:solidFill>
                  <a:srgbClr val="181818"/>
                </a:solidFill>
                <a:latin typeface="Arial"/>
                <a:cs typeface="Arial"/>
              </a:rPr>
              <a:t>r</a:t>
            </a:r>
            <a:r>
              <a:rPr dirty="0" sz="3450" spc="240">
                <a:solidFill>
                  <a:srgbClr val="181818"/>
                </a:solidFill>
                <a:latin typeface="Arial"/>
                <a:cs typeface="Arial"/>
              </a:rPr>
              <a:t>c</a:t>
            </a:r>
            <a:r>
              <a:rPr dirty="0" sz="3450" spc="-220">
                <a:solidFill>
                  <a:srgbClr val="181818"/>
                </a:solidFill>
                <a:latin typeface="Arial"/>
                <a:cs typeface="Arial"/>
              </a:rPr>
              <a:t>h</a:t>
            </a:r>
            <a:r>
              <a:rPr dirty="0" sz="3450" spc="-400">
                <a:solidFill>
                  <a:srgbClr val="181818"/>
                </a:solidFill>
                <a:latin typeface="Arial"/>
                <a:cs typeface="Arial"/>
              </a:rPr>
              <a:t>i</a:t>
            </a:r>
            <a:r>
              <a:rPr dirty="0" sz="3450" spc="220">
                <a:solidFill>
                  <a:srgbClr val="181818"/>
                </a:solidFill>
                <a:latin typeface="Arial"/>
                <a:cs typeface="Arial"/>
              </a:rPr>
              <a:t>tect</a:t>
            </a:r>
            <a:r>
              <a:rPr dirty="0" sz="3450" spc="360">
                <a:solidFill>
                  <a:srgbClr val="181818"/>
                </a:solidFill>
                <a:latin typeface="Arial"/>
                <a:cs typeface="Arial"/>
              </a:rPr>
              <a:t>u</a:t>
            </a:r>
            <a:r>
              <a:rPr dirty="0" sz="3450" spc="195">
                <a:solidFill>
                  <a:srgbClr val="181818"/>
                </a:solidFill>
                <a:latin typeface="Arial"/>
                <a:cs typeface="Arial"/>
              </a:rPr>
              <a:t>re</a:t>
            </a:r>
            <a:r>
              <a:rPr dirty="0" sz="3450" spc="-225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3450" spc="175">
                <a:solidFill>
                  <a:srgbClr val="181818"/>
                </a:solidFill>
                <a:latin typeface="Arial"/>
                <a:cs typeface="Arial"/>
              </a:rPr>
              <a:t>p</a:t>
            </a:r>
            <a:r>
              <a:rPr dirty="0" sz="3450" spc="-25">
                <a:solidFill>
                  <a:srgbClr val="181818"/>
                </a:solidFill>
                <a:latin typeface="Arial"/>
                <a:cs typeface="Arial"/>
              </a:rPr>
              <a:t>h</a:t>
            </a:r>
            <a:r>
              <a:rPr dirty="0" sz="3450" spc="185">
                <a:solidFill>
                  <a:srgbClr val="181818"/>
                </a:solidFill>
                <a:latin typeface="Arial"/>
                <a:cs typeface="Arial"/>
              </a:rPr>
              <a:t>y</a:t>
            </a:r>
            <a:r>
              <a:rPr dirty="0" sz="3450" spc="250">
                <a:solidFill>
                  <a:srgbClr val="181818"/>
                </a:solidFill>
                <a:latin typeface="Arial"/>
                <a:cs typeface="Arial"/>
              </a:rPr>
              <a:t>s</a:t>
            </a:r>
            <a:r>
              <a:rPr dirty="0" sz="3450" spc="130">
                <a:solidFill>
                  <a:srgbClr val="181818"/>
                </a:solidFill>
                <a:latin typeface="Arial"/>
                <a:cs typeface="Arial"/>
              </a:rPr>
              <a:t>i</a:t>
            </a:r>
            <a:r>
              <a:rPr dirty="0" sz="3450" spc="275">
                <a:solidFill>
                  <a:srgbClr val="181818"/>
                </a:solidFill>
                <a:latin typeface="Arial"/>
                <a:cs typeface="Arial"/>
              </a:rPr>
              <a:t>q</a:t>
            </a:r>
            <a:r>
              <a:rPr dirty="0" sz="3450" spc="75">
                <a:solidFill>
                  <a:srgbClr val="181818"/>
                </a:solidFill>
                <a:latin typeface="Arial"/>
                <a:cs typeface="Arial"/>
              </a:rPr>
              <a:t>u</a:t>
            </a:r>
            <a:r>
              <a:rPr dirty="0" sz="3450" spc="100">
                <a:solidFill>
                  <a:srgbClr val="181818"/>
                </a:solidFill>
                <a:latin typeface="Arial"/>
                <a:cs typeface="Arial"/>
              </a:rPr>
              <a:t>e.</a:t>
            </a:r>
            <a:endParaRPr sz="34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69000" y="3417106"/>
            <a:ext cx="993775" cy="939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7200" spc="5495">
                <a:solidFill>
                  <a:srgbClr val="36729C"/>
                </a:solidFill>
                <a:latin typeface="Times New Roman"/>
                <a:cs typeface="Times New Roman"/>
              </a:rPr>
              <a:t>,</a:t>
            </a:r>
            <a:r>
              <a:rPr dirty="0" sz="7200" spc="-3279">
                <a:solidFill>
                  <a:srgbClr val="BFC6CC"/>
                </a:solidFill>
                <a:latin typeface="Times New Roman"/>
                <a:cs typeface="Times New Roman"/>
              </a:rPr>
              <a:t>_</a:t>
            </a:r>
            <a:endParaRPr sz="7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604000" y="4451403"/>
            <a:ext cx="231140" cy="2857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590">
                <a:solidFill>
                  <a:srgbClr val="463B34"/>
                </a:solidFill>
                <a:latin typeface="Times New Roman"/>
                <a:cs typeface="Times New Roman"/>
              </a:rPr>
              <a:t>0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40200" y="6222017"/>
            <a:ext cx="101600" cy="1206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750" spc="95">
                <a:solidFill>
                  <a:srgbClr val="758E9C"/>
                </a:solidFill>
                <a:latin typeface="Arial"/>
                <a:cs typeface="Arial"/>
              </a:rPr>
              <a:t>X</a:t>
            </a:r>
            <a:endParaRPr sz="7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445000" y="7263064"/>
            <a:ext cx="149225" cy="3111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250" spc="220">
                <a:solidFill>
                  <a:srgbClr val="463B34"/>
                </a:solidFill>
                <a:latin typeface="Times New Roman"/>
                <a:cs typeface="Times New Roman"/>
              </a:rPr>
              <a:t>(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724900" y="6230460"/>
            <a:ext cx="7797165" cy="2387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104900" marR="2505075">
              <a:lnSpc>
                <a:spcPts val="4700"/>
              </a:lnSpc>
            </a:pPr>
            <a:r>
              <a:rPr dirty="0" sz="4000" spc="-20">
                <a:solidFill>
                  <a:srgbClr val="56646E"/>
                </a:solidFill>
                <a:latin typeface="Arial"/>
                <a:cs typeface="Arial"/>
              </a:rPr>
              <a:t>I</a:t>
            </a:r>
            <a:r>
              <a:rPr dirty="0" sz="4000" spc="70">
                <a:solidFill>
                  <a:srgbClr val="56646E"/>
                </a:solidFill>
                <a:latin typeface="Arial"/>
                <a:cs typeface="Arial"/>
              </a:rPr>
              <a:t>n</a:t>
            </a:r>
            <a:r>
              <a:rPr dirty="0" sz="4000" spc="375">
                <a:solidFill>
                  <a:srgbClr val="56646E"/>
                </a:solidFill>
                <a:latin typeface="Arial"/>
                <a:cs typeface="Arial"/>
              </a:rPr>
              <a:t>t</a:t>
            </a:r>
            <a:r>
              <a:rPr dirty="0" sz="4000" spc="170">
                <a:solidFill>
                  <a:srgbClr val="56646E"/>
                </a:solidFill>
                <a:latin typeface="Arial"/>
                <a:cs typeface="Arial"/>
              </a:rPr>
              <a:t>e</a:t>
            </a:r>
            <a:r>
              <a:rPr dirty="0" sz="4000" spc="250">
                <a:solidFill>
                  <a:srgbClr val="56646E"/>
                </a:solidFill>
                <a:latin typeface="Arial"/>
                <a:cs typeface="Arial"/>
              </a:rPr>
              <a:t>ract</a:t>
            </a:r>
            <a:r>
              <a:rPr dirty="0" sz="4000" spc="-25">
                <a:solidFill>
                  <a:srgbClr val="56646E"/>
                </a:solidFill>
                <a:latin typeface="Arial"/>
                <a:cs typeface="Arial"/>
              </a:rPr>
              <a:t>i</a:t>
            </a:r>
            <a:r>
              <a:rPr dirty="0" sz="4000" spc="170">
                <a:solidFill>
                  <a:srgbClr val="56646E"/>
                </a:solidFill>
                <a:latin typeface="Arial"/>
                <a:cs typeface="Arial"/>
              </a:rPr>
              <a:t>o</a:t>
            </a:r>
            <a:r>
              <a:rPr dirty="0" sz="4000" spc="509">
                <a:solidFill>
                  <a:srgbClr val="56646E"/>
                </a:solidFill>
                <a:latin typeface="Arial"/>
                <a:cs typeface="Arial"/>
              </a:rPr>
              <a:t>n</a:t>
            </a:r>
            <a:r>
              <a:rPr dirty="0" sz="4000" spc="254">
                <a:solidFill>
                  <a:srgbClr val="56646E"/>
                </a:solidFill>
                <a:latin typeface="Arial"/>
                <a:cs typeface="Arial"/>
              </a:rPr>
              <a:t> </a:t>
            </a:r>
            <a:r>
              <a:rPr dirty="0" sz="4000" spc="-95">
                <a:solidFill>
                  <a:srgbClr val="56646E"/>
                </a:solidFill>
                <a:latin typeface="Arial"/>
                <a:cs typeface="Arial"/>
              </a:rPr>
              <a:t>H</a:t>
            </a:r>
            <a:r>
              <a:rPr dirty="0" sz="4000" spc="170">
                <a:solidFill>
                  <a:srgbClr val="56646E"/>
                </a:solidFill>
                <a:latin typeface="Arial"/>
                <a:cs typeface="Arial"/>
              </a:rPr>
              <a:t>o</a:t>
            </a:r>
            <a:r>
              <a:rPr dirty="0" sz="4000" spc="260">
                <a:solidFill>
                  <a:srgbClr val="56646E"/>
                </a:solidFill>
                <a:latin typeface="Arial"/>
                <a:cs typeface="Arial"/>
              </a:rPr>
              <a:t>m</a:t>
            </a:r>
            <a:r>
              <a:rPr dirty="0" sz="4000" spc="160">
                <a:solidFill>
                  <a:srgbClr val="56646E"/>
                </a:solidFill>
                <a:latin typeface="Arial"/>
                <a:cs typeface="Arial"/>
              </a:rPr>
              <a:t>m</a:t>
            </a:r>
            <a:r>
              <a:rPr dirty="0" sz="4000" spc="229">
                <a:solidFill>
                  <a:srgbClr val="56646E"/>
                </a:solidFill>
                <a:latin typeface="Arial"/>
                <a:cs typeface="Arial"/>
              </a:rPr>
              <a:t>e-</a:t>
            </a:r>
            <a:r>
              <a:rPr dirty="0" sz="4000" spc="345">
                <a:solidFill>
                  <a:srgbClr val="56646E"/>
                </a:solidFill>
                <a:latin typeface="Arial"/>
                <a:cs typeface="Arial"/>
              </a:rPr>
              <a:t>M</a:t>
            </a:r>
            <a:r>
              <a:rPr dirty="0" sz="4000" spc="190">
                <a:solidFill>
                  <a:srgbClr val="56646E"/>
                </a:solidFill>
                <a:latin typeface="Arial"/>
                <a:cs typeface="Arial"/>
              </a:rPr>
              <a:t>ac</a:t>
            </a:r>
            <a:r>
              <a:rPr dirty="0" sz="4000" spc="170">
                <a:solidFill>
                  <a:srgbClr val="56646E"/>
                </a:solidFill>
                <a:latin typeface="Arial"/>
                <a:cs typeface="Arial"/>
              </a:rPr>
              <a:t>h</a:t>
            </a:r>
            <a:r>
              <a:rPr dirty="0" sz="4000" spc="210">
                <a:solidFill>
                  <a:srgbClr val="56646E"/>
                </a:solidFill>
                <a:latin typeface="Arial"/>
                <a:cs typeface="Arial"/>
              </a:rPr>
              <a:t>i</a:t>
            </a:r>
            <a:r>
              <a:rPr dirty="0" sz="4000" spc="170">
                <a:solidFill>
                  <a:srgbClr val="56646E"/>
                </a:solidFill>
                <a:latin typeface="Arial"/>
                <a:cs typeface="Arial"/>
              </a:rPr>
              <a:t>n</a:t>
            </a:r>
            <a:r>
              <a:rPr dirty="0" sz="4000" spc="175">
                <a:solidFill>
                  <a:srgbClr val="56646E"/>
                </a:solidFill>
                <a:latin typeface="Arial"/>
                <a:cs typeface="Arial"/>
              </a:rPr>
              <a:t>e</a:t>
            </a:r>
            <a:endParaRPr sz="4000">
              <a:latin typeface="Arial"/>
              <a:cs typeface="Arial"/>
            </a:endParaRPr>
          </a:p>
          <a:p>
            <a:pPr marL="12700" marR="5080" indent="12700">
              <a:lnSpc>
                <a:spcPct val="101400"/>
              </a:lnSpc>
              <a:spcBef>
                <a:spcPts val="1350"/>
              </a:spcBef>
            </a:pPr>
            <a:r>
              <a:rPr dirty="0" sz="3450" spc="55">
                <a:solidFill>
                  <a:srgbClr val="181818"/>
                </a:solidFill>
                <a:latin typeface="Arial"/>
                <a:cs typeface="Arial"/>
              </a:rPr>
              <a:t>Le</a:t>
            </a:r>
            <a:r>
              <a:rPr dirty="0" sz="3450" spc="-114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3450" spc="60">
                <a:solidFill>
                  <a:srgbClr val="181818"/>
                </a:solidFill>
                <a:latin typeface="Arial"/>
                <a:cs typeface="Arial"/>
              </a:rPr>
              <a:t>Web,</a:t>
            </a:r>
            <a:r>
              <a:rPr dirty="0" sz="3450" spc="37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3450" spc="-65">
                <a:solidFill>
                  <a:srgbClr val="181818"/>
                </a:solidFill>
                <a:latin typeface="Arial"/>
                <a:cs typeface="Arial"/>
              </a:rPr>
              <a:t>I</a:t>
            </a:r>
            <a:r>
              <a:rPr dirty="0" sz="3450" spc="180">
                <a:solidFill>
                  <a:srgbClr val="181818"/>
                </a:solidFill>
                <a:latin typeface="Arial"/>
                <a:cs typeface="Arial"/>
              </a:rPr>
              <a:t>n</a:t>
            </a:r>
            <a:r>
              <a:rPr dirty="0" sz="3450" spc="295">
                <a:solidFill>
                  <a:srgbClr val="181818"/>
                </a:solidFill>
                <a:latin typeface="Arial"/>
                <a:cs typeface="Arial"/>
              </a:rPr>
              <a:t>ter</a:t>
            </a:r>
            <a:r>
              <a:rPr dirty="0" sz="3450" spc="484">
                <a:solidFill>
                  <a:srgbClr val="181818"/>
                </a:solidFill>
                <a:latin typeface="Arial"/>
                <a:cs typeface="Arial"/>
              </a:rPr>
              <a:t>f</a:t>
            </a:r>
            <a:r>
              <a:rPr dirty="0" sz="3450" spc="215">
                <a:solidFill>
                  <a:srgbClr val="181818"/>
                </a:solidFill>
                <a:latin typeface="Arial"/>
                <a:cs typeface="Arial"/>
              </a:rPr>
              <a:t>aces</a:t>
            </a:r>
            <a:r>
              <a:rPr dirty="0" sz="3450" spc="-2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3450" spc="180">
                <a:solidFill>
                  <a:srgbClr val="181818"/>
                </a:solidFill>
                <a:latin typeface="Arial"/>
                <a:cs typeface="Arial"/>
              </a:rPr>
              <a:t>u</a:t>
            </a:r>
            <a:r>
              <a:rPr dirty="0" sz="3450" spc="375">
                <a:solidFill>
                  <a:srgbClr val="181818"/>
                </a:solidFill>
                <a:latin typeface="Arial"/>
                <a:cs typeface="Arial"/>
              </a:rPr>
              <a:t>ti</a:t>
            </a:r>
            <a:r>
              <a:rPr dirty="0" sz="3450" spc="-70">
                <a:solidFill>
                  <a:srgbClr val="181818"/>
                </a:solidFill>
                <a:latin typeface="Arial"/>
                <a:cs typeface="Arial"/>
              </a:rPr>
              <a:t>l</a:t>
            </a:r>
            <a:r>
              <a:rPr dirty="0" sz="3450" spc="-75">
                <a:solidFill>
                  <a:srgbClr val="181818"/>
                </a:solidFill>
                <a:latin typeface="Arial"/>
                <a:cs typeface="Arial"/>
              </a:rPr>
              <a:t>i</a:t>
            </a:r>
            <a:r>
              <a:rPr dirty="0" sz="3450" spc="240">
                <a:solidFill>
                  <a:srgbClr val="181818"/>
                </a:solidFill>
                <a:latin typeface="Arial"/>
                <a:cs typeface="Arial"/>
              </a:rPr>
              <a:t>sate</a:t>
            </a:r>
            <a:r>
              <a:rPr dirty="0" sz="3450" spc="400">
                <a:solidFill>
                  <a:srgbClr val="181818"/>
                </a:solidFill>
                <a:latin typeface="Arial"/>
                <a:cs typeface="Arial"/>
              </a:rPr>
              <a:t>u</a:t>
            </a:r>
            <a:r>
              <a:rPr dirty="0" sz="3450" spc="300">
                <a:solidFill>
                  <a:srgbClr val="181818"/>
                </a:solidFill>
                <a:latin typeface="Arial"/>
                <a:cs typeface="Arial"/>
              </a:rPr>
              <a:t>rs</a:t>
            </a:r>
            <a:r>
              <a:rPr dirty="0" sz="3450" spc="-4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3450" spc="145">
                <a:solidFill>
                  <a:srgbClr val="181818"/>
                </a:solidFill>
                <a:latin typeface="Arial"/>
                <a:cs typeface="Arial"/>
              </a:rPr>
              <a:t>(</a:t>
            </a:r>
            <a:r>
              <a:rPr dirty="0" sz="3450" spc="100">
                <a:solidFill>
                  <a:srgbClr val="181818"/>
                </a:solidFill>
                <a:latin typeface="Arial"/>
                <a:cs typeface="Arial"/>
              </a:rPr>
              <a:t>U</a:t>
            </a:r>
            <a:r>
              <a:rPr dirty="0" sz="3450" spc="-170">
                <a:solidFill>
                  <a:srgbClr val="181818"/>
                </a:solidFill>
                <a:latin typeface="Arial"/>
                <a:cs typeface="Arial"/>
              </a:rPr>
              <a:t>I</a:t>
            </a:r>
            <a:r>
              <a:rPr dirty="0" sz="3450" spc="245">
                <a:solidFill>
                  <a:srgbClr val="181818"/>
                </a:solidFill>
                <a:latin typeface="Arial"/>
                <a:cs typeface="Arial"/>
              </a:rPr>
              <a:t>)</a:t>
            </a:r>
            <a:r>
              <a:rPr dirty="0" sz="3450" spc="325">
                <a:solidFill>
                  <a:srgbClr val="181818"/>
                </a:solidFill>
                <a:latin typeface="Arial"/>
                <a:cs typeface="Arial"/>
              </a:rPr>
              <a:t>,</a:t>
            </a:r>
            <a:r>
              <a:rPr dirty="0" sz="3450" spc="325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3450" spc="-114">
                <a:solidFill>
                  <a:srgbClr val="181818"/>
                </a:solidFill>
                <a:latin typeface="Arial"/>
                <a:cs typeface="Arial"/>
              </a:rPr>
              <a:t>G</a:t>
            </a:r>
            <a:r>
              <a:rPr dirty="0" sz="3450" spc="245">
                <a:solidFill>
                  <a:srgbClr val="181818"/>
                </a:solidFill>
                <a:latin typeface="Arial"/>
                <a:cs typeface="Arial"/>
              </a:rPr>
              <a:t>e</a:t>
            </a:r>
            <a:r>
              <a:rPr dirty="0" sz="3450" spc="100">
                <a:solidFill>
                  <a:srgbClr val="181818"/>
                </a:solidFill>
                <a:latin typeface="Arial"/>
                <a:cs typeface="Arial"/>
              </a:rPr>
              <a:t>s</a:t>
            </a:r>
            <a:r>
              <a:rPr dirty="0" sz="3450" spc="484">
                <a:solidFill>
                  <a:srgbClr val="181818"/>
                </a:solidFill>
                <a:latin typeface="Arial"/>
                <a:cs typeface="Arial"/>
              </a:rPr>
              <a:t>t</a:t>
            </a:r>
            <a:r>
              <a:rPr dirty="0" sz="3450" spc="175">
                <a:solidFill>
                  <a:srgbClr val="181818"/>
                </a:solidFill>
                <a:latin typeface="Arial"/>
                <a:cs typeface="Arial"/>
              </a:rPr>
              <a:t>i</a:t>
            </a:r>
            <a:r>
              <a:rPr dirty="0" sz="3450" spc="305">
                <a:solidFill>
                  <a:srgbClr val="181818"/>
                </a:solidFill>
                <a:latin typeface="Arial"/>
                <a:cs typeface="Arial"/>
              </a:rPr>
              <a:t>on</a:t>
            </a:r>
            <a:r>
              <a:rPr dirty="0" sz="3450" spc="-11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3450" spc="275">
                <a:solidFill>
                  <a:srgbClr val="181818"/>
                </a:solidFill>
                <a:latin typeface="Arial"/>
                <a:cs typeface="Arial"/>
              </a:rPr>
              <a:t>d</a:t>
            </a:r>
            <a:r>
              <a:rPr dirty="0" sz="3450" spc="235">
                <a:solidFill>
                  <a:srgbClr val="181818"/>
                </a:solidFill>
                <a:latin typeface="Arial"/>
                <a:cs typeface="Arial"/>
              </a:rPr>
              <a:t>es</a:t>
            </a:r>
            <a:r>
              <a:rPr dirty="0" sz="3450" spc="-18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3450" spc="75">
                <a:solidFill>
                  <a:srgbClr val="181818"/>
                </a:solidFill>
                <a:latin typeface="Arial"/>
                <a:cs typeface="Arial"/>
              </a:rPr>
              <a:t>é</a:t>
            </a:r>
            <a:r>
              <a:rPr dirty="0" sz="3450" spc="275">
                <a:solidFill>
                  <a:srgbClr val="181818"/>
                </a:solidFill>
                <a:latin typeface="Arial"/>
                <a:cs typeface="Arial"/>
              </a:rPr>
              <a:t>vén</a:t>
            </a:r>
            <a:r>
              <a:rPr dirty="0" sz="3450" spc="245">
                <a:solidFill>
                  <a:srgbClr val="181818"/>
                </a:solidFill>
                <a:latin typeface="Arial"/>
                <a:cs typeface="Arial"/>
              </a:rPr>
              <a:t>e</a:t>
            </a:r>
            <a:r>
              <a:rPr dirty="0" sz="3450" spc="355">
                <a:solidFill>
                  <a:srgbClr val="181818"/>
                </a:solidFill>
                <a:latin typeface="Arial"/>
                <a:cs typeface="Arial"/>
              </a:rPr>
              <a:t>m</a:t>
            </a:r>
            <a:r>
              <a:rPr dirty="0" sz="3450" spc="245">
                <a:solidFill>
                  <a:srgbClr val="181818"/>
                </a:solidFill>
                <a:latin typeface="Arial"/>
                <a:cs typeface="Arial"/>
              </a:rPr>
              <a:t>e</a:t>
            </a:r>
            <a:r>
              <a:rPr dirty="0" sz="3450" spc="105">
                <a:solidFill>
                  <a:srgbClr val="181818"/>
                </a:solidFill>
                <a:latin typeface="Arial"/>
                <a:cs typeface="Arial"/>
              </a:rPr>
              <a:t>n</a:t>
            </a:r>
            <a:r>
              <a:rPr dirty="0" sz="3450" spc="265">
                <a:solidFill>
                  <a:srgbClr val="181818"/>
                </a:solidFill>
                <a:latin typeface="Arial"/>
                <a:cs typeface="Arial"/>
              </a:rPr>
              <a:t>ts.</a:t>
            </a:r>
            <a:endParaRPr sz="3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22800" y="3962400"/>
            <a:ext cx="2133600" cy="2387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70800" y="3962400"/>
            <a:ext cx="2133600" cy="2387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414000" y="3632200"/>
            <a:ext cx="2641600" cy="2692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665200" y="3302000"/>
            <a:ext cx="2667000" cy="31242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17600" y="3454400"/>
            <a:ext cx="2794000" cy="2819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120900" y="1138648"/>
            <a:ext cx="13486765" cy="939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7200" spc="280" b="1">
                <a:solidFill>
                  <a:srgbClr val="112A48"/>
                </a:solidFill>
                <a:latin typeface="Arial"/>
                <a:cs typeface="Arial"/>
              </a:rPr>
              <a:t>O</a:t>
            </a:r>
            <a:r>
              <a:rPr dirty="0" sz="7200" spc="30" b="1">
                <a:solidFill>
                  <a:srgbClr val="112A48"/>
                </a:solidFill>
                <a:latin typeface="Arial"/>
                <a:cs typeface="Arial"/>
              </a:rPr>
              <a:t>u</a:t>
            </a:r>
            <a:r>
              <a:rPr dirty="0" sz="7200" spc="795" b="1">
                <a:solidFill>
                  <a:srgbClr val="112A48"/>
                </a:solidFill>
                <a:latin typeface="Arial"/>
                <a:cs typeface="Arial"/>
              </a:rPr>
              <a:t>t</a:t>
            </a:r>
            <a:r>
              <a:rPr dirty="0" sz="7200" spc="85" b="1">
                <a:solidFill>
                  <a:srgbClr val="112A48"/>
                </a:solidFill>
                <a:latin typeface="Arial"/>
                <a:cs typeface="Arial"/>
              </a:rPr>
              <a:t>i</a:t>
            </a:r>
            <a:r>
              <a:rPr dirty="0" sz="7200" spc="-114" b="1">
                <a:solidFill>
                  <a:srgbClr val="112A48"/>
                </a:solidFill>
                <a:latin typeface="Arial"/>
                <a:cs typeface="Arial"/>
              </a:rPr>
              <a:t>l</a:t>
            </a:r>
            <a:r>
              <a:rPr dirty="0" sz="7200" spc="280" b="1">
                <a:solidFill>
                  <a:srgbClr val="112A48"/>
                </a:solidFill>
                <a:latin typeface="Arial"/>
                <a:cs typeface="Arial"/>
              </a:rPr>
              <a:t>s</a:t>
            </a:r>
            <a:r>
              <a:rPr dirty="0" sz="7200" spc="-185" b="1">
                <a:solidFill>
                  <a:srgbClr val="112A48"/>
                </a:solidFill>
                <a:latin typeface="Arial"/>
                <a:cs typeface="Arial"/>
              </a:rPr>
              <a:t> </a:t>
            </a:r>
            <a:r>
              <a:rPr dirty="0" sz="7200" spc="415" b="1">
                <a:solidFill>
                  <a:srgbClr val="112A48"/>
                </a:solidFill>
                <a:latin typeface="Arial"/>
                <a:cs typeface="Arial"/>
              </a:rPr>
              <a:t>et</a:t>
            </a:r>
            <a:r>
              <a:rPr dirty="0" sz="7200" spc="165" b="1">
                <a:solidFill>
                  <a:srgbClr val="112A48"/>
                </a:solidFill>
                <a:latin typeface="Arial"/>
                <a:cs typeface="Arial"/>
              </a:rPr>
              <a:t> </a:t>
            </a:r>
            <a:r>
              <a:rPr dirty="0" sz="7200" spc="-114" b="1">
                <a:solidFill>
                  <a:srgbClr val="112A48"/>
                </a:solidFill>
                <a:latin typeface="Arial"/>
                <a:cs typeface="Arial"/>
              </a:rPr>
              <a:t>l</a:t>
            </a:r>
            <a:r>
              <a:rPr dirty="0" sz="7200" spc="320" b="1">
                <a:solidFill>
                  <a:srgbClr val="112A48"/>
                </a:solidFill>
                <a:latin typeface="Arial"/>
                <a:cs typeface="Arial"/>
              </a:rPr>
              <a:t>a</a:t>
            </a:r>
            <a:r>
              <a:rPr dirty="0" sz="7200" spc="295" b="1">
                <a:solidFill>
                  <a:srgbClr val="112A48"/>
                </a:solidFill>
                <a:latin typeface="Arial"/>
                <a:cs typeface="Arial"/>
              </a:rPr>
              <a:t>n</a:t>
            </a:r>
            <a:r>
              <a:rPr dirty="0" sz="7200" spc="360" b="1">
                <a:solidFill>
                  <a:srgbClr val="112A48"/>
                </a:solidFill>
                <a:latin typeface="Arial"/>
                <a:cs typeface="Arial"/>
              </a:rPr>
              <a:t>g</a:t>
            </a:r>
            <a:r>
              <a:rPr dirty="0" sz="7200" spc="325" b="1">
                <a:solidFill>
                  <a:srgbClr val="112A48"/>
                </a:solidFill>
                <a:latin typeface="Arial"/>
                <a:cs typeface="Arial"/>
              </a:rPr>
              <a:t>ages</a:t>
            </a:r>
            <a:r>
              <a:rPr dirty="0" sz="7200" spc="20" b="1">
                <a:solidFill>
                  <a:srgbClr val="112A48"/>
                </a:solidFill>
                <a:latin typeface="Arial"/>
                <a:cs typeface="Arial"/>
              </a:rPr>
              <a:t> </a:t>
            </a:r>
            <a:r>
              <a:rPr dirty="0" sz="7200" spc="295" b="1">
                <a:solidFill>
                  <a:srgbClr val="112A48"/>
                </a:solidFill>
                <a:latin typeface="Arial"/>
                <a:cs typeface="Arial"/>
              </a:rPr>
              <a:t>m</a:t>
            </a:r>
            <a:r>
              <a:rPr dirty="0" sz="7200" spc="280" b="1">
                <a:solidFill>
                  <a:srgbClr val="112A48"/>
                </a:solidFill>
                <a:latin typeface="Arial"/>
                <a:cs typeface="Arial"/>
              </a:rPr>
              <a:t>a</a:t>
            </a:r>
            <a:r>
              <a:rPr dirty="0" sz="7200" spc="114" b="1">
                <a:solidFill>
                  <a:srgbClr val="112A48"/>
                </a:solidFill>
                <a:latin typeface="Arial"/>
                <a:cs typeface="Arial"/>
              </a:rPr>
              <a:t> </a:t>
            </a:r>
            <a:r>
              <a:rPr dirty="0" sz="7200" spc="360" b="1">
                <a:solidFill>
                  <a:srgbClr val="112A48"/>
                </a:solidFill>
                <a:latin typeface="Arial"/>
                <a:cs typeface="Arial"/>
              </a:rPr>
              <a:t>tr</a:t>
            </a:r>
            <a:r>
              <a:rPr dirty="0" sz="7200" spc="305" b="1">
                <a:solidFill>
                  <a:srgbClr val="112A48"/>
                </a:solidFill>
                <a:latin typeface="Arial"/>
                <a:cs typeface="Arial"/>
              </a:rPr>
              <a:t>i</a:t>
            </a:r>
            <a:r>
              <a:rPr dirty="0" sz="7200" spc="195" b="1">
                <a:solidFill>
                  <a:srgbClr val="112A48"/>
                </a:solidFill>
                <a:latin typeface="Arial"/>
                <a:cs typeface="Arial"/>
              </a:rPr>
              <a:t>s</a:t>
            </a:r>
            <a:r>
              <a:rPr dirty="0" sz="7200" spc="440" b="1">
                <a:solidFill>
                  <a:srgbClr val="112A48"/>
                </a:solidFill>
                <a:latin typeface="Arial"/>
                <a:cs typeface="Arial"/>
              </a:rPr>
              <a:t>é</a:t>
            </a:r>
            <a:r>
              <a:rPr dirty="0" sz="7200" spc="550" b="1">
                <a:solidFill>
                  <a:srgbClr val="112A48"/>
                </a:solidFill>
                <a:latin typeface="Arial"/>
                <a:cs typeface="Arial"/>
              </a:rPr>
              <a:t>s</a:t>
            </a:r>
            <a:r>
              <a:rPr dirty="0" sz="7200" spc="580" b="1">
                <a:solidFill>
                  <a:srgbClr val="112A48"/>
                </a:solidFill>
                <a:latin typeface="Arial"/>
                <a:cs typeface="Arial"/>
              </a:rPr>
              <a:t>.</a:t>
            </a:r>
            <a:endParaRPr sz="72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140">
                <a:solidFill>
                  <a:srgbClr val="0E1523"/>
                </a:solidFill>
              </a:rPr>
              <a:t>N</a:t>
            </a:r>
            <a:r>
              <a:rPr dirty="0" spc="70"/>
              <a:t>o</a:t>
            </a:r>
            <a:r>
              <a:rPr dirty="0" spc="55"/>
              <a:t>t</a:t>
            </a:r>
            <a:r>
              <a:rPr dirty="0" spc="45"/>
              <a:t>e</a:t>
            </a:r>
            <a:r>
              <a:rPr dirty="0" spc="114"/>
              <a:t>bo</a:t>
            </a:r>
            <a:r>
              <a:rPr dirty="0" spc="-5"/>
              <a:t>o</a:t>
            </a:r>
            <a:r>
              <a:rPr dirty="0" spc="45"/>
              <a:t>k</a:t>
            </a:r>
            <a:r>
              <a:rPr dirty="0" spc="-25"/>
              <a:t>L</a:t>
            </a:r>
            <a:r>
              <a:rPr dirty="0" spc="114">
                <a:solidFill>
                  <a:srgbClr val="0E1523"/>
                </a:solidFill>
              </a:rPr>
              <a:t>M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813300" y="3296105"/>
            <a:ext cx="1843405" cy="596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4500" spc="245" b="1">
                <a:solidFill>
                  <a:srgbClr val="050707"/>
                </a:solidFill>
                <a:latin typeface="Arial"/>
                <a:cs typeface="Arial"/>
              </a:rPr>
              <a:t>H</a:t>
            </a:r>
            <a:r>
              <a:rPr dirty="0" sz="4500" spc="385" b="1">
                <a:solidFill>
                  <a:srgbClr val="050707"/>
                </a:solidFill>
                <a:latin typeface="Arial"/>
                <a:cs typeface="Arial"/>
              </a:rPr>
              <a:t>T</a:t>
            </a:r>
            <a:r>
              <a:rPr dirty="0" sz="4500" spc="650" b="1">
                <a:solidFill>
                  <a:srgbClr val="050707"/>
                </a:solidFill>
                <a:latin typeface="Arial"/>
                <a:cs typeface="Arial"/>
              </a:rPr>
              <a:t>M</a:t>
            </a:r>
            <a:r>
              <a:rPr dirty="0" sz="4500" spc="440" b="1">
                <a:solidFill>
                  <a:srgbClr val="050707"/>
                </a:solidFill>
                <a:latin typeface="Arial"/>
                <a:cs typeface="Arial"/>
              </a:rPr>
              <a:t>L</a:t>
            </a:r>
            <a:endParaRPr sz="4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15300" y="3296105"/>
            <a:ext cx="1281430" cy="596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4500" spc="145" b="1">
                <a:solidFill>
                  <a:srgbClr val="050707"/>
                </a:solidFill>
                <a:latin typeface="Arial"/>
                <a:cs typeface="Arial"/>
              </a:rPr>
              <a:t>C</a:t>
            </a:r>
            <a:r>
              <a:rPr dirty="0" sz="4500" spc="70" b="1">
                <a:solidFill>
                  <a:srgbClr val="050707"/>
                </a:solidFill>
                <a:latin typeface="Arial"/>
                <a:cs typeface="Arial"/>
              </a:rPr>
              <a:t>S</a:t>
            </a:r>
            <a:r>
              <a:rPr dirty="0" sz="4500" spc="360" b="1">
                <a:solidFill>
                  <a:srgbClr val="050707"/>
                </a:solidFill>
                <a:latin typeface="Arial"/>
                <a:cs typeface="Arial"/>
              </a:rPr>
              <a:t>S</a:t>
            </a:r>
            <a:endParaRPr sz="4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16200" y="7953430"/>
            <a:ext cx="12388850" cy="660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5000" spc="-720">
                <a:solidFill>
                  <a:srgbClr val="465056"/>
                </a:solidFill>
                <a:latin typeface="Courier New"/>
                <a:cs typeface="Courier New"/>
              </a:rPr>
              <a:t>L</a:t>
            </a:r>
            <a:r>
              <a:rPr dirty="0" sz="5000" spc="-580">
                <a:solidFill>
                  <a:srgbClr val="465056"/>
                </a:solidFill>
                <a:latin typeface="Courier New"/>
                <a:cs typeface="Courier New"/>
              </a:rPr>
              <a:t>'</a:t>
            </a:r>
            <a:r>
              <a:rPr dirty="0" sz="5000" spc="-660">
                <a:solidFill>
                  <a:srgbClr val="465056"/>
                </a:solidFill>
                <a:latin typeface="Courier New"/>
                <a:cs typeface="Courier New"/>
              </a:rPr>
              <a:t>e</a:t>
            </a:r>
            <a:r>
              <a:rPr dirty="0" sz="5000" spc="-640">
                <a:solidFill>
                  <a:srgbClr val="465056"/>
                </a:solidFill>
                <a:latin typeface="Courier New"/>
                <a:cs typeface="Courier New"/>
              </a:rPr>
              <a:t>n</a:t>
            </a:r>
            <a:r>
              <a:rPr dirty="0" sz="5000" spc="-500">
                <a:solidFill>
                  <a:srgbClr val="465056"/>
                </a:solidFill>
                <a:latin typeface="Courier New"/>
                <a:cs typeface="Courier New"/>
              </a:rPr>
              <a:t>v</a:t>
            </a:r>
            <a:r>
              <a:rPr dirty="0" sz="5000" spc="-500">
                <a:solidFill>
                  <a:srgbClr val="465056"/>
                </a:solidFill>
                <a:latin typeface="Courier New"/>
                <a:cs typeface="Courier New"/>
              </a:rPr>
              <a:t>i</a:t>
            </a:r>
            <a:r>
              <a:rPr dirty="0" sz="5000" spc="-700">
                <a:solidFill>
                  <a:srgbClr val="465056"/>
                </a:solidFill>
                <a:latin typeface="Courier New"/>
                <a:cs typeface="Courier New"/>
              </a:rPr>
              <a:t>r</a:t>
            </a:r>
            <a:r>
              <a:rPr dirty="0" sz="5000" spc="-660">
                <a:solidFill>
                  <a:srgbClr val="465056"/>
                </a:solidFill>
                <a:latin typeface="Courier New"/>
                <a:cs typeface="Courier New"/>
              </a:rPr>
              <a:t>o</a:t>
            </a:r>
            <a:r>
              <a:rPr dirty="0" sz="5000" spc="-440">
                <a:solidFill>
                  <a:srgbClr val="465056"/>
                </a:solidFill>
                <a:latin typeface="Courier New"/>
                <a:cs typeface="Courier New"/>
              </a:rPr>
              <a:t>n</a:t>
            </a:r>
            <a:r>
              <a:rPr dirty="0" sz="5000" spc="-690">
                <a:solidFill>
                  <a:srgbClr val="465056"/>
                </a:solidFill>
                <a:latin typeface="Courier New"/>
                <a:cs typeface="Courier New"/>
              </a:rPr>
              <a:t>n</a:t>
            </a:r>
            <a:r>
              <a:rPr dirty="0" sz="5000" spc="-610">
                <a:solidFill>
                  <a:srgbClr val="465056"/>
                </a:solidFill>
                <a:latin typeface="Courier New"/>
                <a:cs typeface="Courier New"/>
              </a:rPr>
              <a:t>e</a:t>
            </a:r>
            <a:r>
              <a:rPr dirty="0" sz="5000" spc="-690">
                <a:solidFill>
                  <a:srgbClr val="465056"/>
                </a:solidFill>
                <a:latin typeface="Courier New"/>
                <a:cs typeface="Courier New"/>
              </a:rPr>
              <a:t>ment</a:t>
            </a:r>
            <a:r>
              <a:rPr dirty="0" sz="5000" spc="-140">
                <a:solidFill>
                  <a:srgbClr val="465056"/>
                </a:solidFill>
                <a:latin typeface="Courier New"/>
                <a:cs typeface="Courier New"/>
              </a:rPr>
              <a:t> </a:t>
            </a:r>
            <a:r>
              <a:rPr dirty="0" sz="5000" spc="-700">
                <a:solidFill>
                  <a:srgbClr val="465056"/>
                </a:solidFill>
                <a:latin typeface="Courier New"/>
                <a:cs typeface="Courier New"/>
              </a:rPr>
              <a:t>s</a:t>
            </a:r>
            <a:r>
              <a:rPr dirty="0" sz="5000" spc="-660">
                <a:solidFill>
                  <a:srgbClr val="465056"/>
                </a:solidFill>
                <a:latin typeface="Courier New"/>
                <a:cs typeface="Courier New"/>
              </a:rPr>
              <a:t>t</a:t>
            </a:r>
            <a:r>
              <a:rPr dirty="0" sz="5000" spc="-440">
                <a:solidFill>
                  <a:srgbClr val="465056"/>
                </a:solidFill>
                <a:latin typeface="Courier New"/>
                <a:cs typeface="Courier New"/>
              </a:rPr>
              <a:t>a</a:t>
            </a:r>
            <a:r>
              <a:rPr dirty="0" sz="5000" spc="-840">
                <a:solidFill>
                  <a:srgbClr val="465056"/>
                </a:solidFill>
                <a:latin typeface="Courier New"/>
                <a:cs typeface="Courier New"/>
              </a:rPr>
              <a:t>n</a:t>
            </a:r>
            <a:r>
              <a:rPr dirty="0" sz="5000" spc="-459">
                <a:solidFill>
                  <a:srgbClr val="465056"/>
                </a:solidFill>
                <a:latin typeface="Courier New"/>
                <a:cs typeface="Courier New"/>
              </a:rPr>
              <a:t>d</a:t>
            </a:r>
            <a:r>
              <a:rPr dirty="0" sz="5000" spc="-400">
                <a:solidFill>
                  <a:srgbClr val="465056"/>
                </a:solidFill>
                <a:latin typeface="Courier New"/>
                <a:cs typeface="Courier New"/>
              </a:rPr>
              <a:t>a</a:t>
            </a:r>
            <a:r>
              <a:rPr dirty="0" sz="5000" spc="-810">
                <a:solidFill>
                  <a:srgbClr val="465056"/>
                </a:solidFill>
                <a:latin typeface="Courier New"/>
                <a:cs typeface="Courier New"/>
              </a:rPr>
              <a:t>rd</a:t>
            </a:r>
            <a:r>
              <a:rPr dirty="0" sz="5000" spc="-280">
                <a:solidFill>
                  <a:srgbClr val="465056"/>
                </a:solidFill>
                <a:latin typeface="Courier New"/>
                <a:cs typeface="Courier New"/>
              </a:rPr>
              <a:t> </a:t>
            </a:r>
            <a:r>
              <a:rPr dirty="0" sz="5000" spc="-600">
                <a:solidFill>
                  <a:srgbClr val="465056"/>
                </a:solidFill>
                <a:latin typeface="Courier New"/>
                <a:cs typeface="Courier New"/>
              </a:rPr>
              <a:t>d</a:t>
            </a:r>
            <a:r>
              <a:rPr dirty="0" sz="5000" spc="-570">
                <a:solidFill>
                  <a:srgbClr val="465056"/>
                </a:solidFill>
                <a:latin typeface="Courier New"/>
                <a:cs typeface="Courier New"/>
              </a:rPr>
              <a:t>e</a:t>
            </a:r>
            <a:r>
              <a:rPr dirty="0" sz="5000" spc="-830">
                <a:solidFill>
                  <a:srgbClr val="465056"/>
                </a:solidFill>
                <a:latin typeface="Courier New"/>
                <a:cs typeface="Courier New"/>
              </a:rPr>
              <a:t> </a:t>
            </a:r>
            <a:r>
              <a:rPr dirty="0" sz="5000" spc="300">
                <a:solidFill>
                  <a:srgbClr val="465056"/>
                </a:solidFill>
                <a:latin typeface="Courier New"/>
                <a:cs typeface="Courier New"/>
              </a:rPr>
              <a:t>l</a:t>
            </a:r>
            <a:r>
              <a:rPr dirty="0" sz="5000" spc="-509">
                <a:solidFill>
                  <a:srgbClr val="465056"/>
                </a:solidFill>
                <a:latin typeface="Courier New"/>
                <a:cs typeface="Courier New"/>
              </a:rPr>
              <a:t>'</a:t>
            </a:r>
            <a:r>
              <a:rPr dirty="0" sz="5000" spc="-1390">
                <a:solidFill>
                  <a:srgbClr val="465056"/>
                </a:solidFill>
                <a:latin typeface="Courier New"/>
                <a:cs typeface="Courier New"/>
              </a:rPr>
              <a:t>i</a:t>
            </a:r>
            <a:r>
              <a:rPr dirty="0" sz="5000" spc="-600">
                <a:solidFill>
                  <a:srgbClr val="465056"/>
                </a:solidFill>
                <a:latin typeface="Courier New"/>
                <a:cs typeface="Courier New"/>
              </a:rPr>
              <a:t>n</a:t>
            </a:r>
            <a:r>
              <a:rPr dirty="0" sz="5000" spc="-600">
                <a:solidFill>
                  <a:srgbClr val="465056"/>
                </a:solidFill>
                <a:latin typeface="Courier New"/>
                <a:cs typeface="Courier New"/>
              </a:rPr>
              <a:t>d</a:t>
            </a:r>
            <a:r>
              <a:rPr dirty="0" sz="5000" spc="-600">
                <a:solidFill>
                  <a:srgbClr val="465056"/>
                </a:solidFill>
                <a:latin typeface="Courier New"/>
                <a:cs typeface="Courier New"/>
              </a:rPr>
              <a:t>u</a:t>
            </a:r>
            <a:r>
              <a:rPr dirty="0" sz="5000" spc="-700">
                <a:solidFill>
                  <a:srgbClr val="465056"/>
                </a:solidFill>
                <a:latin typeface="Courier New"/>
                <a:cs typeface="Courier New"/>
              </a:rPr>
              <a:t>s</a:t>
            </a:r>
            <a:r>
              <a:rPr dirty="0" sz="5000" spc="-540">
                <a:solidFill>
                  <a:srgbClr val="465056"/>
                </a:solidFill>
                <a:latin typeface="Courier New"/>
                <a:cs typeface="Courier New"/>
              </a:rPr>
              <a:t>t</a:t>
            </a:r>
            <a:r>
              <a:rPr dirty="0" sz="5000" spc="-560">
                <a:solidFill>
                  <a:srgbClr val="465056"/>
                </a:solidFill>
                <a:latin typeface="Courier New"/>
                <a:cs typeface="Courier New"/>
              </a:rPr>
              <a:t>r</a:t>
            </a:r>
            <a:r>
              <a:rPr dirty="0" sz="5000" spc="-600">
                <a:solidFill>
                  <a:srgbClr val="465056"/>
                </a:solidFill>
                <a:latin typeface="Courier New"/>
                <a:cs typeface="Courier New"/>
              </a:rPr>
              <a:t>i</a:t>
            </a:r>
            <a:r>
              <a:rPr dirty="0" sz="5000" spc="-570">
                <a:solidFill>
                  <a:srgbClr val="465056"/>
                </a:solidFill>
                <a:latin typeface="Courier New"/>
                <a:cs typeface="Courier New"/>
              </a:rPr>
              <a:t>e</a:t>
            </a:r>
            <a:r>
              <a:rPr dirty="0" sz="5000" spc="-2430">
                <a:solidFill>
                  <a:srgbClr val="465056"/>
                </a:solidFill>
                <a:latin typeface="Courier New"/>
                <a:cs typeface="Courier New"/>
              </a:rPr>
              <a:t> </a:t>
            </a:r>
            <a:r>
              <a:rPr dirty="0" sz="5000" spc="150">
                <a:solidFill>
                  <a:srgbClr val="465056"/>
                </a:solidFill>
                <a:latin typeface="Courier New"/>
                <a:cs typeface="Courier New"/>
              </a:rPr>
              <a:t>.</a:t>
            </a:r>
            <a:endParaRPr sz="5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9800" y="3835400"/>
            <a:ext cx="2387600" cy="1930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292600" y="3708400"/>
            <a:ext cx="2260600" cy="2057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280400" y="3606800"/>
            <a:ext cx="838200" cy="1041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874000" y="5003800"/>
            <a:ext cx="1727200" cy="8382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972800" y="3683000"/>
            <a:ext cx="2209800" cy="22352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4198600" y="3657600"/>
            <a:ext cx="2362200" cy="2286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2000" y="3041650"/>
            <a:ext cx="2755900" cy="0"/>
          </a:xfrm>
          <a:custGeom>
            <a:avLst/>
            <a:gdLst/>
            <a:ahLst/>
            <a:cxnLst/>
            <a:rect l="l" t="t" r="r" b="b"/>
            <a:pathLst>
              <a:path w="2755900" h="0">
                <a:moveTo>
                  <a:pt x="0" y="0"/>
                </a:moveTo>
                <a:lnTo>
                  <a:pt x="2755900" y="0"/>
                </a:lnTo>
              </a:path>
            </a:pathLst>
          </a:custGeom>
          <a:ln w="38100">
            <a:solidFill>
              <a:srgbClr val="1828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41350" y="3098800"/>
            <a:ext cx="0" cy="4686300"/>
          </a:xfrm>
          <a:custGeom>
            <a:avLst/>
            <a:gdLst/>
            <a:ahLst/>
            <a:cxnLst/>
            <a:rect l="l" t="t" r="r" b="b"/>
            <a:pathLst>
              <a:path w="0" h="4686300">
                <a:moveTo>
                  <a:pt x="0" y="4686300"/>
                </a:moveTo>
                <a:lnTo>
                  <a:pt x="0" y="0"/>
                </a:lnTo>
              </a:path>
            </a:pathLst>
          </a:custGeom>
          <a:ln w="38100">
            <a:solidFill>
              <a:srgbClr val="1828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49300" y="7829550"/>
            <a:ext cx="2781300" cy="0"/>
          </a:xfrm>
          <a:custGeom>
            <a:avLst/>
            <a:gdLst/>
            <a:ahLst/>
            <a:cxnLst/>
            <a:rect l="l" t="t" r="r" b="b"/>
            <a:pathLst>
              <a:path w="2781300" h="0">
                <a:moveTo>
                  <a:pt x="0" y="0"/>
                </a:moveTo>
                <a:lnTo>
                  <a:pt x="2781300" y="0"/>
                </a:lnTo>
              </a:path>
            </a:pathLst>
          </a:custGeom>
          <a:ln w="38100">
            <a:solidFill>
              <a:srgbClr val="1C2B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68400" y="7950200"/>
            <a:ext cx="1930400" cy="0"/>
          </a:xfrm>
          <a:custGeom>
            <a:avLst/>
            <a:gdLst/>
            <a:ahLst/>
            <a:cxnLst/>
            <a:rect l="l" t="t" r="r" b="b"/>
            <a:pathLst>
              <a:path w="1930400" h="0">
                <a:moveTo>
                  <a:pt x="0" y="0"/>
                </a:moveTo>
                <a:lnTo>
                  <a:pt x="1930400" y="0"/>
                </a:lnTo>
              </a:path>
            </a:pathLst>
          </a:custGeom>
          <a:ln w="12700">
            <a:solidFill>
              <a:srgbClr val="BFCFD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44900" y="3149600"/>
            <a:ext cx="0" cy="4572000"/>
          </a:xfrm>
          <a:custGeom>
            <a:avLst/>
            <a:gdLst/>
            <a:ahLst/>
            <a:cxnLst/>
            <a:rect l="l" t="t" r="r" b="b"/>
            <a:pathLst>
              <a:path w="0" h="4572000">
                <a:moveTo>
                  <a:pt x="0" y="4572000"/>
                </a:moveTo>
                <a:lnTo>
                  <a:pt x="0" y="0"/>
                </a:lnTo>
              </a:path>
            </a:pathLst>
          </a:custGeom>
          <a:ln w="50800">
            <a:solidFill>
              <a:srgbClr val="38485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064000" y="3041650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 h="0">
                <a:moveTo>
                  <a:pt x="0" y="0"/>
                </a:moveTo>
                <a:lnTo>
                  <a:pt x="2743200" y="0"/>
                </a:lnTo>
              </a:path>
            </a:pathLst>
          </a:custGeom>
          <a:ln w="38100">
            <a:solidFill>
              <a:srgbClr val="1828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943350" y="3162300"/>
            <a:ext cx="0" cy="4559300"/>
          </a:xfrm>
          <a:custGeom>
            <a:avLst/>
            <a:gdLst/>
            <a:ahLst/>
            <a:cxnLst/>
            <a:rect l="l" t="t" r="r" b="b"/>
            <a:pathLst>
              <a:path w="0" h="4559300">
                <a:moveTo>
                  <a:pt x="0" y="4559300"/>
                </a:moveTo>
                <a:lnTo>
                  <a:pt x="0" y="0"/>
                </a:lnTo>
              </a:path>
            </a:pathLst>
          </a:custGeom>
          <a:ln w="38100">
            <a:solidFill>
              <a:srgbClr val="1F2B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051300" y="7829550"/>
            <a:ext cx="2781300" cy="0"/>
          </a:xfrm>
          <a:custGeom>
            <a:avLst/>
            <a:gdLst/>
            <a:ahLst/>
            <a:cxnLst/>
            <a:rect l="l" t="t" r="r" b="b"/>
            <a:pathLst>
              <a:path w="2781300" h="0">
                <a:moveTo>
                  <a:pt x="0" y="0"/>
                </a:moveTo>
                <a:lnTo>
                  <a:pt x="2781300" y="0"/>
                </a:lnTo>
              </a:path>
            </a:pathLst>
          </a:custGeom>
          <a:ln w="38100">
            <a:solidFill>
              <a:srgbClr val="1C2B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470400" y="7950200"/>
            <a:ext cx="1930400" cy="0"/>
          </a:xfrm>
          <a:custGeom>
            <a:avLst/>
            <a:gdLst/>
            <a:ahLst/>
            <a:cxnLst/>
            <a:rect l="l" t="t" r="r" b="b"/>
            <a:pathLst>
              <a:path w="1930400" h="0">
                <a:moveTo>
                  <a:pt x="0" y="0"/>
                </a:moveTo>
                <a:lnTo>
                  <a:pt x="19304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940550" y="3162300"/>
            <a:ext cx="0" cy="4559300"/>
          </a:xfrm>
          <a:custGeom>
            <a:avLst/>
            <a:gdLst/>
            <a:ahLst/>
            <a:cxnLst/>
            <a:rect l="l" t="t" r="r" b="b"/>
            <a:pathLst>
              <a:path w="0" h="4559300">
                <a:moveTo>
                  <a:pt x="0" y="4559300"/>
                </a:moveTo>
                <a:lnTo>
                  <a:pt x="0" y="0"/>
                </a:lnTo>
              </a:path>
            </a:pathLst>
          </a:custGeom>
          <a:ln w="38100">
            <a:solidFill>
              <a:srgbClr val="182B3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035800" y="3581400"/>
            <a:ext cx="0" cy="3657600"/>
          </a:xfrm>
          <a:custGeom>
            <a:avLst/>
            <a:gdLst/>
            <a:ahLst/>
            <a:cxnLst/>
            <a:rect l="l" t="t" r="r" b="b"/>
            <a:pathLst>
              <a:path w="0" h="3657600">
                <a:moveTo>
                  <a:pt x="0" y="3657600"/>
                </a:moveTo>
                <a:lnTo>
                  <a:pt x="0" y="0"/>
                </a:lnTo>
              </a:path>
            </a:pathLst>
          </a:custGeom>
          <a:ln w="12700">
            <a:solidFill>
              <a:srgbClr val="C3D4D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366000" y="3041650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 h="0">
                <a:moveTo>
                  <a:pt x="0" y="0"/>
                </a:moveTo>
                <a:lnTo>
                  <a:pt x="2743200" y="0"/>
                </a:lnTo>
              </a:path>
            </a:pathLst>
          </a:custGeom>
          <a:ln w="38100">
            <a:solidFill>
              <a:srgbClr val="1828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232650" y="3175000"/>
            <a:ext cx="0" cy="4521200"/>
          </a:xfrm>
          <a:custGeom>
            <a:avLst/>
            <a:gdLst/>
            <a:ahLst/>
            <a:cxnLst/>
            <a:rect l="l" t="t" r="r" b="b"/>
            <a:pathLst>
              <a:path w="0" h="4521200">
                <a:moveTo>
                  <a:pt x="0" y="4521200"/>
                </a:moveTo>
                <a:lnTo>
                  <a:pt x="0" y="0"/>
                </a:lnTo>
              </a:path>
            </a:pathLst>
          </a:custGeom>
          <a:ln w="38100">
            <a:solidFill>
              <a:srgbClr val="2B38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975600" y="3956050"/>
            <a:ext cx="723900" cy="0"/>
          </a:xfrm>
          <a:custGeom>
            <a:avLst/>
            <a:gdLst/>
            <a:ahLst/>
            <a:cxnLst/>
            <a:rect l="l" t="t" r="r" b="b"/>
            <a:pathLst>
              <a:path w="723900" h="0">
                <a:moveTo>
                  <a:pt x="0" y="0"/>
                </a:moveTo>
                <a:lnTo>
                  <a:pt x="723900" y="0"/>
                </a:lnTo>
              </a:path>
            </a:pathLst>
          </a:custGeom>
          <a:ln w="38100">
            <a:solidFill>
              <a:srgbClr val="1C34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823200" y="3956050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0" y="0"/>
                </a:moveTo>
                <a:lnTo>
                  <a:pt x="50800" y="0"/>
                </a:lnTo>
              </a:path>
            </a:pathLst>
          </a:custGeom>
          <a:ln w="38100">
            <a:solidFill>
              <a:srgbClr val="1C34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924800" y="3937000"/>
            <a:ext cx="0" cy="1092200"/>
          </a:xfrm>
          <a:custGeom>
            <a:avLst/>
            <a:gdLst/>
            <a:ahLst/>
            <a:cxnLst/>
            <a:rect l="l" t="t" r="r" b="b"/>
            <a:pathLst>
              <a:path w="0" h="1092200">
                <a:moveTo>
                  <a:pt x="0" y="1092200"/>
                </a:moveTo>
                <a:lnTo>
                  <a:pt x="0" y="0"/>
                </a:lnTo>
              </a:path>
            </a:pathLst>
          </a:custGeom>
          <a:ln w="101600">
            <a:solidFill>
              <a:srgbClr val="1C34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480550" y="3937000"/>
            <a:ext cx="114300" cy="1092200"/>
          </a:xfrm>
          <a:custGeom>
            <a:avLst/>
            <a:gdLst/>
            <a:ahLst/>
            <a:cxnLst/>
            <a:rect l="l" t="t" r="r" b="b"/>
            <a:pathLst>
              <a:path w="114300" h="1092200">
                <a:moveTo>
                  <a:pt x="0" y="0"/>
                </a:moveTo>
                <a:lnTo>
                  <a:pt x="114300" y="0"/>
                </a:lnTo>
                <a:lnTo>
                  <a:pt x="114300" y="1092200"/>
                </a:lnTo>
                <a:lnTo>
                  <a:pt x="0" y="1092200"/>
                </a:lnTo>
                <a:lnTo>
                  <a:pt x="0" y="0"/>
                </a:lnTo>
                <a:close/>
              </a:path>
            </a:pathLst>
          </a:custGeom>
          <a:solidFill>
            <a:srgbClr val="1C3B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124950" y="4635500"/>
            <a:ext cx="0" cy="571500"/>
          </a:xfrm>
          <a:custGeom>
            <a:avLst/>
            <a:gdLst/>
            <a:ahLst/>
            <a:cxnLst/>
            <a:rect l="l" t="t" r="r" b="b"/>
            <a:pathLst>
              <a:path w="0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ln w="63500">
            <a:solidFill>
              <a:srgbClr val="1C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353300" y="7829550"/>
            <a:ext cx="2781300" cy="0"/>
          </a:xfrm>
          <a:custGeom>
            <a:avLst/>
            <a:gdLst/>
            <a:ahLst/>
            <a:cxnLst/>
            <a:rect l="l" t="t" r="r" b="b"/>
            <a:pathLst>
              <a:path w="2781300" h="0">
                <a:moveTo>
                  <a:pt x="0" y="0"/>
                </a:moveTo>
                <a:lnTo>
                  <a:pt x="2781300" y="0"/>
                </a:lnTo>
              </a:path>
            </a:pathLst>
          </a:custGeom>
          <a:ln w="38100">
            <a:solidFill>
              <a:srgbClr val="1F2F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8534400" y="7943850"/>
            <a:ext cx="762000" cy="0"/>
          </a:xfrm>
          <a:custGeom>
            <a:avLst/>
            <a:gdLst/>
            <a:ahLst/>
            <a:cxnLst/>
            <a:rect l="l" t="t" r="r" b="b"/>
            <a:pathLst>
              <a:path w="762000" h="0">
                <a:moveTo>
                  <a:pt x="0" y="0"/>
                </a:moveTo>
                <a:lnTo>
                  <a:pt x="762000" y="0"/>
                </a:lnTo>
              </a:path>
            </a:pathLst>
          </a:custGeom>
          <a:ln w="38100">
            <a:solidFill>
              <a:srgbClr val="BFCF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0242550" y="3175000"/>
            <a:ext cx="0" cy="4533900"/>
          </a:xfrm>
          <a:custGeom>
            <a:avLst/>
            <a:gdLst/>
            <a:ahLst/>
            <a:cxnLst/>
            <a:rect l="l" t="t" r="r" b="b"/>
            <a:pathLst>
              <a:path w="0" h="4533900">
                <a:moveTo>
                  <a:pt x="0" y="4533900"/>
                </a:moveTo>
                <a:lnTo>
                  <a:pt x="0" y="0"/>
                </a:lnTo>
              </a:path>
            </a:pathLst>
          </a:custGeom>
          <a:ln w="38100">
            <a:solidFill>
              <a:srgbClr val="1F34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0331450" y="5994400"/>
            <a:ext cx="0" cy="1676400"/>
          </a:xfrm>
          <a:custGeom>
            <a:avLst/>
            <a:gdLst/>
            <a:ahLst/>
            <a:cxnLst/>
            <a:rect l="l" t="t" r="r" b="b"/>
            <a:pathLst>
              <a:path w="0" h="1676400">
                <a:moveTo>
                  <a:pt x="0" y="1676400"/>
                </a:moveTo>
                <a:lnTo>
                  <a:pt x="0" y="0"/>
                </a:lnTo>
              </a:path>
            </a:pathLst>
          </a:custGeom>
          <a:ln w="38100">
            <a:solidFill>
              <a:srgbClr val="BFCFD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0668000" y="3041650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 h="0">
                <a:moveTo>
                  <a:pt x="0" y="0"/>
                </a:moveTo>
                <a:lnTo>
                  <a:pt x="2743200" y="0"/>
                </a:lnTo>
              </a:path>
            </a:pathLst>
          </a:custGeom>
          <a:ln w="38100">
            <a:solidFill>
              <a:srgbClr val="1828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0534650" y="3149600"/>
            <a:ext cx="0" cy="4584700"/>
          </a:xfrm>
          <a:custGeom>
            <a:avLst/>
            <a:gdLst/>
            <a:ahLst/>
            <a:cxnLst/>
            <a:rect l="l" t="t" r="r" b="b"/>
            <a:pathLst>
              <a:path w="0" h="4584700">
                <a:moveTo>
                  <a:pt x="0" y="4584700"/>
                </a:moveTo>
                <a:lnTo>
                  <a:pt x="0" y="0"/>
                </a:lnTo>
              </a:path>
            </a:pathLst>
          </a:custGeom>
          <a:ln w="38100">
            <a:solidFill>
              <a:srgbClr val="18283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0642600" y="7829550"/>
            <a:ext cx="2781300" cy="0"/>
          </a:xfrm>
          <a:custGeom>
            <a:avLst/>
            <a:gdLst/>
            <a:ahLst/>
            <a:cxnLst/>
            <a:rect l="l" t="t" r="r" b="b"/>
            <a:pathLst>
              <a:path w="2781300" h="0">
                <a:moveTo>
                  <a:pt x="0" y="0"/>
                </a:moveTo>
                <a:lnTo>
                  <a:pt x="2781300" y="0"/>
                </a:lnTo>
              </a:path>
            </a:pathLst>
          </a:custGeom>
          <a:ln w="38100">
            <a:solidFill>
              <a:srgbClr val="1F2F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1074400" y="7950200"/>
            <a:ext cx="1930400" cy="0"/>
          </a:xfrm>
          <a:custGeom>
            <a:avLst/>
            <a:gdLst/>
            <a:ahLst/>
            <a:cxnLst/>
            <a:rect l="l" t="t" r="r" b="b"/>
            <a:pathLst>
              <a:path w="1930400" h="0">
                <a:moveTo>
                  <a:pt x="0" y="0"/>
                </a:moveTo>
                <a:lnTo>
                  <a:pt x="1930400" y="0"/>
                </a:lnTo>
              </a:path>
            </a:pathLst>
          </a:custGeom>
          <a:ln w="12700">
            <a:solidFill>
              <a:srgbClr val="BFCFD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3538200" y="3162300"/>
            <a:ext cx="0" cy="4559300"/>
          </a:xfrm>
          <a:custGeom>
            <a:avLst/>
            <a:gdLst/>
            <a:ahLst/>
            <a:cxnLst/>
            <a:rect l="l" t="t" r="r" b="b"/>
            <a:pathLst>
              <a:path w="0" h="4559300">
                <a:moveTo>
                  <a:pt x="0" y="4559300"/>
                </a:moveTo>
                <a:lnTo>
                  <a:pt x="0" y="0"/>
                </a:lnTo>
              </a:path>
            </a:pathLst>
          </a:custGeom>
          <a:ln w="50800">
            <a:solidFill>
              <a:srgbClr val="38485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3639800" y="3606800"/>
            <a:ext cx="0" cy="3657600"/>
          </a:xfrm>
          <a:custGeom>
            <a:avLst/>
            <a:gdLst/>
            <a:ahLst/>
            <a:cxnLst/>
            <a:rect l="l" t="t" r="r" b="b"/>
            <a:pathLst>
              <a:path w="0" h="3657600">
                <a:moveTo>
                  <a:pt x="0" y="3657600"/>
                </a:moveTo>
                <a:lnTo>
                  <a:pt x="0" y="0"/>
                </a:lnTo>
              </a:path>
            </a:pathLst>
          </a:custGeom>
          <a:ln w="3175">
            <a:solidFill>
              <a:srgbClr val="C3D1D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3957300" y="3041650"/>
            <a:ext cx="2755900" cy="0"/>
          </a:xfrm>
          <a:custGeom>
            <a:avLst/>
            <a:gdLst/>
            <a:ahLst/>
            <a:cxnLst/>
            <a:rect l="l" t="t" r="r" b="b"/>
            <a:pathLst>
              <a:path w="2755900" h="0">
                <a:moveTo>
                  <a:pt x="0" y="0"/>
                </a:moveTo>
                <a:lnTo>
                  <a:pt x="2755900" y="0"/>
                </a:lnTo>
              </a:path>
            </a:pathLst>
          </a:custGeom>
          <a:ln w="38100">
            <a:solidFill>
              <a:srgbClr val="1828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3830300" y="3162300"/>
            <a:ext cx="0" cy="4559300"/>
          </a:xfrm>
          <a:custGeom>
            <a:avLst/>
            <a:gdLst/>
            <a:ahLst/>
            <a:cxnLst/>
            <a:rect l="l" t="t" r="r" b="b"/>
            <a:pathLst>
              <a:path w="0" h="4559300">
                <a:moveTo>
                  <a:pt x="0" y="4559300"/>
                </a:moveTo>
                <a:lnTo>
                  <a:pt x="0" y="0"/>
                </a:lnTo>
              </a:path>
            </a:pathLst>
          </a:custGeom>
          <a:ln w="50800">
            <a:solidFill>
              <a:srgbClr val="38444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3944600" y="7829550"/>
            <a:ext cx="2781300" cy="0"/>
          </a:xfrm>
          <a:custGeom>
            <a:avLst/>
            <a:gdLst/>
            <a:ahLst/>
            <a:cxnLst/>
            <a:rect l="l" t="t" r="r" b="b"/>
            <a:pathLst>
              <a:path w="2781300" h="0">
                <a:moveTo>
                  <a:pt x="0" y="0"/>
                </a:moveTo>
                <a:lnTo>
                  <a:pt x="2781300" y="0"/>
                </a:lnTo>
              </a:path>
            </a:pathLst>
          </a:custGeom>
          <a:ln w="38100">
            <a:solidFill>
              <a:srgbClr val="1C2B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4782800" y="7943850"/>
            <a:ext cx="1168400" cy="0"/>
          </a:xfrm>
          <a:custGeom>
            <a:avLst/>
            <a:gdLst/>
            <a:ahLst/>
            <a:cxnLst/>
            <a:rect l="l" t="t" r="r" b="b"/>
            <a:pathLst>
              <a:path w="1168400" h="0">
                <a:moveTo>
                  <a:pt x="0" y="0"/>
                </a:moveTo>
                <a:lnTo>
                  <a:pt x="1168400" y="0"/>
                </a:lnTo>
              </a:path>
            </a:pathLst>
          </a:custGeom>
          <a:ln w="38100">
            <a:solidFill>
              <a:srgbClr val="BFCFD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6833850" y="3162300"/>
            <a:ext cx="0" cy="4559300"/>
          </a:xfrm>
          <a:custGeom>
            <a:avLst/>
            <a:gdLst/>
            <a:ahLst/>
            <a:cxnLst/>
            <a:rect l="l" t="t" r="r" b="b"/>
            <a:pathLst>
              <a:path w="0" h="4559300">
                <a:moveTo>
                  <a:pt x="0" y="4559300"/>
                </a:moveTo>
                <a:lnTo>
                  <a:pt x="0" y="0"/>
                </a:lnTo>
              </a:path>
            </a:pathLst>
          </a:custGeom>
          <a:ln w="38100">
            <a:solidFill>
              <a:srgbClr val="182B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6941800" y="3606800"/>
            <a:ext cx="0" cy="3708400"/>
          </a:xfrm>
          <a:custGeom>
            <a:avLst/>
            <a:gdLst/>
            <a:ahLst/>
            <a:cxnLst/>
            <a:rect l="l" t="t" r="r" b="b"/>
            <a:pathLst>
              <a:path w="0" h="3708400">
                <a:moveTo>
                  <a:pt x="0" y="3708400"/>
                </a:moveTo>
                <a:lnTo>
                  <a:pt x="0" y="0"/>
                </a:lnTo>
              </a:path>
            </a:pathLst>
          </a:custGeom>
          <a:ln w="3175">
            <a:solidFill>
              <a:srgbClr val="C3D1D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1905000" y="1136661"/>
            <a:ext cx="13931265" cy="9423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7200" spc="-505">
                <a:solidFill>
                  <a:srgbClr val="0E2138"/>
                </a:solidFill>
                <a:latin typeface="Arial"/>
                <a:cs typeface="Arial"/>
              </a:rPr>
              <a:t>D</a:t>
            </a:r>
            <a:r>
              <a:rPr dirty="0" sz="7200" spc="195">
                <a:solidFill>
                  <a:srgbClr val="0E2138"/>
                </a:solidFill>
                <a:latin typeface="Arial"/>
                <a:cs typeface="Arial"/>
              </a:rPr>
              <a:t>o</a:t>
            </a:r>
            <a:r>
              <a:rPr dirty="0" sz="7200" spc="95">
                <a:solidFill>
                  <a:srgbClr val="0E2138"/>
                </a:solidFill>
                <a:latin typeface="Arial"/>
                <a:cs typeface="Arial"/>
              </a:rPr>
              <a:t>m</a:t>
            </a:r>
            <a:r>
              <a:rPr dirty="0" sz="7200" spc="-5">
                <a:solidFill>
                  <a:srgbClr val="0E2138"/>
                </a:solidFill>
                <a:latin typeface="Arial"/>
                <a:cs typeface="Arial"/>
              </a:rPr>
              <a:t>a</a:t>
            </a:r>
            <a:r>
              <a:rPr dirty="0" sz="7200" spc="300">
                <a:solidFill>
                  <a:srgbClr val="0E2138"/>
                </a:solidFill>
                <a:latin typeface="Arial"/>
                <a:cs typeface="Arial"/>
              </a:rPr>
              <a:t>i</a:t>
            </a:r>
            <a:r>
              <a:rPr dirty="0" sz="7200" spc="-5">
                <a:solidFill>
                  <a:srgbClr val="0E2138"/>
                </a:solidFill>
                <a:latin typeface="Arial"/>
                <a:cs typeface="Arial"/>
              </a:rPr>
              <a:t>n</a:t>
            </a:r>
            <a:r>
              <a:rPr dirty="0" sz="7200" spc="95">
                <a:solidFill>
                  <a:srgbClr val="0E2138"/>
                </a:solidFill>
                <a:latin typeface="Arial"/>
                <a:cs typeface="Arial"/>
              </a:rPr>
              <a:t>e</a:t>
            </a:r>
            <a:r>
              <a:rPr dirty="0" sz="7200" spc="285">
                <a:solidFill>
                  <a:srgbClr val="0E2138"/>
                </a:solidFill>
                <a:latin typeface="Arial"/>
                <a:cs typeface="Arial"/>
              </a:rPr>
              <a:t>s</a:t>
            </a:r>
            <a:r>
              <a:rPr dirty="0" sz="7200" spc="-590">
                <a:solidFill>
                  <a:srgbClr val="0E2138"/>
                </a:solidFill>
                <a:latin typeface="Arial"/>
                <a:cs typeface="Arial"/>
              </a:rPr>
              <a:t> </a:t>
            </a:r>
            <a:r>
              <a:rPr dirty="0" sz="7200" spc="395">
                <a:solidFill>
                  <a:srgbClr val="0E2138"/>
                </a:solidFill>
                <a:latin typeface="Arial"/>
                <a:cs typeface="Arial"/>
              </a:rPr>
              <a:t>d</a:t>
            </a:r>
            <a:r>
              <a:rPr dirty="0" baseline="67049" sz="4350" spc="-472">
                <a:solidFill>
                  <a:srgbClr val="0E2138"/>
                </a:solidFill>
                <a:latin typeface="Arial"/>
                <a:cs typeface="Arial"/>
              </a:rPr>
              <a:t>1</a:t>
            </a:r>
            <a:r>
              <a:rPr dirty="0" sz="7200" spc="150">
                <a:solidFill>
                  <a:srgbClr val="0E2138"/>
                </a:solidFill>
                <a:latin typeface="Arial"/>
                <a:cs typeface="Arial"/>
              </a:rPr>
              <a:t>ex</a:t>
            </a:r>
            <a:r>
              <a:rPr dirty="0" sz="7200" spc="185">
                <a:solidFill>
                  <a:srgbClr val="0E2138"/>
                </a:solidFill>
                <a:latin typeface="Arial"/>
                <a:cs typeface="Arial"/>
              </a:rPr>
              <a:t>p</a:t>
            </a:r>
            <a:r>
              <a:rPr dirty="0" sz="7200" spc="195">
                <a:solidFill>
                  <a:srgbClr val="0E2138"/>
                </a:solidFill>
                <a:latin typeface="Arial"/>
                <a:cs typeface="Arial"/>
              </a:rPr>
              <a:t>e</a:t>
            </a:r>
            <a:r>
              <a:rPr dirty="0" sz="7200" spc="195">
                <a:solidFill>
                  <a:srgbClr val="0E2138"/>
                </a:solidFill>
                <a:latin typeface="Arial"/>
                <a:cs typeface="Arial"/>
              </a:rPr>
              <a:t>r</a:t>
            </a:r>
            <a:r>
              <a:rPr dirty="0" sz="7200" spc="785">
                <a:solidFill>
                  <a:srgbClr val="0E2138"/>
                </a:solidFill>
                <a:latin typeface="Arial"/>
                <a:cs typeface="Arial"/>
              </a:rPr>
              <a:t>t</a:t>
            </a:r>
            <a:r>
              <a:rPr dirty="0" sz="7200" spc="100">
                <a:solidFill>
                  <a:srgbClr val="0E2138"/>
                </a:solidFill>
                <a:latin typeface="Arial"/>
                <a:cs typeface="Arial"/>
              </a:rPr>
              <a:t>i</a:t>
            </a:r>
            <a:r>
              <a:rPr dirty="0" sz="7200" spc="195">
                <a:solidFill>
                  <a:srgbClr val="0E2138"/>
                </a:solidFill>
                <a:latin typeface="Arial"/>
                <a:cs typeface="Arial"/>
              </a:rPr>
              <a:t>s</a:t>
            </a:r>
            <a:r>
              <a:rPr dirty="0" sz="7200" spc="120">
                <a:solidFill>
                  <a:srgbClr val="0E2138"/>
                </a:solidFill>
                <a:latin typeface="Arial"/>
                <a:cs typeface="Arial"/>
              </a:rPr>
              <a:t>e</a:t>
            </a:r>
            <a:r>
              <a:rPr dirty="0" sz="7200" spc="-625">
                <a:solidFill>
                  <a:srgbClr val="0E2138"/>
                </a:solidFill>
                <a:latin typeface="Arial"/>
                <a:cs typeface="Arial"/>
              </a:rPr>
              <a:t> </a:t>
            </a:r>
            <a:r>
              <a:rPr dirty="0" sz="7200" spc="585">
                <a:solidFill>
                  <a:srgbClr val="0E2138"/>
                </a:solidFill>
                <a:latin typeface="Arial"/>
                <a:cs typeface="Arial"/>
              </a:rPr>
              <a:t>t</a:t>
            </a:r>
            <a:r>
              <a:rPr dirty="0" sz="7200" spc="95">
                <a:solidFill>
                  <a:srgbClr val="0E2138"/>
                </a:solidFill>
                <a:latin typeface="Arial"/>
                <a:cs typeface="Arial"/>
              </a:rPr>
              <a:t>e</a:t>
            </a:r>
            <a:r>
              <a:rPr dirty="0" sz="7200" spc="320">
                <a:solidFill>
                  <a:srgbClr val="0E2138"/>
                </a:solidFill>
                <a:latin typeface="Arial"/>
                <a:cs typeface="Arial"/>
              </a:rPr>
              <a:t>c</a:t>
            </a:r>
            <a:r>
              <a:rPr dirty="0" sz="7200" spc="370">
                <a:solidFill>
                  <a:srgbClr val="0E2138"/>
                </a:solidFill>
                <a:latin typeface="Arial"/>
                <a:cs typeface="Arial"/>
              </a:rPr>
              <a:t>h</a:t>
            </a:r>
            <a:r>
              <a:rPr dirty="0" sz="7200" spc="95">
                <a:solidFill>
                  <a:srgbClr val="0E2138"/>
                </a:solidFill>
                <a:latin typeface="Arial"/>
                <a:cs typeface="Arial"/>
              </a:rPr>
              <a:t>n</a:t>
            </a:r>
            <a:r>
              <a:rPr dirty="0" sz="7200" spc="100">
                <a:solidFill>
                  <a:srgbClr val="0E2138"/>
                </a:solidFill>
                <a:latin typeface="Arial"/>
                <a:cs typeface="Arial"/>
              </a:rPr>
              <a:t>i</a:t>
            </a:r>
            <a:r>
              <a:rPr dirty="0" sz="7200" spc="395">
                <a:solidFill>
                  <a:srgbClr val="0E2138"/>
                </a:solidFill>
                <a:latin typeface="Arial"/>
                <a:cs typeface="Arial"/>
              </a:rPr>
              <a:t>q</a:t>
            </a:r>
            <a:r>
              <a:rPr dirty="0" sz="7200" spc="95">
                <a:solidFill>
                  <a:srgbClr val="0E2138"/>
                </a:solidFill>
                <a:latin typeface="Arial"/>
                <a:cs typeface="Arial"/>
              </a:rPr>
              <a:t>u</a:t>
            </a:r>
            <a:r>
              <a:rPr dirty="0" sz="7200" spc="195">
                <a:solidFill>
                  <a:srgbClr val="0E2138"/>
                </a:solidFill>
                <a:latin typeface="Arial"/>
                <a:cs typeface="Arial"/>
              </a:rPr>
              <a:t>e</a:t>
            </a:r>
            <a:r>
              <a:rPr dirty="0" sz="7200" spc="1280">
                <a:solidFill>
                  <a:srgbClr val="0E2138"/>
                </a:solidFill>
                <a:latin typeface="Arial"/>
                <a:cs typeface="Arial"/>
              </a:rPr>
              <a:t>.</a:t>
            </a:r>
            <a:endParaRPr sz="7200">
              <a:latin typeface="Arial"/>
              <a:cs typeface="Arial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140">
                <a:solidFill>
                  <a:srgbClr val="0E1523"/>
                </a:solidFill>
              </a:rPr>
              <a:t>N</a:t>
            </a:r>
            <a:r>
              <a:rPr dirty="0" spc="70"/>
              <a:t>o</a:t>
            </a:r>
            <a:r>
              <a:rPr dirty="0" spc="55"/>
              <a:t>t</a:t>
            </a:r>
            <a:r>
              <a:rPr dirty="0" spc="45"/>
              <a:t>e</a:t>
            </a:r>
            <a:r>
              <a:rPr dirty="0" spc="114"/>
              <a:t>bo</a:t>
            </a:r>
            <a:r>
              <a:rPr dirty="0" spc="-5"/>
              <a:t>o</a:t>
            </a:r>
            <a:r>
              <a:rPr dirty="0" spc="45"/>
              <a:t>k</a:t>
            </a:r>
            <a:r>
              <a:rPr dirty="0" spc="-25"/>
              <a:t>L</a:t>
            </a:r>
            <a:r>
              <a:rPr dirty="0" spc="114">
                <a:solidFill>
                  <a:srgbClr val="0E1523"/>
                </a:solidFill>
              </a:rPr>
              <a:t>M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1231900" y="6421287"/>
            <a:ext cx="1840230" cy="10096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 indent="76200">
              <a:lnSpc>
                <a:spcPts val="4000"/>
              </a:lnSpc>
            </a:pPr>
            <a:r>
              <a:rPr dirty="0" sz="3750" spc="-100">
                <a:solidFill>
                  <a:srgbClr val="050808"/>
                </a:solidFill>
                <a:latin typeface="Arial"/>
                <a:cs typeface="Arial"/>
              </a:rPr>
              <a:t>A</a:t>
            </a:r>
            <a:r>
              <a:rPr dirty="0" sz="3750" spc="-30">
                <a:solidFill>
                  <a:srgbClr val="050808"/>
                </a:solidFill>
                <a:latin typeface="Arial"/>
                <a:cs typeface="Arial"/>
              </a:rPr>
              <a:t>n</a:t>
            </a:r>
            <a:r>
              <a:rPr dirty="0" sz="3750" spc="-65">
                <a:solidFill>
                  <a:srgbClr val="050808"/>
                </a:solidFill>
                <a:latin typeface="Arial"/>
                <a:cs typeface="Arial"/>
              </a:rPr>
              <a:t>a</a:t>
            </a:r>
            <a:r>
              <a:rPr dirty="0" sz="3750" spc="-155">
                <a:solidFill>
                  <a:srgbClr val="050808"/>
                </a:solidFill>
                <a:latin typeface="Arial"/>
                <a:cs typeface="Arial"/>
              </a:rPr>
              <a:t>l</a:t>
            </a:r>
            <a:r>
              <a:rPr dirty="0" sz="3750" spc="-80">
                <a:solidFill>
                  <a:srgbClr val="050808"/>
                </a:solidFill>
                <a:latin typeface="Arial"/>
                <a:cs typeface="Arial"/>
              </a:rPr>
              <a:t>yse</a:t>
            </a:r>
            <a:r>
              <a:rPr dirty="0" sz="3750" spc="-45">
                <a:solidFill>
                  <a:srgbClr val="050808"/>
                </a:solidFill>
                <a:latin typeface="Arial"/>
                <a:cs typeface="Arial"/>
              </a:rPr>
              <a:t> </a:t>
            </a:r>
            <a:r>
              <a:rPr dirty="0" sz="3750" spc="10">
                <a:solidFill>
                  <a:srgbClr val="050808"/>
                </a:solidFill>
                <a:latin typeface="Arial"/>
                <a:cs typeface="Arial"/>
              </a:rPr>
              <a:t>d</a:t>
            </a:r>
            <a:r>
              <a:rPr dirty="0" sz="3750" spc="250">
                <a:solidFill>
                  <a:srgbClr val="050808"/>
                </a:solidFill>
                <a:latin typeface="Arial"/>
                <a:cs typeface="Arial"/>
              </a:rPr>
              <a:t>u</a:t>
            </a:r>
            <a:r>
              <a:rPr dirty="0" sz="3750" spc="-580">
                <a:solidFill>
                  <a:srgbClr val="050808"/>
                </a:solidFill>
                <a:latin typeface="Arial"/>
                <a:cs typeface="Arial"/>
              </a:rPr>
              <a:t> </a:t>
            </a:r>
            <a:r>
              <a:rPr dirty="0" sz="3750" spc="-310">
                <a:solidFill>
                  <a:srgbClr val="050808"/>
                </a:solidFill>
                <a:latin typeface="Arial"/>
                <a:cs typeface="Arial"/>
              </a:rPr>
              <a:t>C</a:t>
            </a:r>
            <a:r>
              <a:rPr dirty="0" sz="3750" spc="-35">
                <a:solidFill>
                  <a:srgbClr val="050808"/>
                </a:solidFill>
                <a:latin typeface="Arial"/>
                <a:cs typeface="Arial"/>
              </a:rPr>
              <a:t>l</a:t>
            </a:r>
            <a:r>
              <a:rPr dirty="0" sz="3750" spc="10">
                <a:solidFill>
                  <a:srgbClr val="050808"/>
                </a:solidFill>
                <a:latin typeface="Arial"/>
                <a:cs typeface="Arial"/>
              </a:rPr>
              <a:t>o</a:t>
            </a:r>
            <a:r>
              <a:rPr dirty="0" sz="3750" spc="-190">
                <a:solidFill>
                  <a:srgbClr val="050808"/>
                </a:solidFill>
                <a:latin typeface="Arial"/>
                <a:cs typeface="Arial"/>
              </a:rPr>
              <a:t>u</a:t>
            </a:r>
            <a:r>
              <a:rPr dirty="0" sz="3750" spc="100">
                <a:solidFill>
                  <a:srgbClr val="050808"/>
                </a:solidFill>
                <a:latin typeface="Arial"/>
                <a:cs typeface="Arial"/>
              </a:rPr>
              <a:t>d</a:t>
            </a:r>
            <a:endParaRPr sz="37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622800" y="6433987"/>
            <a:ext cx="1654175" cy="9969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 indent="355600">
              <a:lnSpc>
                <a:spcPts val="3900"/>
              </a:lnSpc>
            </a:pPr>
            <a:r>
              <a:rPr dirty="0" sz="3750" spc="-509">
                <a:solidFill>
                  <a:srgbClr val="050808"/>
                </a:solidFill>
                <a:latin typeface="Arial"/>
                <a:cs typeface="Arial"/>
              </a:rPr>
              <a:t>D</a:t>
            </a:r>
            <a:r>
              <a:rPr dirty="0" sz="3750" spc="-90">
                <a:solidFill>
                  <a:srgbClr val="050808"/>
                </a:solidFill>
                <a:latin typeface="Arial"/>
                <a:cs typeface="Arial"/>
              </a:rPr>
              <a:t>ata</a:t>
            </a:r>
            <a:r>
              <a:rPr dirty="0" sz="3750" spc="-55">
                <a:solidFill>
                  <a:srgbClr val="050808"/>
                </a:solidFill>
                <a:latin typeface="Arial"/>
                <a:cs typeface="Arial"/>
              </a:rPr>
              <a:t> </a:t>
            </a:r>
            <a:r>
              <a:rPr dirty="0" sz="3750" spc="-430">
                <a:solidFill>
                  <a:srgbClr val="050808"/>
                </a:solidFill>
                <a:latin typeface="Arial"/>
                <a:cs typeface="Arial"/>
              </a:rPr>
              <a:t>S</a:t>
            </a:r>
            <a:r>
              <a:rPr dirty="0" sz="3750" spc="204">
                <a:solidFill>
                  <a:srgbClr val="050808"/>
                </a:solidFill>
                <a:latin typeface="Arial"/>
                <a:cs typeface="Arial"/>
              </a:rPr>
              <a:t>c</a:t>
            </a:r>
            <a:r>
              <a:rPr dirty="0" sz="3750" spc="-120">
                <a:solidFill>
                  <a:srgbClr val="050808"/>
                </a:solidFill>
                <a:latin typeface="Arial"/>
                <a:cs typeface="Arial"/>
              </a:rPr>
              <a:t>i</a:t>
            </a:r>
            <a:r>
              <a:rPr dirty="0" sz="3750" spc="-90">
                <a:solidFill>
                  <a:srgbClr val="050808"/>
                </a:solidFill>
                <a:latin typeface="Arial"/>
                <a:cs typeface="Arial"/>
              </a:rPr>
              <a:t>e</a:t>
            </a:r>
            <a:r>
              <a:rPr dirty="0" sz="3750" spc="-90">
                <a:solidFill>
                  <a:srgbClr val="050808"/>
                </a:solidFill>
                <a:latin typeface="Arial"/>
                <a:cs typeface="Arial"/>
              </a:rPr>
              <a:t>n</a:t>
            </a:r>
            <a:r>
              <a:rPr dirty="0" sz="3750" spc="-20">
                <a:solidFill>
                  <a:srgbClr val="050808"/>
                </a:solidFill>
                <a:latin typeface="Arial"/>
                <a:cs typeface="Arial"/>
              </a:rPr>
              <a:t>ce</a:t>
            </a:r>
            <a:endParaRPr sz="37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610600" y="4674406"/>
            <a:ext cx="414020" cy="939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7200" spc="1760">
                <a:solidFill>
                  <a:srgbClr val="0C3644"/>
                </a:solidFill>
                <a:latin typeface="Times New Roman"/>
                <a:cs typeface="Times New Roman"/>
              </a:rPr>
              <a:t>'</a:t>
            </a:r>
            <a:endParaRPr sz="72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340600" y="6675287"/>
            <a:ext cx="2813685" cy="5016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750" spc="-165">
                <a:solidFill>
                  <a:srgbClr val="050808"/>
                </a:solidFill>
                <a:latin typeface="Arial"/>
                <a:cs typeface="Arial"/>
              </a:rPr>
              <a:t>Cy</a:t>
            </a:r>
            <a:r>
              <a:rPr dirty="0" sz="3750" spc="-254">
                <a:solidFill>
                  <a:srgbClr val="050808"/>
                </a:solidFill>
                <a:latin typeface="Arial"/>
                <a:cs typeface="Arial"/>
              </a:rPr>
              <a:t>b</a:t>
            </a:r>
            <a:r>
              <a:rPr dirty="0" sz="3750" spc="-85">
                <a:solidFill>
                  <a:srgbClr val="050808"/>
                </a:solidFill>
                <a:latin typeface="Arial"/>
                <a:cs typeface="Arial"/>
              </a:rPr>
              <a:t>er</a:t>
            </a:r>
            <a:r>
              <a:rPr dirty="0" sz="3750" spc="-145">
                <a:solidFill>
                  <a:srgbClr val="050808"/>
                </a:solidFill>
                <a:latin typeface="Arial"/>
                <a:cs typeface="Arial"/>
              </a:rPr>
              <a:t>s</a:t>
            </a:r>
            <a:r>
              <a:rPr dirty="0" sz="3750" spc="-190">
                <a:solidFill>
                  <a:srgbClr val="050808"/>
                </a:solidFill>
                <a:latin typeface="Arial"/>
                <a:cs typeface="Arial"/>
              </a:rPr>
              <a:t>é</a:t>
            </a:r>
            <a:r>
              <a:rPr dirty="0" sz="3750">
                <a:solidFill>
                  <a:srgbClr val="050808"/>
                </a:solidFill>
                <a:latin typeface="Arial"/>
                <a:cs typeface="Arial"/>
              </a:rPr>
              <a:t>c</a:t>
            </a:r>
            <a:r>
              <a:rPr dirty="0" sz="3750" spc="-60">
                <a:solidFill>
                  <a:srgbClr val="050808"/>
                </a:solidFill>
                <a:latin typeface="Arial"/>
                <a:cs typeface="Arial"/>
              </a:rPr>
              <a:t>u</a:t>
            </a:r>
            <a:r>
              <a:rPr dirty="0" sz="3750" spc="145">
                <a:solidFill>
                  <a:srgbClr val="050808"/>
                </a:solidFill>
                <a:latin typeface="Arial"/>
                <a:cs typeface="Arial"/>
              </a:rPr>
              <a:t>r</a:t>
            </a:r>
            <a:r>
              <a:rPr dirty="0" sz="3750" spc="-235">
                <a:solidFill>
                  <a:srgbClr val="050808"/>
                </a:solidFill>
                <a:latin typeface="Arial"/>
                <a:cs typeface="Arial"/>
              </a:rPr>
              <a:t>i</a:t>
            </a:r>
            <a:r>
              <a:rPr dirty="0" sz="3750">
                <a:solidFill>
                  <a:srgbClr val="050808"/>
                </a:solidFill>
                <a:latin typeface="Arial"/>
                <a:cs typeface="Arial"/>
              </a:rPr>
              <a:t>té</a:t>
            </a:r>
            <a:endParaRPr sz="37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0858500" y="6421287"/>
            <a:ext cx="2390775" cy="10096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0" marR="5080" indent="-114300">
              <a:lnSpc>
                <a:spcPts val="4000"/>
              </a:lnSpc>
            </a:pPr>
            <a:r>
              <a:rPr dirty="0" sz="3750" spc="-150">
                <a:solidFill>
                  <a:srgbClr val="050808"/>
                </a:solidFill>
                <a:latin typeface="Arial"/>
                <a:cs typeface="Arial"/>
              </a:rPr>
              <a:t>I</a:t>
            </a:r>
            <a:r>
              <a:rPr dirty="0" sz="3750" spc="-190">
                <a:solidFill>
                  <a:srgbClr val="050808"/>
                </a:solidFill>
                <a:latin typeface="Arial"/>
                <a:cs typeface="Arial"/>
              </a:rPr>
              <a:t>n</a:t>
            </a:r>
            <a:r>
              <a:rPr dirty="0" sz="3750" spc="40">
                <a:solidFill>
                  <a:srgbClr val="050808"/>
                </a:solidFill>
                <a:latin typeface="Arial"/>
                <a:cs typeface="Arial"/>
              </a:rPr>
              <a:t>t</a:t>
            </a:r>
            <a:r>
              <a:rPr dirty="0" sz="3750" spc="100">
                <a:solidFill>
                  <a:srgbClr val="050808"/>
                </a:solidFill>
                <a:latin typeface="Arial"/>
                <a:cs typeface="Arial"/>
              </a:rPr>
              <a:t>e</a:t>
            </a:r>
            <a:r>
              <a:rPr dirty="0" sz="3750" spc="65">
                <a:solidFill>
                  <a:srgbClr val="050808"/>
                </a:solidFill>
                <a:latin typeface="Arial"/>
                <a:cs typeface="Arial"/>
              </a:rPr>
              <a:t>ll</a:t>
            </a:r>
            <a:r>
              <a:rPr dirty="0" sz="3750" spc="-35">
                <a:solidFill>
                  <a:srgbClr val="050808"/>
                </a:solidFill>
                <a:latin typeface="Arial"/>
                <a:cs typeface="Arial"/>
              </a:rPr>
              <a:t>i</a:t>
            </a:r>
            <a:r>
              <a:rPr dirty="0" sz="3750" spc="-90">
                <a:solidFill>
                  <a:srgbClr val="050808"/>
                </a:solidFill>
                <a:latin typeface="Arial"/>
                <a:cs typeface="Arial"/>
              </a:rPr>
              <a:t>g</a:t>
            </a:r>
            <a:r>
              <a:rPr dirty="0" sz="3750" spc="10">
                <a:solidFill>
                  <a:srgbClr val="050808"/>
                </a:solidFill>
                <a:latin typeface="Arial"/>
                <a:cs typeface="Arial"/>
              </a:rPr>
              <a:t>e</a:t>
            </a:r>
            <a:r>
              <a:rPr dirty="0" sz="3750" spc="-190">
                <a:solidFill>
                  <a:srgbClr val="050808"/>
                </a:solidFill>
                <a:latin typeface="Arial"/>
                <a:cs typeface="Arial"/>
              </a:rPr>
              <a:t>n</a:t>
            </a:r>
            <a:r>
              <a:rPr dirty="0" sz="3750" spc="-20">
                <a:solidFill>
                  <a:srgbClr val="050808"/>
                </a:solidFill>
                <a:latin typeface="Arial"/>
                <a:cs typeface="Arial"/>
              </a:rPr>
              <a:t>ce</a:t>
            </a:r>
            <a:r>
              <a:rPr dirty="0" sz="3750" spc="-15">
                <a:solidFill>
                  <a:srgbClr val="050808"/>
                </a:solidFill>
                <a:latin typeface="Arial"/>
                <a:cs typeface="Arial"/>
              </a:rPr>
              <a:t> </a:t>
            </a:r>
            <a:r>
              <a:rPr dirty="0" sz="3750" spc="-25">
                <a:solidFill>
                  <a:srgbClr val="050808"/>
                </a:solidFill>
                <a:latin typeface="Arial"/>
                <a:cs typeface="Arial"/>
              </a:rPr>
              <a:t>A</a:t>
            </a:r>
            <a:r>
              <a:rPr dirty="0" sz="3750" spc="260">
                <a:solidFill>
                  <a:srgbClr val="050808"/>
                </a:solidFill>
                <a:latin typeface="Arial"/>
                <a:cs typeface="Arial"/>
              </a:rPr>
              <a:t>rt</a:t>
            </a:r>
            <a:r>
              <a:rPr dirty="0" sz="3750" spc="-275">
                <a:solidFill>
                  <a:srgbClr val="050808"/>
                </a:solidFill>
                <a:latin typeface="Arial"/>
                <a:cs typeface="Arial"/>
              </a:rPr>
              <a:t>i</a:t>
            </a:r>
            <a:r>
              <a:rPr dirty="0" sz="3750" spc="235">
                <a:solidFill>
                  <a:srgbClr val="050808"/>
                </a:solidFill>
                <a:latin typeface="Arial"/>
                <a:cs typeface="Arial"/>
              </a:rPr>
              <a:t>f</a:t>
            </a:r>
            <a:r>
              <a:rPr dirty="0" sz="3750" spc="70">
                <a:solidFill>
                  <a:srgbClr val="050808"/>
                </a:solidFill>
                <a:latin typeface="Arial"/>
                <a:cs typeface="Arial"/>
              </a:rPr>
              <a:t>i</a:t>
            </a:r>
            <a:r>
              <a:rPr dirty="0" sz="3750" spc="204">
                <a:solidFill>
                  <a:srgbClr val="050808"/>
                </a:solidFill>
                <a:latin typeface="Arial"/>
                <a:cs typeface="Arial"/>
              </a:rPr>
              <a:t>c</a:t>
            </a:r>
            <a:r>
              <a:rPr dirty="0" sz="3750" spc="-120">
                <a:solidFill>
                  <a:srgbClr val="050808"/>
                </a:solidFill>
                <a:latin typeface="Arial"/>
                <a:cs typeface="Arial"/>
              </a:rPr>
              <a:t>i</a:t>
            </a:r>
            <a:r>
              <a:rPr dirty="0" sz="3750" spc="-90">
                <a:solidFill>
                  <a:srgbClr val="050808"/>
                </a:solidFill>
                <a:latin typeface="Arial"/>
                <a:cs typeface="Arial"/>
              </a:rPr>
              <a:t>e</a:t>
            </a:r>
            <a:r>
              <a:rPr dirty="0" sz="3750" spc="65">
                <a:solidFill>
                  <a:srgbClr val="050808"/>
                </a:solidFill>
                <a:latin typeface="Arial"/>
                <a:cs typeface="Arial"/>
              </a:rPr>
              <a:t>l</a:t>
            </a:r>
            <a:r>
              <a:rPr dirty="0" sz="3750" spc="-35">
                <a:solidFill>
                  <a:srgbClr val="050808"/>
                </a:solidFill>
                <a:latin typeface="Arial"/>
                <a:cs typeface="Arial"/>
              </a:rPr>
              <a:t>l</a:t>
            </a:r>
            <a:r>
              <a:rPr dirty="0" sz="3750" spc="-25">
                <a:solidFill>
                  <a:srgbClr val="050808"/>
                </a:solidFill>
                <a:latin typeface="Arial"/>
                <a:cs typeface="Arial"/>
              </a:rPr>
              <a:t>e</a:t>
            </a:r>
            <a:endParaRPr sz="37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4224000" y="6675287"/>
            <a:ext cx="2278380" cy="5016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750" spc="-325">
                <a:solidFill>
                  <a:srgbClr val="050808"/>
                </a:solidFill>
                <a:latin typeface="Arial"/>
                <a:cs typeface="Arial"/>
              </a:rPr>
              <a:t>B</a:t>
            </a:r>
            <a:r>
              <a:rPr dirty="0" sz="3750" spc="-35">
                <a:solidFill>
                  <a:srgbClr val="050808"/>
                </a:solidFill>
                <a:latin typeface="Arial"/>
                <a:cs typeface="Arial"/>
              </a:rPr>
              <a:t>l</a:t>
            </a:r>
            <a:r>
              <a:rPr dirty="0" sz="3750" spc="-40">
                <a:solidFill>
                  <a:srgbClr val="050808"/>
                </a:solidFill>
                <a:latin typeface="Arial"/>
                <a:cs typeface="Arial"/>
              </a:rPr>
              <a:t>oc</a:t>
            </a:r>
            <a:r>
              <a:rPr dirty="0" sz="3750" spc="-60">
                <a:solidFill>
                  <a:srgbClr val="050808"/>
                </a:solidFill>
                <a:latin typeface="Arial"/>
                <a:cs typeface="Arial"/>
              </a:rPr>
              <a:t>k</a:t>
            </a:r>
            <a:r>
              <a:rPr dirty="0" sz="3750" spc="35">
                <a:solidFill>
                  <a:srgbClr val="050808"/>
                </a:solidFill>
                <a:latin typeface="Arial"/>
                <a:cs typeface="Arial"/>
              </a:rPr>
              <a:t>c</a:t>
            </a:r>
            <a:r>
              <a:rPr dirty="0" sz="3750" spc="-100">
                <a:solidFill>
                  <a:srgbClr val="050808"/>
                </a:solidFill>
                <a:latin typeface="Arial"/>
                <a:cs typeface="Arial"/>
              </a:rPr>
              <a:t>h</a:t>
            </a:r>
            <a:r>
              <a:rPr dirty="0" sz="3750" spc="20">
                <a:solidFill>
                  <a:srgbClr val="050808"/>
                </a:solidFill>
                <a:latin typeface="Arial"/>
                <a:cs typeface="Arial"/>
              </a:rPr>
              <a:t>a</a:t>
            </a:r>
            <a:r>
              <a:rPr dirty="0" sz="3750" spc="-145">
                <a:solidFill>
                  <a:srgbClr val="050808"/>
                </a:solidFill>
                <a:latin typeface="Arial"/>
                <a:cs typeface="Arial"/>
              </a:rPr>
              <a:t>i</a:t>
            </a:r>
            <a:r>
              <a:rPr dirty="0" sz="3750" spc="250">
                <a:solidFill>
                  <a:srgbClr val="050808"/>
                </a:solidFill>
                <a:latin typeface="Arial"/>
                <a:cs typeface="Arial"/>
              </a:rPr>
              <a:t>n</a:t>
            </a:r>
            <a:endParaRPr sz="3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00200" y="3860800"/>
            <a:ext cx="1447800" cy="2082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51200" y="3886200"/>
            <a:ext cx="1651000" cy="2057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686800" y="2717800"/>
            <a:ext cx="8382000" cy="6273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11300" y="1216158"/>
            <a:ext cx="14603730" cy="812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6200" spc="-80">
                <a:solidFill>
                  <a:srgbClr val="0E1831"/>
                </a:solidFill>
                <a:latin typeface="Arial"/>
                <a:cs typeface="Arial"/>
              </a:rPr>
              <a:t>U</a:t>
            </a:r>
            <a:r>
              <a:rPr dirty="0" sz="6200" spc="150">
                <a:solidFill>
                  <a:srgbClr val="0E1831"/>
                </a:solidFill>
                <a:latin typeface="Arial"/>
                <a:cs typeface="Arial"/>
              </a:rPr>
              <a:t>n</a:t>
            </a:r>
            <a:r>
              <a:rPr dirty="0" sz="6200" spc="340">
                <a:solidFill>
                  <a:srgbClr val="0E1831"/>
                </a:solidFill>
                <a:latin typeface="Arial"/>
                <a:cs typeface="Arial"/>
              </a:rPr>
              <a:t>e</a:t>
            </a:r>
            <a:r>
              <a:rPr dirty="0" sz="6200" spc="-420">
                <a:solidFill>
                  <a:srgbClr val="0E1831"/>
                </a:solidFill>
                <a:latin typeface="Arial"/>
                <a:cs typeface="Arial"/>
              </a:rPr>
              <a:t> </a:t>
            </a:r>
            <a:r>
              <a:rPr dirty="0" sz="6200" spc="250">
                <a:solidFill>
                  <a:srgbClr val="0E1831"/>
                </a:solidFill>
                <a:latin typeface="Arial"/>
                <a:cs typeface="Arial"/>
              </a:rPr>
              <a:t>p</a:t>
            </a:r>
            <a:r>
              <a:rPr dirty="0" sz="6200" spc="310">
                <a:solidFill>
                  <a:srgbClr val="0E1831"/>
                </a:solidFill>
                <a:latin typeface="Arial"/>
                <a:cs typeface="Arial"/>
              </a:rPr>
              <a:t>é</a:t>
            </a:r>
            <a:r>
              <a:rPr dirty="0" sz="6200" spc="95">
                <a:solidFill>
                  <a:srgbClr val="0E1831"/>
                </a:solidFill>
                <a:latin typeface="Arial"/>
                <a:cs typeface="Arial"/>
              </a:rPr>
              <a:t>d</a:t>
            </a:r>
            <a:r>
              <a:rPr dirty="0" sz="6200" spc="275">
                <a:solidFill>
                  <a:srgbClr val="0E1831"/>
                </a:solidFill>
                <a:latin typeface="Arial"/>
                <a:cs typeface="Arial"/>
              </a:rPr>
              <a:t>a</a:t>
            </a:r>
            <a:r>
              <a:rPr dirty="0" sz="6200" spc="225">
                <a:solidFill>
                  <a:srgbClr val="0E1831"/>
                </a:solidFill>
                <a:latin typeface="Arial"/>
                <a:cs typeface="Arial"/>
              </a:rPr>
              <a:t>g</a:t>
            </a:r>
            <a:r>
              <a:rPr dirty="0" sz="6200" spc="150">
                <a:solidFill>
                  <a:srgbClr val="0E1831"/>
                </a:solidFill>
                <a:latin typeface="Arial"/>
                <a:cs typeface="Arial"/>
              </a:rPr>
              <a:t>o</a:t>
            </a:r>
            <a:r>
              <a:rPr dirty="0" sz="6200" spc="450">
                <a:solidFill>
                  <a:srgbClr val="0E1831"/>
                </a:solidFill>
                <a:latin typeface="Arial"/>
                <a:cs typeface="Arial"/>
              </a:rPr>
              <a:t>g</a:t>
            </a:r>
            <a:r>
              <a:rPr dirty="0" sz="6200" spc="220">
                <a:solidFill>
                  <a:srgbClr val="0E1831"/>
                </a:solidFill>
                <a:latin typeface="Arial"/>
                <a:cs typeface="Arial"/>
              </a:rPr>
              <a:t>i</a:t>
            </a:r>
            <a:r>
              <a:rPr dirty="0" sz="6200" spc="204">
                <a:solidFill>
                  <a:srgbClr val="0E1831"/>
                </a:solidFill>
                <a:latin typeface="Arial"/>
                <a:cs typeface="Arial"/>
              </a:rPr>
              <a:t>e</a:t>
            </a:r>
            <a:r>
              <a:rPr dirty="0" sz="6200" spc="-380">
                <a:solidFill>
                  <a:srgbClr val="0E1831"/>
                </a:solidFill>
                <a:latin typeface="Arial"/>
                <a:cs typeface="Arial"/>
              </a:rPr>
              <a:t> </a:t>
            </a:r>
            <a:r>
              <a:rPr dirty="0" sz="6200" spc="450">
                <a:solidFill>
                  <a:srgbClr val="0E1831"/>
                </a:solidFill>
                <a:latin typeface="Arial"/>
                <a:cs typeface="Arial"/>
              </a:rPr>
              <a:t>d</a:t>
            </a:r>
            <a:r>
              <a:rPr dirty="0" sz="6200" spc="20">
                <a:solidFill>
                  <a:srgbClr val="0E1831"/>
                </a:solidFill>
                <a:latin typeface="Arial"/>
                <a:cs typeface="Arial"/>
              </a:rPr>
              <a:t>i</a:t>
            </a:r>
            <a:r>
              <a:rPr dirty="0" sz="6200" spc="465">
                <a:solidFill>
                  <a:srgbClr val="0E1831"/>
                </a:solidFill>
                <a:latin typeface="Arial"/>
                <a:cs typeface="Arial"/>
              </a:rPr>
              <a:t>f</a:t>
            </a:r>
            <a:r>
              <a:rPr dirty="0" sz="6200" spc="660">
                <a:solidFill>
                  <a:srgbClr val="0E1831"/>
                </a:solidFill>
                <a:latin typeface="Arial"/>
                <a:cs typeface="Arial"/>
              </a:rPr>
              <a:t>f</a:t>
            </a:r>
            <a:r>
              <a:rPr dirty="0" sz="6200" spc="250">
                <a:solidFill>
                  <a:srgbClr val="0E1831"/>
                </a:solidFill>
                <a:latin typeface="Arial"/>
                <a:cs typeface="Arial"/>
              </a:rPr>
              <a:t>é</a:t>
            </a:r>
            <a:r>
              <a:rPr dirty="0" sz="6200" spc="30">
                <a:solidFill>
                  <a:srgbClr val="0E1831"/>
                </a:solidFill>
                <a:latin typeface="Arial"/>
                <a:cs typeface="Arial"/>
              </a:rPr>
              <a:t>r</a:t>
            </a:r>
            <a:r>
              <a:rPr dirty="0" sz="6200" spc="345">
                <a:solidFill>
                  <a:srgbClr val="0E1831"/>
                </a:solidFill>
                <a:latin typeface="Arial"/>
                <a:cs typeface="Arial"/>
              </a:rPr>
              <a:t>e</a:t>
            </a:r>
            <a:r>
              <a:rPr dirty="0" sz="6200" spc="-50">
                <a:solidFill>
                  <a:srgbClr val="0E1831"/>
                </a:solidFill>
                <a:latin typeface="Arial"/>
                <a:cs typeface="Arial"/>
              </a:rPr>
              <a:t>n</a:t>
            </a:r>
            <a:r>
              <a:rPr dirty="0" sz="6200" spc="665">
                <a:solidFill>
                  <a:srgbClr val="0E1831"/>
                </a:solidFill>
                <a:latin typeface="Arial"/>
                <a:cs typeface="Arial"/>
              </a:rPr>
              <a:t>t</a:t>
            </a:r>
            <a:r>
              <a:rPr dirty="0" sz="6200" spc="340">
                <a:solidFill>
                  <a:srgbClr val="0E1831"/>
                </a:solidFill>
                <a:latin typeface="Arial"/>
                <a:cs typeface="Arial"/>
              </a:rPr>
              <a:t>e</a:t>
            </a:r>
            <a:r>
              <a:rPr dirty="0" sz="6200" spc="-320">
                <a:solidFill>
                  <a:srgbClr val="0E1831"/>
                </a:solidFill>
                <a:latin typeface="Arial"/>
                <a:cs typeface="Arial"/>
              </a:rPr>
              <a:t> </a:t>
            </a:r>
            <a:r>
              <a:rPr dirty="0" sz="6200" spc="1465">
                <a:solidFill>
                  <a:srgbClr val="0E1831"/>
                </a:solidFill>
                <a:latin typeface="Arial"/>
                <a:cs typeface="Arial"/>
              </a:rPr>
              <a:t>:</a:t>
            </a:r>
            <a:r>
              <a:rPr dirty="0" sz="6200" spc="100">
                <a:solidFill>
                  <a:srgbClr val="0E1831"/>
                </a:solidFill>
                <a:latin typeface="Arial"/>
                <a:cs typeface="Arial"/>
              </a:rPr>
              <a:t>Le</a:t>
            </a:r>
            <a:r>
              <a:rPr dirty="0" sz="6200" spc="-425">
                <a:solidFill>
                  <a:srgbClr val="0E1831"/>
                </a:solidFill>
                <a:latin typeface="Arial"/>
                <a:cs typeface="Arial"/>
              </a:rPr>
              <a:t> </a:t>
            </a:r>
            <a:r>
              <a:rPr dirty="0" sz="6200" spc="-254">
                <a:solidFill>
                  <a:srgbClr val="0E1831"/>
                </a:solidFill>
                <a:latin typeface="Arial"/>
                <a:cs typeface="Arial"/>
              </a:rPr>
              <a:t>L</a:t>
            </a:r>
            <a:r>
              <a:rPr dirty="0" sz="6200" spc="240">
                <a:solidFill>
                  <a:srgbClr val="0E1831"/>
                </a:solidFill>
                <a:latin typeface="Arial"/>
                <a:cs typeface="Arial"/>
              </a:rPr>
              <a:t>a</a:t>
            </a:r>
            <a:r>
              <a:rPr dirty="0" sz="6200" spc="160">
                <a:solidFill>
                  <a:srgbClr val="0E1831"/>
                </a:solidFill>
                <a:latin typeface="Arial"/>
                <a:cs typeface="Arial"/>
              </a:rPr>
              <a:t>b</a:t>
            </a:r>
            <a:r>
              <a:rPr dirty="0" sz="6200" spc="375">
                <a:solidFill>
                  <a:srgbClr val="0E1831"/>
                </a:solidFill>
                <a:latin typeface="Arial"/>
                <a:cs typeface="Arial"/>
              </a:rPr>
              <a:t>o</a:t>
            </a:r>
            <a:r>
              <a:rPr dirty="0" sz="6200" spc="-250">
                <a:solidFill>
                  <a:srgbClr val="0E1831"/>
                </a:solidFill>
                <a:latin typeface="Arial"/>
                <a:cs typeface="Arial"/>
              </a:rPr>
              <a:t> </a:t>
            </a:r>
            <a:r>
              <a:rPr dirty="0" sz="6200" spc="-180">
                <a:solidFill>
                  <a:srgbClr val="0E1831"/>
                </a:solidFill>
                <a:latin typeface="Arial"/>
                <a:cs typeface="Arial"/>
              </a:rPr>
              <a:t>N</a:t>
            </a:r>
            <a:r>
              <a:rPr dirty="0" sz="6200" spc="-80">
                <a:solidFill>
                  <a:srgbClr val="0E1831"/>
                </a:solidFill>
                <a:latin typeface="Arial"/>
                <a:cs typeface="Arial"/>
              </a:rPr>
              <a:t>S</a:t>
            </a:r>
            <a:r>
              <a:rPr dirty="0" sz="6200" spc="1150">
                <a:solidFill>
                  <a:srgbClr val="0E1831"/>
                </a:solidFill>
                <a:latin typeface="Arial"/>
                <a:cs typeface="Arial"/>
              </a:rPr>
              <a:t>I</a:t>
            </a:r>
            <a:endParaRPr sz="62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140">
                <a:solidFill>
                  <a:srgbClr val="0E1523"/>
                </a:solidFill>
              </a:rPr>
              <a:t>N</a:t>
            </a:r>
            <a:r>
              <a:rPr dirty="0" spc="70"/>
              <a:t>o</a:t>
            </a:r>
            <a:r>
              <a:rPr dirty="0" spc="55"/>
              <a:t>t</a:t>
            </a:r>
            <a:r>
              <a:rPr dirty="0" spc="45"/>
              <a:t>e</a:t>
            </a:r>
            <a:r>
              <a:rPr dirty="0" spc="114"/>
              <a:t>bo</a:t>
            </a:r>
            <a:r>
              <a:rPr dirty="0" spc="-5"/>
              <a:t>o</a:t>
            </a:r>
            <a:r>
              <a:rPr dirty="0" spc="45"/>
              <a:t>k</a:t>
            </a:r>
            <a:r>
              <a:rPr dirty="0" spc="-25"/>
              <a:t>L</a:t>
            </a:r>
            <a:r>
              <a:rPr dirty="0" spc="114">
                <a:solidFill>
                  <a:srgbClr val="0E1523"/>
                </a:solidFill>
              </a:rPr>
              <a:t>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791200" y="4004124"/>
            <a:ext cx="5190490" cy="15176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93700" indent="-381000">
              <a:lnSpc>
                <a:spcPct val="100000"/>
              </a:lnSpc>
              <a:buClr>
                <a:srgbClr val="3D85C6"/>
              </a:buClr>
              <a:buFont typeface="Arial"/>
              <a:buChar char="•"/>
              <a:tabLst>
                <a:tab pos="393700" algn="l"/>
              </a:tabLst>
            </a:pPr>
            <a:r>
              <a:rPr dirty="0" sz="3050" spc="-25">
                <a:solidFill>
                  <a:srgbClr val="0E1831"/>
                </a:solidFill>
                <a:latin typeface="Arial"/>
                <a:cs typeface="Arial"/>
              </a:rPr>
              <a:t>A</a:t>
            </a:r>
            <a:r>
              <a:rPr dirty="0" sz="3050" spc="150">
                <a:solidFill>
                  <a:srgbClr val="0E1831"/>
                </a:solidFill>
                <a:latin typeface="Arial"/>
                <a:cs typeface="Arial"/>
              </a:rPr>
              <a:t>p</a:t>
            </a:r>
            <a:r>
              <a:rPr dirty="0" sz="3050" spc="95">
                <a:solidFill>
                  <a:srgbClr val="0E1831"/>
                </a:solidFill>
                <a:latin typeface="Arial"/>
                <a:cs typeface="Arial"/>
              </a:rPr>
              <a:t>p</a:t>
            </a:r>
            <a:r>
              <a:rPr dirty="0" sz="3050" spc="70">
                <a:solidFill>
                  <a:srgbClr val="0E1831"/>
                </a:solidFill>
                <a:latin typeface="Arial"/>
                <a:cs typeface="Arial"/>
              </a:rPr>
              <a:t>r</a:t>
            </a:r>
            <a:r>
              <a:rPr dirty="0" sz="3050" spc="10">
                <a:solidFill>
                  <a:srgbClr val="0E1831"/>
                </a:solidFill>
                <a:latin typeface="Arial"/>
                <a:cs typeface="Arial"/>
              </a:rPr>
              <a:t>e</a:t>
            </a:r>
            <a:r>
              <a:rPr dirty="0" sz="3050" spc="60">
                <a:solidFill>
                  <a:srgbClr val="0E1831"/>
                </a:solidFill>
                <a:latin typeface="Arial"/>
                <a:cs typeface="Arial"/>
              </a:rPr>
              <a:t>ndre</a:t>
            </a:r>
            <a:r>
              <a:rPr dirty="0" sz="3050" spc="5">
                <a:solidFill>
                  <a:srgbClr val="0E1831"/>
                </a:solidFill>
                <a:latin typeface="Arial"/>
                <a:cs typeface="Arial"/>
              </a:rPr>
              <a:t> </a:t>
            </a:r>
            <a:r>
              <a:rPr dirty="0" sz="3050" spc="25">
                <a:solidFill>
                  <a:srgbClr val="0E1831"/>
                </a:solidFill>
                <a:latin typeface="Arial"/>
                <a:cs typeface="Arial"/>
              </a:rPr>
              <a:t>par</a:t>
            </a:r>
            <a:r>
              <a:rPr dirty="0" sz="3050" spc="55">
                <a:solidFill>
                  <a:srgbClr val="0E1831"/>
                </a:solidFill>
                <a:latin typeface="Arial"/>
                <a:cs typeface="Arial"/>
              </a:rPr>
              <a:t> </a:t>
            </a:r>
            <a:r>
              <a:rPr dirty="0" sz="3050" spc="-50">
                <a:solidFill>
                  <a:srgbClr val="0E1831"/>
                </a:solidFill>
                <a:latin typeface="Arial"/>
                <a:cs typeface="Arial"/>
              </a:rPr>
              <a:t>la</a:t>
            </a:r>
            <a:r>
              <a:rPr dirty="0" sz="3050" spc="-30">
                <a:solidFill>
                  <a:srgbClr val="0E1831"/>
                </a:solidFill>
                <a:latin typeface="Arial"/>
                <a:cs typeface="Arial"/>
              </a:rPr>
              <a:t> </a:t>
            </a:r>
            <a:r>
              <a:rPr dirty="0" sz="3050" spc="95">
                <a:solidFill>
                  <a:srgbClr val="0E1831"/>
                </a:solidFill>
                <a:latin typeface="Arial"/>
                <a:cs typeface="Arial"/>
              </a:rPr>
              <a:t>p</a:t>
            </a:r>
            <a:r>
              <a:rPr dirty="0" sz="3050" spc="80">
                <a:solidFill>
                  <a:srgbClr val="0E1831"/>
                </a:solidFill>
                <a:latin typeface="Arial"/>
                <a:cs typeface="Arial"/>
              </a:rPr>
              <a:t>r</a:t>
            </a:r>
            <a:r>
              <a:rPr dirty="0" sz="3050" spc="220">
                <a:solidFill>
                  <a:srgbClr val="0E1831"/>
                </a:solidFill>
                <a:latin typeface="Arial"/>
                <a:cs typeface="Arial"/>
              </a:rPr>
              <a:t>a</a:t>
            </a:r>
            <a:r>
              <a:rPr dirty="0" sz="3050" spc="55">
                <a:solidFill>
                  <a:srgbClr val="0E1831"/>
                </a:solidFill>
                <a:latin typeface="Arial"/>
                <a:cs typeface="Arial"/>
              </a:rPr>
              <a:t>t</a:t>
            </a:r>
            <a:r>
              <a:rPr dirty="0" sz="3050" spc="60">
                <a:solidFill>
                  <a:srgbClr val="0E1831"/>
                </a:solidFill>
                <a:latin typeface="Arial"/>
                <a:cs typeface="Arial"/>
              </a:rPr>
              <a:t>i</a:t>
            </a:r>
            <a:r>
              <a:rPr dirty="0" sz="3050" spc="195">
                <a:solidFill>
                  <a:srgbClr val="0E1831"/>
                </a:solidFill>
                <a:latin typeface="Arial"/>
                <a:cs typeface="Arial"/>
              </a:rPr>
              <a:t>q</a:t>
            </a:r>
            <a:r>
              <a:rPr dirty="0" sz="3050" spc="150">
                <a:solidFill>
                  <a:srgbClr val="0E1831"/>
                </a:solidFill>
                <a:latin typeface="Arial"/>
                <a:cs typeface="Arial"/>
              </a:rPr>
              <a:t>u</a:t>
            </a:r>
            <a:r>
              <a:rPr dirty="0" sz="3050" spc="50">
                <a:solidFill>
                  <a:srgbClr val="0E1831"/>
                </a:solidFill>
                <a:latin typeface="Arial"/>
                <a:cs typeface="Arial"/>
              </a:rPr>
              <a:t>e</a:t>
            </a:r>
            <a:r>
              <a:rPr dirty="0" sz="3050" spc="515">
                <a:solidFill>
                  <a:srgbClr val="0E1831"/>
                </a:solidFill>
                <a:latin typeface="Arial"/>
                <a:cs typeface="Arial"/>
              </a:rPr>
              <a:t>.</a:t>
            </a:r>
            <a:endParaRPr sz="3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  <a:buClr>
                <a:srgbClr val="3D85C6"/>
              </a:buClr>
              <a:buFont typeface="Arial"/>
              <a:buChar char="•"/>
            </a:pPr>
            <a:endParaRPr sz="4350">
              <a:latin typeface="Times New Roman"/>
              <a:cs typeface="Times New Roman"/>
            </a:endParaRPr>
          </a:p>
          <a:p>
            <a:pPr marL="393700" indent="-381000">
              <a:lnSpc>
                <a:spcPct val="100000"/>
              </a:lnSpc>
              <a:buClr>
                <a:srgbClr val="3D85C6"/>
              </a:buClr>
              <a:buFont typeface="Arial"/>
              <a:buChar char="•"/>
              <a:tabLst>
                <a:tab pos="393700" algn="l"/>
              </a:tabLst>
            </a:pPr>
            <a:r>
              <a:rPr dirty="0" sz="3050" spc="-85">
                <a:solidFill>
                  <a:srgbClr val="0E1831"/>
                </a:solidFill>
                <a:latin typeface="Arial"/>
                <a:cs typeface="Arial"/>
              </a:rPr>
              <a:t>T</a:t>
            </a:r>
            <a:r>
              <a:rPr dirty="0" sz="3050" spc="10">
                <a:solidFill>
                  <a:srgbClr val="0E1831"/>
                </a:solidFill>
                <a:latin typeface="Arial"/>
                <a:cs typeface="Arial"/>
              </a:rPr>
              <a:t>rava</a:t>
            </a:r>
            <a:r>
              <a:rPr dirty="0" sz="3050" spc="125">
                <a:solidFill>
                  <a:srgbClr val="0E1831"/>
                </a:solidFill>
                <a:latin typeface="Arial"/>
                <a:cs typeface="Arial"/>
              </a:rPr>
              <a:t>i</a:t>
            </a:r>
            <a:r>
              <a:rPr dirty="0" sz="3050" spc="65">
                <a:solidFill>
                  <a:srgbClr val="0E1831"/>
                </a:solidFill>
                <a:latin typeface="Arial"/>
                <a:cs typeface="Arial"/>
              </a:rPr>
              <a:t>l</a:t>
            </a:r>
            <a:r>
              <a:rPr dirty="0" sz="3050" spc="-195">
                <a:solidFill>
                  <a:srgbClr val="0E1831"/>
                </a:solidFill>
                <a:latin typeface="Arial"/>
                <a:cs typeface="Arial"/>
              </a:rPr>
              <a:t> </a:t>
            </a:r>
            <a:r>
              <a:rPr dirty="0" sz="3050" spc="30">
                <a:solidFill>
                  <a:srgbClr val="0E1831"/>
                </a:solidFill>
                <a:latin typeface="Arial"/>
                <a:cs typeface="Arial"/>
              </a:rPr>
              <a:t>en</a:t>
            </a:r>
            <a:r>
              <a:rPr dirty="0" sz="3050" spc="-10">
                <a:solidFill>
                  <a:srgbClr val="0E1831"/>
                </a:solidFill>
                <a:latin typeface="Arial"/>
                <a:cs typeface="Arial"/>
              </a:rPr>
              <a:t> </a:t>
            </a:r>
            <a:r>
              <a:rPr dirty="0" sz="3050" spc="55">
                <a:solidFill>
                  <a:srgbClr val="0E1831"/>
                </a:solidFill>
                <a:latin typeface="Arial"/>
                <a:cs typeface="Arial"/>
              </a:rPr>
              <a:t>mode</a:t>
            </a:r>
            <a:r>
              <a:rPr dirty="0" sz="3050" spc="-105">
                <a:solidFill>
                  <a:srgbClr val="0E1831"/>
                </a:solidFill>
                <a:latin typeface="Arial"/>
                <a:cs typeface="Arial"/>
              </a:rPr>
              <a:t> </a:t>
            </a:r>
            <a:r>
              <a:rPr dirty="0" sz="3050" spc="200">
                <a:solidFill>
                  <a:srgbClr val="0E1831"/>
                </a:solidFill>
                <a:latin typeface="Arial"/>
                <a:cs typeface="Arial"/>
              </a:rPr>
              <a:t>p</a:t>
            </a:r>
            <a:r>
              <a:rPr dirty="0" sz="3050" spc="110">
                <a:solidFill>
                  <a:srgbClr val="0E1831"/>
                </a:solidFill>
                <a:latin typeface="Arial"/>
                <a:cs typeface="Arial"/>
              </a:rPr>
              <a:t>roje</a:t>
            </a:r>
            <a:r>
              <a:rPr dirty="0" sz="3050" spc="150">
                <a:solidFill>
                  <a:srgbClr val="0E1831"/>
                </a:solidFill>
                <a:latin typeface="Arial"/>
                <a:cs typeface="Arial"/>
              </a:rPr>
              <a:t>t</a:t>
            </a:r>
            <a:r>
              <a:rPr dirty="0" sz="3050" spc="515">
                <a:solidFill>
                  <a:srgbClr val="0E1831"/>
                </a:solidFill>
                <a:latin typeface="Arial"/>
                <a:cs typeface="Arial"/>
              </a:rPr>
              <a:t>.</a:t>
            </a:r>
            <a:endParaRPr sz="3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91200" y="6061524"/>
            <a:ext cx="3665854" cy="8572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93700" marR="5080" indent="-381000">
              <a:lnSpc>
                <a:spcPts val="3500"/>
              </a:lnSpc>
              <a:buClr>
                <a:srgbClr val="3D85C6"/>
              </a:buClr>
              <a:buFont typeface="Arial"/>
              <a:buChar char="•"/>
              <a:tabLst>
                <a:tab pos="406400" algn="l"/>
              </a:tabLst>
            </a:pPr>
            <a:r>
              <a:rPr dirty="0" sz="3050" spc="25">
                <a:solidFill>
                  <a:srgbClr val="0E1831"/>
                </a:solidFill>
                <a:latin typeface="Arial"/>
                <a:cs typeface="Arial"/>
              </a:rPr>
              <a:t>Collaborat</a:t>
            </a:r>
            <a:r>
              <a:rPr dirty="0" sz="3050" spc="200">
                <a:solidFill>
                  <a:srgbClr val="0E1831"/>
                </a:solidFill>
                <a:latin typeface="Arial"/>
                <a:cs typeface="Arial"/>
              </a:rPr>
              <a:t>i</a:t>
            </a:r>
            <a:r>
              <a:rPr dirty="0" sz="3050" spc="30">
                <a:solidFill>
                  <a:srgbClr val="0E1831"/>
                </a:solidFill>
                <a:latin typeface="Arial"/>
                <a:cs typeface="Arial"/>
              </a:rPr>
              <a:t>on</a:t>
            </a:r>
            <a:r>
              <a:rPr dirty="0" sz="3050" spc="-110">
                <a:solidFill>
                  <a:srgbClr val="0E1831"/>
                </a:solidFill>
                <a:latin typeface="Arial"/>
                <a:cs typeface="Arial"/>
              </a:rPr>
              <a:t> </a:t>
            </a:r>
            <a:r>
              <a:rPr dirty="0" sz="3050" spc="85">
                <a:solidFill>
                  <a:srgbClr val="0E1831"/>
                </a:solidFill>
                <a:latin typeface="Arial"/>
                <a:cs typeface="Arial"/>
              </a:rPr>
              <a:t>type</a:t>
            </a:r>
            <a:r>
              <a:rPr dirty="0" sz="3050" spc="50">
                <a:solidFill>
                  <a:srgbClr val="0E1831"/>
                </a:solidFill>
                <a:latin typeface="Arial"/>
                <a:cs typeface="Arial"/>
              </a:rPr>
              <a:t> </a:t>
            </a:r>
            <a:r>
              <a:rPr dirty="0" sz="3050" spc="105">
                <a:solidFill>
                  <a:srgbClr val="0E1831"/>
                </a:solidFill>
                <a:latin typeface="Arial"/>
                <a:cs typeface="Arial"/>
              </a:rPr>
              <a:t>"</a:t>
            </a:r>
            <a:r>
              <a:rPr dirty="0" sz="3050" spc="-155">
                <a:solidFill>
                  <a:srgbClr val="0E1831"/>
                </a:solidFill>
                <a:latin typeface="Arial"/>
                <a:cs typeface="Arial"/>
              </a:rPr>
              <a:t>S</a:t>
            </a:r>
            <a:r>
              <a:rPr dirty="0" sz="3050" spc="90">
                <a:solidFill>
                  <a:srgbClr val="0E1831"/>
                </a:solidFill>
                <a:latin typeface="Arial"/>
                <a:cs typeface="Arial"/>
              </a:rPr>
              <a:t>t</a:t>
            </a:r>
            <a:r>
              <a:rPr dirty="0" sz="3050" spc="235">
                <a:solidFill>
                  <a:srgbClr val="0E1831"/>
                </a:solidFill>
                <a:latin typeface="Arial"/>
                <a:cs typeface="Arial"/>
              </a:rPr>
              <a:t>a</a:t>
            </a:r>
            <a:r>
              <a:rPr dirty="0" sz="3050" spc="220">
                <a:solidFill>
                  <a:srgbClr val="0E1831"/>
                </a:solidFill>
                <a:latin typeface="Arial"/>
                <a:cs typeface="Arial"/>
              </a:rPr>
              <a:t>rt</a:t>
            </a:r>
            <a:r>
              <a:rPr dirty="0" sz="3050" spc="170">
                <a:solidFill>
                  <a:srgbClr val="0E1831"/>
                </a:solidFill>
                <a:latin typeface="Arial"/>
                <a:cs typeface="Arial"/>
              </a:rPr>
              <a:t>u</a:t>
            </a:r>
            <a:r>
              <a:rPr dirty="0" sz="3050" spc="100">
                <a:solidFill>
                  <a:srgbClr val="0E1831"/>
                </a:solidFill>
                <a:latin typeface="Arial"/>
                <a:cs typeface="Arial"/>
              </a:rPr>
              <a:t>p</a:t>
            </a:r>
            <a:r>
              <a:rPr dirty="0" sz="3050" spc="5">
                <a:solidFill>
                  <a:srgbClr val="0E1831"/>
                </a:solidFill>
                <a:latin typeface="Arial"/>
                <a:cs typeface="Arial"/>
              </a:rPr>
              <a:t>"</a:t>
            </a:r>
            <a:r>
              <a:rPr dirty="0" sz="3050" spc="515">
                <a:solidFill>
                  <a:srgbClr val="0E1831"/>
                </a:solidFill>
                <a:latin typeface="Arial"/>
                <a:cs typeface="Arial"/>
              </a:rPr>
              <a:t>.</a:t>
            </a:r>
            <a:endParaRPr sz="3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98600" y="6533505"/>
            <a:ext cx="3388995" cy="977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 marR="5080" indent="-12700">
              <a:lnSpc>
                <a:spcPct val="100499"/>
              </a:lnSpc>
            </a:pPr>
            <a:r>
              <a:rPr dirty="0" sz="3400" spc="55">
                <a:solidFill>
                  <a:srgbClr val="596672"/>
                </a:solidFill>
                <a:latin typeface="Arial"/>
                <a:cs typeface="Arial"/>
              </a:rPr>
              <a:t>é</a:t>
            </a:r>
            <a:r>
              <a:rPr dirty="0" sz="3400" spc="95">
                <a:solidFill>
                  <a:srgbClr val="596672"/>
                </a:solidFill>
                <a:latin typeface="Arial"/>
                <a:cs typeface="Arial"/>
              </a:rPr>
              <a:t>l</a:t>
            </a:r>
            <a:r>
              <a:rPr dirty="0" sz="3400" spc="15">
                <a:solidFill>
                  <a:srgbClr val="596672"/>
                </a:solidFill>
                <a:latin typeface="Arial"/>
                <a:cs typeface="Arial"/>
              </a:rPr>
              <a:t>èves</a:t>
            </a:r>
            <a:r>
              <a:rPr dirty="0" sz="3400" spc="200">
                <a:solidFill>
                  <a:srgbClr val="596672"/>
                </a:solidFill>
                <a:latin typeface="Arial"/>
                <a:cs typeface="Arial"/>
              </a:rPr>
              <a:t> </a:t>
            </a:r>
            <a:r>
              <a:rPr dirty="0" sz="3400" spc="-30">
                <a:solidFill>
                  <a:srgbClr val="596672"/>
                </a:solidFill>
                <a:latin typeface="Arial"/>
                <a:cs typeface="Arial"/>
              </a:rPr>
              <a:t>m</a:t>
            </a:r>
            <a:r>
              <a:rPr dirty="0" sz="3400" spc="100">
                <a:solidFill>
                  <a:srgbClr val="596672"/>
                </a:solidFill>
                <a:latin typeface="Arial"/>
                <a:cs typeface="Arial"/>
              </a:rPr>
              <a:t>a</a:t>
            </a:r>
            <a:r>
              <a:rPr dirty="0" sz="3400" spc="30">
                <a:solidFill>
                  <a:srgbClr val="596672"/>
                </a:solidFill>
                <a:latin typeface="Arial"/>
                <a:cs typeface="Arial"/>
              </a:rPr>
              <a:t>x</a:t>
            </a:r>
            <a:r>
              <a:rPr dirty="0" sz="3400" spc="204">
                <a:solidFill>
                  <a:srgbClr val="596672"/>
                </a:solidFill>
                <a:latin typeface="Arial"/>
                <a:cs typeface="Arial"/>
              </a:rPr>
              <a:t>i</a:t>
            </a:r>
            <a:r>
              <a:rPr dirty="0" sz="3400" spc="75">
                <a:solidFill>
                  <a:srgbClr val="596672"/>
                </a:solidFill>
                <a:latin typeface="Arial"/>
                <a:cs typeface="Arial"/>
              </a:rPr>
              <a:t>mum</a:t>
            </a:r>
            <a:r>
              <a:rPr dirty="0" sz="3400" spc="25">
                <a:solidFill>
                  <a:srgbClr val="596672"/>
                </a:solidFill>
                <a:latin typeface="Arial"/>
                <a:cs typeface="Arial"/>
              </a:rPr>
              <a:t> </a:t>
            </a:r>
            <a:r>
              <a:rPr dirty="0" sz="3400" spc="15">
                <a:solidFill>
                  <a:srgbClr val="596672"/>
                </a:solidFill>
                <a:latin typeface="Arial"/>
                <a:cs typeface="Arial"/>
              </a:rPr>
              <a:t>par</a:t>
            </a:r>
            <a:r>
              <a:rPr dirty="0" sz="3400" spc="90">
                <a:solidFill>
                  <a:srgbClr val="596672"/>
                </a:solidFill>
                <a:latin typeface="Arial"/>
                <a:cs typeface="Arial"/>
              </a:rPr>
              <a:t> </a:t>
            </a:r>
            <a:r>
              <a:rPr dirty="0" sz="3400" spc="70">
                <a:solidFill>
                  <a:srgbClr val="596672"/>
                </a:solidFill>
                <a:latin typeface="Arial"/>
                <a:cs typeface="Arial"/>
              </a:rPr>
              <a:t>groupe</a:t>
            </a:r>
            <a:endParaRPr sz="3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06600" y="3784600"/>
            <a:ext cx="1701800" cy="1320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843000" y="3581400"/>
            <a:ext cx="1447800" cy="149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413000" y="3848100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203200" y="0"/>
                </a:lnTo>
              </a:path>
            </a:pathLst>
          </a:custGeom>
          <a:ln w="25400">
            <a:solidFill>
              <a:srgbClr val="EFBC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02000" y="3975100"/>
            <a:ext cx="0" cy="673100"/>
          </a:xfrm>
          <a:custGeom>
            <a:avLst/>
            <a:gdLst/>
            <a:ahLst/>
            <a:cxnLst/>
            <a:rect l="l" t="t" r="r" b="b"/>
            <a:pathLst>
              <a:path w="0" h="673100">
                <a:moveTo>
                  <a:pt x="0" y="673100"/>
                </a:moveTo>
                <a:lnTo>
                  <a:pt x="0" y="0"/>
                </a:lnTo>
              </a:path>
            </a:pathLst>
          </a:custGeom>
          <a:ln w="63500">
            <a:solidFill>
              <a:srgbClr val="E8933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338300" y="4038600"/>
            <a:ext cx="0" cy="215900"/>
          </a:xfrm>
          <a:custGeom>
            <a:avLst/>
            <a:gdLst/>
            <a:ahLst/>
            <a:cxnLst/>
            <a:rect l="l" t="t" r="r" b="b"/>
            <a:pathLst>
              <a:path w="0" h="215900">
                <a:moveTo>
                  <a:pt x="0" y="215900"/>
                </a:moveTo>
                <a:lnTo>
                  <a:pt x="0" y="0"/>
                </a:lnTo>
              </a:path>
            </a:pathLst>
          </a:custGeom>
          <a:ln w="88900">
            <a:solidFill>
              <a:srgbClr val="1323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4319250" y="4191000"/>
            <a:ext cx="0" cy="381000"/>
          </a:xfrm>
          <a:custGeom>
            <a:avLst/>
            <a:gdLst/>
            <a:ahLst/>
            <a:cxnLst/>
            <a:rect l="l" t="t" r="r" b="b"/>
            <a:pathLst>
              <a:path w="0" h="381000">
                <a:moveTo>
                  <a:pt x="0" y="381000"/>
                </a:moveTo>
                <a:lnTo>
                  <a:pt x="0" y="0"/>
                </a:lnTo>
              </a:path>
            </a:pathLst>
          </a:custGeom>
          <a:ln w="38100">
            <a:solidFill>
              <a:srgbClr val="131F3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257550" y="4381500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254000"/>
                </a:moveTo>
                <a:lnTo>
                  <a:pt x="0" y="0"/>
                </a:lnTo>
              </a:path>
            </a:pathLst>
          </a:custGeom>
          <a:ln w="63500">
            <a:solidFill>
              <a:srgbClr val="E890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616200" y="5067300"/>
            <a:ext cx="660400" cy="0"/>
          </a:xfrm>
          <a:custGeom>
            <a:avLst/>
            <a:gdLst/>
            <a:ahLst/>
            <a:cxnLst/>
            <a:rect l="l" t="t" r="r" b="b"/>
            <a:pathLst>
              <a:path w="660400" h="0">
                <a:moveTo>
                  <a:pt x="0" y="0"/>
                </a:moveTo>
                <a:lnTo>
                  <a:pt x="660400" y="0"/>
                </a:lnTo>
              </a:path>
            </a:pathLst>
          </a:custGeom>
          <a:ln w="101600">
            <a:solidFill>
              <a:srgbClr val="487C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390900" y="1303748"/>
            <a:ext cx="10997565" cy="939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7200" spc="-204">
                <a:solidFill>
                  <a:srgbClr val="0C182F"/>
                </a:solidFill>
                <a:latin typeface="Arial"/>
                <a:cs typeface="Arial"/>
              </a:rPr>
              <a:t>L</a:t>
            </a:r>
            <a:r>
              <a:rPr dirty="0" sz="7200" spc="240">
                <a:solidFill>
                  <a:srgbClr val="0C182F"/>
                </a:solidFill>
                <a:latin typeface="Arial"/>
                <a:cs typeface="Arial"/>
              </a:rPr>
              <a:t>a</a:t>
            </a:r>
            <a:r>
              <a:rPr dirty="0" sz="7200" spc="-145">
                <a:solidFill>
                  <a:srgbClr val="0C182F"/>
                </a:solidFill>
                <a:latin typeface="Arial"/>
                <a:cs typeface="Arial"/>
              </a:rPr>
              <a:t> </a:t>
            </a:r>
            <a:r>
              <a:rPr dirty="0" sz="7200" spc="295">
                <a:solidFill>
                  <a:srgbClr val="0C182F"/>
                </a:solidFill>
                <a:latin typeface="Arial"/>
                <a:cs typeface="Arial"/>
              </a:rPr>
              <a:t>p</a:t>
            </a:r>
            <a:r>
              <a:rPr dirty="0" sz="7200" spc="295">
                <a:solidFill>
                  <a:srgbClr val="0C182F"/>
                </a:solidFill>
                <a:latin typeface="Arial"/>
                <a:cs typeface="Arial"/>
              </a:rPr>
              <a:t>é</a:t>
            </a:r>
            <a:r>
              <a:rPr dirty="0" sz="7200" spc="595">
                <a:solidFill>
                  <a:srgbClr val="0C182F"/>
                </a:solidFill>
                <a:latin typeface="Arial"/>
                <a:cs typeface="Arial"/>
              </a:rPr>
              <a:t>d</a:t>
            </a:r>
            <a:r>
              <a:rPr dirty="0" sz="7200" spc="400">
                <a:solidFill>
                  <a:srgbClr val="0C182F"/>
                </a:solidFill>
                <a:latin typeface="Arial"/>
                <a:cs typeface="Arial"/>
              </a:rPr>
              <a:t>a</a:t>
            </a:r>
            <a:r>
              <a:rPr dirty="0" sz="7200" spc="290">
                <a:solidFill>
                  <a:srgbClr val="0C182F"/>
                </a:solidFill>
                <a:latin typeface="Arial"/>
                <a:cs typeface="Arial"/>
              </a:rPr>
              <a:t>g</a:t>
            </a:r>
            <a:r>
              <a:rPr dirty="0" sz="7200" spc="395">
                <a:solidFill>
                  <a:srgbClr val="0C182F"/>
                </a:solidFill>
                <a:latin typeface="Arial"/>
                <a:cs typeface="Arial"/>
              </a:rPr>
              <a:t>o</a:t>
            </a:r>
            <a:r>
              <a:rPr dirty="0" sz="7200" spc="695">
                <a:solidFill>
                  <a:srgbClr val="0C182F"/>
                </a:solidFill>
                <a:latin typeface="Arial"/>
                <a:cs typeface="Arial"/>
              </a:rPr>
              <a:t>g</a:t>
            </a:r>
            <a:r>
              <a:rPr dirty="0" sz="7200" spc="200">
                <a:solidFill>
                  <a:srgbClr val="0C182F"/>
                </a:solidFill>
                <a:latin typeface="Arial"/>
                <a:cs typeface="Arial"/>
              </a:rPr>
              <a:t>i</a:t>
            </a:r>
            <a:r>
              <a:rPr dirty="0" sz="7200" spc="480">
                <a:solidFill>
                  <a:srgbClr val="0C182F"/>
                </a:solidFill>
                <a:latin typeface="Arial"/>
                <a:cs typeface="Arial"/>
              </a:rPr>
              <a:t>e</a:t>
            </a:r>
            <a:r>
              <a:rPr dirty="0" sz="7200" spc="-290">
                <a:solidFill>
                  <a:srgbClr val="0C182F"/>
                </a:solidFill>
                <a:latin typeface="Arial"/>
                <a:cs typeface="Arial"/>
              </a:rPr>
              <a:t> </a:t>
            </a:r>
            <a:r>
              <a:rPr dirty="0" sz="7200" spc="395">
                <a:solidFill>
                  <a:srgbClr val="0C182F"/>
                </a:solidFill>
                <a:latin typeface="Arial"/>
                <a:cs typeface="Arial"/>
              </a:rPr>
              <a:t>p</a:t>
            </a:r>
            <a:r>
              <a:rPr dirty="0" sz="7200" spc="285">
                <a:solidFill>
                  <a:srgbClr val="0C182F"/>
                </a:solidFill>
                <a:latin typeface="Arial"/>
                <a:cs typeface="Arial"/>
              </a:rPr>
              <a:t>ar</a:t>
            </a:r>
            <a:r>
              <a:rPr dirty="0" sz="7200" spc="20">
                <a:solidFill>
                  <a:srgbClr val="0C182F"/>
                </a:solidFill>
                <a:latin typeface="Arial"/>
                <a:cs typeface="Arial"/>
              </a:rPr>
              <a:t> </a:t>
            </a:r>
            <a:r>
              <a:rPr dirty="0" sz="7200" spc="495">
                <a:solidFill>
                  <a:srgbClr val="0C182F"/>
                </a:solidFill>
                <a:latin typeface="Arial"/>
                <a:cs typeface="Arial"/>
              </a:rPr>
              <a:t>p</a:t>
            </a:r>
            <a:r>
              <a:rPr dirty="0" sz="7200" spc="195">
                <a:solidFill>
                  <a:srgbClr val="0C182F"/>
                </a:solidFill>
                <a:latin typeface="Arial"/>
                <a:cs typeface="Arial"/>
              </a:rPr>
              <a:t>r</a:t>
            </a:r>
            <a:r>
              <a:rPr dirty="0" sz="7200" spc="680">
                <a:solidFill>
                  <a:srgbClr val="0C182F"/>
                </a:solidFill>
                <a:latin typeface="Arial"/>
                <a:cs typeface="Arial"/>
              </a:rPr>
              <a:t>o</a:t>
            </a:r>
            <a:r>
              <a:rPr dirty="0" sz="7200" spc="114">
                <a:solidFill>
                  <a:srgbClr val="0C182F"/>
                </a:solidFill>
                <a:latin typeface="Arial"/>
                <a:cs typeface="Arial"/>
              </a:rPr>
              <a:t>j</a:t>
            </a:r>
            <a:r>
              <a:rPr dirty="0" sz="7200" spc="95">
                <a:solidFill>
                  <a:srgbClr val="0C182F"/>
                </a:solidFill>
                <a:latin typeface="Arial"/>
                <a:cs typeface="Arial"/>
              </a:rPr>
              <a:t>e</a:t>
            </a:r>
            <a:r>
              <a:rPr dirty="0" sz="7200" spc="1185">
                <a:solidFill>
                  <a:srgbClr val="0C182F"/>
                </a:solidFill>
                <a:latin typeface="Arial"/>
                <a:cs typeface="Arial"/>
              </a:rPr>
              <a:t>t</a:t>
            </a:r>
            <a:r>
              <a:rPr dirty="0" sz="7200" spc="1280">
                <a:solidFill>
                  <a:srgbClr val="0C182F"/>
                </a:solidFill>
                <a:latin typeface="Arial"/>
                <a:cs typeface="Arial"/>
              </a:rPr>
              <a:t>.</a:t>
            </a:r>
            <a:endParaRPr sz="72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140">
                <a:solidFill>
                  <a:srgbClr val="0E1523"/>
                </a:solidFill>
              </a:rPr>
              <a:t>N</a:t>
            </a:r>
            <a:r>
              <a:rPr dirty="0" spc="70"/>
              <a:t>o</a:t>
            </a:r>
            <a:r>
              <a:rPr dirty="0" spc="55"/>
              <a:t>t</a:t>
            </a:r>
            <a:r>
              <a:rPr dirty="0" spc="45"/>
              <a:t>e</a:t>
            </a:r>
            <a:r>
              <a:rPr dirty="0" spc="114"/>
              <a:t>bo</a:t>
            </a:r>
            <a:r>
              <a:rPr dirty="0" spc="-5"/>
              <a:t>o</a:t>
            </a:r>
            <a:r>
              <a:rPr dirty="0" spc="45"/>
              <a:t>k</a:t>
            </a:r>
            <a:r>
              <a:rPr dirty="0" spc="-25"/>
              <a:t>L</a:t>
            </a:r>
            <a:r>
              <a:rPr dirty="0" spc="114">
                <a:solidFill>
                  <a:srgbClr val="0E1523"/>
                </a:solidFill>
              </a:rPr>
              <a:t>M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400300" y="3499843"/>
            <a:ext cx="918844" cy="782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748665" algn="l"/>
              </a:tabLst>
            </a:pPr>
            <a:r>
              <a:rPr dirty="0" baseline="-29190" sz="8850" spc="1672">
                <a:solidFill>
                  <a:srgbClr val="ED8E2F"/>
                </a:solidFill>
                <a:latin typeface="Arial"/>
                <a:cs typeface="Arial"/>
              </a:rPr>
              <a:t>'</a:t>
            </a:r>
            <a:r>
              <a:rPr dirty="0" baseline="-29190" sz="8850" spc="-1042">
                <a:solidFill>
                  <a:srgbClr val="ED8E2F"/>
                </a:solidFill>
                <a:latin typeface="Arial"/>
                <a:cs typeface="Arial"/>
              </a:rPr>
              <a:t> </a:t>
            </a:r>
            <a:r>
              <a:rPr dirty="0" sz="2150" spc="45">
                <a:solidFill>
                  <a:srgbClr val="ED8E2F"/>
                </a:solidFill>
                <a:latin typeface="Arial"/>
                <a:cs typeface="Arial"/>
              </a:rPr>
              <a:t>1</a:t>
            </a:r>
            <a:r>
              <a:rPr dirty="0" sz="2150">
                <a:solidFill>
                  <a:srgbClr val="ED8E2F"/>
                </a:solidFill>
                <a:latin typeface="Arial"/>
                <a:cs typeface="Arial"/>
              </a:rPr>
              <a:t>	</a:t>
            </a:r>
            <a:r>
              <a:rPr dirty="0" sz="2100" spc="645" i="1">
                <a:solidFill>
                  <a:srgbClr val="ED8E2F"/>
                </a:solidFill>
                <a:latin typeface="Arial"/>
                <a:cs typeface="Arial"/>
              </a:rPr>
              <a:t>I</a:t>
            </a:r>
            <a:endParaRPr sz="2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47000" y="3576371"/>
            <a:ext cx="2034539" cy="622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r>
              <a:rPr dirty="0" sz="1900" spc="365">
                <a:solidFill>
                  <a:srgbClr val="CA9C69"/>
                </a:solidFill>
                <a:latin typeface="Arial"/>
                <a:cs typeface="Arial"/>
              </a:rPr>
              <a:t>[</a:t>
            </a:r>
            <a:r>
              <a:rPr dirty="0" sz="1900" spc="170">
                <a:solidFill>
                  <a:srgbClr val="4470A3"/>
                </a:solidFill>
                <a:latin typeface="Arial"/>
                <a:cs typeface="Arial"/>
              </a:rPr>
              <a:t>/&gt;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1900" spc="-25">
                <a:solidFill>
                  <a:srgbClr val="4470A3"/>
                </a:solidFill>
                <a:latin typeface="Arial"/>
                <a:cs typeface="Arial"/>
              </a:rPr>
              <a:t>&lt;</a:t>
            </a:r>
            <a:r>
              <a:rPr dirty="0" sz="1900" spc="20">
                <a:solidFill>
                  <a:srgbClr val="CA9C69"/>
                </a:solidFill>
                <a:latin typeface="Arial"/>
                <a:cs typeface="Arial"/>
              </a:rPr>
              <a:t>spa</a:t>
            </a:r>
            <a:r>
              <a:rPr dirty="0" sz="1900" spc="110">
                <a:solidFill>
                  <a:srgbClr val="CA9C69"/>
                </a:solidFill>
                <a:latin typeface="Arial"/>
                <a:cs typeface="Arial"/>
              </a:rPr>
              <a:t>n</a:t>
            </a:r>
            <a:r>
              <a:rPr dirty="0" sz="1900" spc="-25">
                <a:solidFill>
                  <a:srgbClr val="4470A3"/>
                </a:solidFill>
                <a:latin typeface="Arial"/>
                <a:cs typeface="Arial"/>
              </a:rPr>
              <a:t>&gt;</a:t>
            </a:r>
            <a:r>
              <a:rPr dirty="0" sz="1900" spc="-35">
                <a:solidFill>
                  <a:srgbClr val="2D2F31"/>
                </a:solidFill>
                <a:latin typeface="Arial"/>
                <a:cs typeface="Arial"/>
              </a:rPr>
              <a:t>.</a:t>
            </a:r>
            <a:r>
              <a:rPr dirty="0" sz="1900" spc="70">
                <a:solidFill>
                  <a:srgbClr val="2D2F31"/>
                </a:solidFill>
                <a:latin typeface="Arial"/>
                <a:cs typeface="Arial"/>
              </a:rPr>
              <a:t>.</a:t>
            </a:r>
            <a:r>
              <a:rPr dirty="0" sz="1900" spc="-35">
                <a:solidFill>
                  <a:srgbClr val="2D2F31"/>
                </a:solidFill>
                <a:latin typeface="Arial"/>
                <a:cs typeface="Arial"/>
              </a:rPr>
              <a:t>.</a:t>
            </a:r>
            <a:r>
              <a:rPr dirty="0" sz="1900" spc="310">
                <a:solidFill>
                  <a:srgbClr val="4470A3"/>
                </a:solidFill>
                <a:latin typeface="Arial"/>
                <a:cs typeface="Arial"/>
              </a:rPr>
              <a:t>&lt;</a:t>
            </a:r>
            <a:r>
              <a:rPr dirty="0" sz="1900" spc="229">
                <a:solidFill>
                  <a:srgbClr val="4470A3"/>
                </a:solidFill>
                <a:latin typeface="Arial"/>
                <a:cs typeface="Arial"/>
              </a:rPr>
              <a:t>/</a:t>
            </a:r>
            <a:r>
              <a:rPr dirty="0" sz="1900" spc="20">
                <a:solidFill>
                  <a:srgbClr val="CA9C69"/>
                </a:solidFill>
                <a:latin typeface="Arial"/>
                <a:cs typeface="Arial"/>
              </a:rPr>
              <a:t>spa</a:t>
            </a:r>
            <a:r>
              <a:rPr dirty="0" sz="1900" spc="110">
                <a:solidFill>
                  <a:srgbClr val="CA9C69"/>
                </a:solidFill>
                <a:latin typeface="Arial"/>
                <a:cs typeface="Arial"/>
              </a:rPr>
              <a:t>n</a:t>
            </a:r>
            <a:r>
              <a:rPr dirty="0" sz="1900" spc="95">
                <a:solidFill>
                  <a:srgbClr val="4470A3"/>
                </a:solidFill>
                <a:latin typeface="Arial"/>
                <a:cs typeface="Arial"/>
              </a:rPr>
              <a:t>&gt;</a:t>
            </a:r>
            <a:endParaRPr sz="1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75500" y="4293815"/>
            <a:ext cx="309880" cy="4000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950" spc="1255">
                <a:solidFill>
                  <a:srgbClr val="4470A3"/>
                </a:solidFill>
                <a:latin typeface="Arial"/>
                <a:cs typeface="Arial"/>
              </a:rPr>
              <a:t>)</a:t>
            </a:r>
            <a:endParaRPr sz="29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47000" y="4287571"/>
            <a:ext cx="1808480" cy="10115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837565" algn="l"/>
                <a:tab pos="1536065" algn="l"/>
              </a:tabLst>
            </a:pPr>
            <a:r>
              <a:rPr dirty="0" sz="1900" spc="280">
                <a:solidFill>
                  <a:srgbClr val="4470A3"/>
                </a:solidFill>
                <a:latin typeface="Arial"/>
                <a:cs typeface="Arial"/>
              </a:rPr>
              <a:t>f</a:t>
            </a:r>
            <a:r>
              <a:rPr dirty="0" sz="1900" spc="-240">
                <a:solidFill>
                  <a:srgbClr val="4470A3"/>
                </a:solidFill>
                <a:latin typeface="Arial"/>
                <a:cs typeface="Arial"/>
              </a:rPr>
              <a:t> </a:t>
            </a:r>
            <a:r>
              <a:rPr dirty="0" sz="1900" spc="10">
                <a:solidFill>
                  <a:srgbClr val="4470A3"/>
                </a:solidFill>
                <a:latin typeface="Arial"/>
                <a:cs typeface="Arial"/>
              </a:rPr>
              <a:t>un</a:t>
            </a:r>
            <a:r>
              <a:rPr dirty="0" sz="1900" spc="110">
                <a:solidFill>
                  <a:srgbClr val="4470A3"/>
                </a:solidFill>
                <a:latin typeface="Arial"/>
                <a:cs typeface="Arial"/>
              </a:rPr>
              <a:t>c</a:t>
            </a:r>
            <a:r>
              <a:rPr dirty="0" sz="1900" spc="440">
                <a:solidFill>
                  <a:srgbClr val="4470A3"/>
                </a:solidFill>
                <a:latin typeface="Arial"/>
                <a:cs typeface="Arial"/>
              </a:rPr>
              <a:t>t</a:t>
            </a:r>
            <a:r>
              <a:rPr dirty="0" sz="1900">
                <a:solidFill>
                  <a:srgbClr val="4470A3"/>
                </a:solidFill>
                <a:latin typeface="Arial"/>
                <a:cs typeface="Arial"/>
              </a:rPr>
              <a:t>	</a:t>
            </a:r>
            <a:r>
              <a:rPr dirty="0" sz="1900" spc="20">
                <a:solidFill>
                  <a:srgbClr val="4470A3"/>
                </a:solidFill>
                <a:latin typeface="Arial"/>
                <a:cs typeface="Arial"/>
              </a:rPr>
              <a:t>on</a:t>
            </a:r>
            <a:r>
              <a:rPr dirty="0" sz="1900" spc="-285">
                <a:solidFill>
                  <a:srgbClr val="4470A3"/>
                </a:solidFill>
                <a:latin typeface="Arial"/>
                <a:cs typeface="Arial"/>
              </a:rPr>
              <a:t> </a:t>
            </a:r>
            <a:r>
              <a:rPr dirty="0" sz="1900" spc="290">
                <a:solidFill>
                  <a:srgbClr val="CA9C69"/>
                </a:solidFill>
                <a:latin typeface="Arial"/>
                <a:cs typeface="Arial"/>
              </a:rPr>
              <a:t>()</a:t>
            </a:r>
            <a:r>
              <a:rPr dirty="0" sz="1900">
                <a:solidFill>
                  <a:srgbClr val="CA9C69"/>
                </a:solidFill>
                <a:latin typeface="Arial"/>
                <a:cs typeface="Arial"/>
              </a:rPr>
              <a:t>	</a:t>
            </a:r>
            <a:r>
              <a:rPr dirty="0" sz="1900" spc="380">
                <a:solidFill>
                  <a:srgbClr val="CA9C69"/>
                </a:solidFill>
                <a:latin typeface="Arial"/>
                <a:cs typeface="Arial"/>
              </a:rPr>
              <a:t>{{</a:t>
            </a:r>
            <a:endParaRPr sz="1900">
              <a:latin typeface="Arial"/>
              <a:cs typeface="Arial"/>
            </a:endParaRPr>
          </a:p>
          <a:p>
            <a:pPr marL="317500">
              <a:lnSpc>
                <a:spcPts val="1560"/>
              </a:lnSpc>
              <a:spcBef>
                <a:spcPts val="1370"/>
              </a:spcBef>
            </a:pPr>
            <a:r>
              <a:rPr dirty="0" sz="1350" spc="85">
                <a:solidFill>
                  <a:srgbClr val="2F4F70"/>
                </a:solidFill>
                <a:latin typeface="Times New Roman"/>
                <a:cs typeface="Times New Roman"/>
              </a:rPr>
              <a:t>•</a:t>
            </a:r>
            <a:r>
              <a:rPr dirty="0" sz="1350" spc="85">
                <a:solidFill>
                  <a:srgbClr val="2F4F70"/>
                </a:solidFill>
                <a:latin typeface="Times New Roman"/>
                <a:cs typeface="Times New Roman"/>
              </a:rPr>
              <a:t> </a:t>
            </a:r>
            <a:r>
              <a:rPr dirty="0" sz="1350" spc="-140">
                <a:solidFill>
                  <a:srgbClr val="2F4F70"/>
                </a:solidFill>
                <a:latin typeface="Times New Roman"/>
                <a:cs typeface="Times New Roman"/>
              </a:rPr>
              <a:t> </a:t>
            </a:r>
            <a:r>
              <a:rPr dirty="0" sz="1350" spc="85">
                <a:solidFill>
                  <a:srgbClr val="2F4F70"/>
                </a:solidFill>
                <a:latin typeface="Times New Roman"/>
                <a:cs typeface="Times New Roman"/>
              </a:rPr>
              <a:t>•</a:t>
            </a:r>
            <a:r>
              <a:rPr dirty="0" sz="1350">
                <a:solidFill>
                  <a:srgbClr val="2F4F70"/>
                </a:solidFill>
                <a:latin typeface="Times New Roman"/>
                <a:cs typeface="Times New Roman"/>
              </a:rPr>
              <a:t> </a:t>
            </a:r>
            <a:r>
              <a:rPr dirty="0" sz="1350" spc="-140">
                <a:solidFill>
                  <a:srgbClr val="2F4F70"/>
                </a:solidFill>
                <a:latin typeface="Times New Roman"/>
                <a:cs typeface="Times New Roman"/>
              </a:rPr>
              <a:t> </a:t>
            </a:r>
            <a:r>
              <a:rPr dirty="0" sz="1350" spc="85">
                <a:solidFill>
                  <a:srgbClr val="2F4F70"/>
                </a:solidFill>
                <a:latin typeface="Times New Roman"/>
                <a:cs typeface="Times New Roman"/>
              </a:rPr>
              <a:t>•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ts val="2760"/>
              </a:lnSpc>
            </a:pPr>
            <a:r>
              <a:rPr dirty="0" sz="2350" spc="785">
                <a:solidFill>
                  <a:srgbClr val="CA9C69"/>
                </a:solidFill>
                <a:latin typeface="Courier New"/>
                <a:cs typeface="Courier New"/>
              </a:rPr>
              <a:t>}</a:t>
            </a:r>
            <a:r>
              <a:rPr dirty="0" sz="2350" spc="715">
                <a:solidFill>
                  <a:srgbClr val="CA9C69"/>
                </a:solidFill>
                <a:latin typeface="Courier New"/>
                <a:cs typeface="Courier New"/>
              </a:rPr>
              <a:t>]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042900" y="4293815"/>
            <a:ext cx="309880" cy="4000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950" spc="1255">
                <a:solidFill>
                  <a:srgbClr val="4470A3"/>
                </a:solidFill>
                <a:latin typeface="Arial"/>
                <a:cs typeface="Arial"/>
              </a:rPr>
              <a:t>)</a:t>
            </a:r>
            <a:endParaRPr sz="29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79700" y="5073661"/>
            <a:ext cx="457834" cy="393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900" spc="1785">
                <a:solidFill>
                  <a:srgbClr val="4470A3"/>
                </a:solidFill>
                <a:latin typeface="Arial"/>
                <a:cs typeface="Arial"/>
              </a:rPr>
              <a:t>u</a:t>
            </a:r>
            <a:endParaRPr sz="2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54200" y="5905130"/>
            <a:ext cx="2036445" cy="5270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950" spc="-375">
                <a:solidFill>
                  <a:srgbClr val="0C182F"/>
                </a:solidFill>
                <a:latin typeface="Courier New"/>
                <a:cs typeface="Courier New"/>
              </a:rPr>
              <a:t>I</a:t>
            </a:r>
            <a:r>
              <a:rPr dirty="0" sz="3950" spc="-475">
                <a:solidFill>
                  <a:srgbClr val="0C182F"/>
                </a:solidFill>
                <a:latin typeface="Courier New"/>
                <a:cs typeface="Courier New"/>
              </a:rPr>
              <a:t>d</a:t>
            </a:r>
            <a:r>
              <a:rPr dirty="0" sz="3950" spc="-275">
                <a:solidFill>
                  <a:srgbClr val="0C182F"/>
                </a:solidFill>
                <a:latin typeface="Courier New"/>
                <a:cs typeface="Courier New"/>
              </a:rPr>
              <a:t>é</a:t>
            </a:r>
            <a:r>
              <a:rPr dirty="0" sz="3950" spc="-380">
                <a:solidFill>
                  <a:srgbClr val="0C182F"/>
                </a:solidFill>
                <a:latin typeface="Courier New"/>
                <a:cs typeface="Courier New"/>
              </a:rPr>
              <a:t>at</a:t>
            </a:r>
            <a:r>
              <a:rPr dirty="0" sz="3950" spc="-455">
                <a:solidFill>
                  <a:srgbClr val="0C182F"/>
                </a:solidFill>
                <a:latin typeface="Courier New"/>
                <a:cs typeface="Courier New"/>
              </a:rPr>
              <a:t>i</a:t>
            </a:r>
            <a:r>
              <a:rPr dirty="0" sz="3950" spc="-405">
                <a:solidFill>
                  <a:srgbClr val="0C182F"/>
                </a:solidFill>
                <a:latin typeface="Courier New"/>
                <a:cs typeface="Courier New"/>
              </a:rPr>
              <a:t>on</a:t>
            </a:r>
            <a:endParaRPr sz="3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86600" y="5905130"/>
            <a:ext cx="3335654" cy="5270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950" spc="-360">
                <a:solidFill>
                  <a:srgbClr val="0C182F"/>
                </a:solidFill>
                <a:latin typeface="Courier New"/>
                <a:cs typeface="Courier New"/>
              </a:rPr>
              <a:t>Dév</a:t>
            </a:r>
            <a:r>
              <a:rPr dirty="0" sz="3950" spc="-320">
                <a:solidFill>
                  <a:srgbClr val="0C182F"/>
                </a:solidFill>
                <a:latin typeface="Courier New"/>
                <a:cs typeface="Courier New"/>
              </a:rPr>
              <a:t>e</a:t>
            </a:r>
            <a:r>
              <a:rPr dirty="0" sz="3950" spc="-475">
                <a:solidFill>
                  <a:srgbClr val="0C182F"/>
                </a:solidFill>
                <a:latin typeface="Courier New"/>
                <a:cs typeface="Courier New"/>
              </a:rPr>
              <a:t>l</a:t>
            </a:r>
            <a:r>
              <a:rPr dirty="0" sz="3950" spc="-360">
                <a:solidFill>
                  <a:srgbClr val="0C182F"/>
                </a:solidFill>
                <a:latin typeface="Courier New"/>
                <a:cs typeface="Courier New"/>
              </a:rPr>
              <a:t>o</a:t>
            </a:r>
            <a:r>
              <a:rPr dirty="0" sz="3950" spc="-290">
                <a:solidFill>
                  <a:srgbClr val="0C182F"/>
                </a:solidFill>
                <a:latin typeface="Courier New"/>
                <a:cs typeface="Courier New"/>
              </a:rPr>
              <a:t>p</a:t>
            </a:r>
            <a:r>
              <a:rPr dirty="0" sz="3950" spc="-475">
                <a:solidFill>
                  <a:srgbClr val="0C182F"/>
                </a:solidFill>
                <a:latin typeface="Courier New"/>
                <a:cs typeface="Courier New"/>
              </a:rPr>
              <a:t>p</a:t>
            </a:r>
            <a:r>
              <a:rPr dirty="0" sz="3950" spc="-380">
                <a:solidFill>
                  <a:srgbClr val="0C182F"/>
                </a:solidFill>
                <a:latin typeface="Courier New"/>
                <a:cs typeface="Courier New"/>
              </a:rPr>
              <a:t>eme</a:t>
            </a:r>
            <a:r>
              <a:rPr dirty="0" sz="3950" spc="-345">
                <a:solidFill>
                  <a:srgbClr val="0C182F"/>
                </a:solidFill>
                <a:latin typeface="Courier New"/>
                <a:cs typeface="Courier New"/>
              </a:rPr>
              <a:t>n</a:t>
            </a:r>
            <a:r>
              <a:rPr dirty="0" sz="3950" spc="-310">
                <a:solidFill>
                  <a:srgbClr val="0C182F"/>
                </a:solidFill>
                <a:latin typeface="Courier New"/>
                <a:cs typeface="Courier New"/>
              </a:rPr>
              <a:t>t</a:t>
            </a:r>
            <a:endParaRPr sz="39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750800" y="5905130"/>
            <a:ext cx="3336925" cy="5270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950" spc="-430">
                <a:solidFill>
                  <a:srgbClr val="0C182F"/>
                </a:solidFill>
                <a:latin typeface="Courier New"/>
                <a:cs typeface="Courier New"/>
              </a:rPr>
              <a:t>Pro</a:t>
            </a:r>
            <a:r>
              <a:rPr dirty="0" sz="3950" spc="-105">
                <a:solidFill>
                  <a:srgbClr val="0C182F"/>
                </a:solidFill>
                <a:latin typeface="Courier New"/>
                <a:cs typeface="Courier New"/>
              </a:rPr>
              <a:t>d</a:t>
            </a:r>
            <a:r>
              <a:rPr dirty="0" sz="3950" spc="-405">
                <a:solidFill>
                  <a:srgbClr val="0C182F"/>
                </a:solidFill>
                <a:latin typeface="Courier New"/>
                <a:cs typeface="Courier New"/>
              </a:rPr>
              <a:t>u</a:t>
            </a:r>
            <a:r>
              <a:rPr dirty="0" sz="3950" spc="-440">
                <a:solidFill>
                  <a:srgbClr val="0C182F"/>
                </a:solidFill>
                <a:latin typeface="Courier New"/>
                <a:cs typeface="Courier New"/>
              </a:rPr>
              <a:t>i</a:t>
            </a:r>
            <a:r>
              <a:rPr dirty="0" sz="3950" spc="-310">
                <a:solidFill>
                  <a:srgbClr val="0C182F"/>
                </a:solidFill>
                <a:latin typeface="Courier New"/>
                <a:cs typeface="Courier New"/>
              </a:rPr>
              <a:t>t</a:t>
            </a:r>
            <a:r>
              <a:rPr dirty="0" sz="3950" spc="-335">
                <a:solidFill>
                  <a:srgbClr val="0C182F"/>
                </a:solidFill>
                <a:latin typeface="Courier New"/>
                <a:cs typeface="Courier New"/>
              </a:rPr>
              <a:t> </a:t>
            </a:r>
            <a:r>
              <a:rPr dirty="0" sz="3950" spc="-335">
                <a:solidFill>
                  <a:srgbClr val="0C182F"/>
                </a:solidFill>
                <a:latin typeface="Courier New"/>
                <a:cs typeface="Courier New"/>
              </a:rPr>
              <a:t>F</a:t>
            </a:r>
            <a:r>
              <a:rPr dirty="0" sz="3950" spc="-415">
                <a:solidFill>
                  <a:srgbClr val="0C182F"/>
                </a:solidFill>
                <a:latin typeface="Courier New"/>
                <a:cs typeface="Courier New"/>
              </a:rPr>
              <a:t>i</a:t>
            </a:r>
            <a:r>
              <a:rPr dirty="0" sz="3950" spc="-380">
                <a:solidFill>
                  <a:srgbClr val="0C182F"/>
                </a:solidFill>
                <a:latin typeface="Courier New"/>
                <a:cs typeface="Courier New"/>
              </a:rPr>
              <a:t>nal</a:t>
            </a:r>
            <a:endParaRPr sz="39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87600" y="7335687"/>
            <a:ext cx="12721590" cy="11112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930400" marR="5080" indent="-1917700">
              <a:lnSpc>
                <a:spcPct val="106700"/>
              </a:lnSpc>
            </a:pPr>
            <a:r>
              <a:rPr dirty="0" sz="3750" spc="20">
                <a:solidFill>
                  <a:srgbClr val="56606B"/>
                </a:solidFill>
                <a:latin typeface="Arial"/>
                <a:cs typeface="Arial"/>
              </a:rPr>
              <a:t>Les</a:t>
            </a:r>
            <a:r>
              <a:rPr dirty="0" sz="3750" spc="-50">
                <a:solidFill>
                  <a:srgbClr val="56606B"/>
                </a:solidFill>
                <a:latin typeface="Arial"/>
                <a:cs typeface="Arial"/>
              </a:rPr>
              <a:t> </a:t>
            </a:r>
            <a:r>
              <a:rPr dirty="0" sz="3750" spc="15">
                <a:solidFill>
                  <a:srgbClr val="56606B"/>
                </a:solidFill>
                <a:latin typeface="Arial"/>
                <a:cs typeface="Arial"/>
              </a:rPr>
              <a:t>élèv</a:t>
            </a:r>
            <a:r>
              <a:rPr dirty="0" sz="3750" spc="260">
                <a:solidFill>
                  <a:srgbClr val="56606B"/>
                </a:solidFill>
                <a:latin typeface="Arial"/>
                <a:cs typeface="Arial"/>
              </a:rPr>
              <a:t>e</a:t>
            </a:r>
            <a:r>
              <a:rPr dirty="0" sz="3750" spc="-60">
                <a:solidFill>
                  <a:srgbClr val="56606B"/>
                </a:solidFill>
                <a:latin typeface="Arial"/>
                <a:cs typeface="Arial"/>
              </a:rPr>
              <a:t>s</a:t>
            </a:r>
            <a:r>
              <a:rPr dirty="0" sz="3750" spc="135">
                <a:solidFill>
                  <a:srgbClr val="56606B"/>
                </a:solidFill>
                <a:latin typeface="Arial"/>
                <a:cs typeface="Arial"/>
              </a:rPr>
              <a:t> </a:t>
            </a:r>
            <a:r>
              <a:rPr dirty="0" sz="3750" spc="40">
                <a:solidFill>
                  <a:srgbClr val="56606B"/>
                </a:solidFill>
                <a:latin typeface="Arial"/>
                <a:cs typeface="Arial"/>
              </a:rPr>
              <a:t>ne</a:t>
            </a:r>
            <a:r>
              <a:rPr dirty="0" sz="3750" spc="-200">
                <a:solidFill>
                  <a:srgbClr val="56606B"/>
                </a:solidFill>
                <a:latin typeface="Arial"/>
                <a:cs typeface="Arial"/>
              </a:rPr>
              <a:t> </a:t>
            </a:r>
            <a:r>
              <a:rPr dirty="0" sz="3750" spc="345">
                <a:solidFill>
                  <a:srgbClr val="56606B"/>
                </a:solidFill>
                <a:latin typeface="Arial"/>
                <a:cs typeface="Arial"/>
              </a:rPr>
              <a:t>f</a:t>
            </a:r>
            <a:r>
              <a:rPr dirty="0" sz="3750" spc="80">
                <a:solidFill>
                  <a:srgbClr val="56606B"/>
                </a:solidFill>
                <a:latin typeface="Arial"/>
                <a:cs typeface="Arial"/>
              </a:rPr>
              <a:t>o</a:t>
            </a:r>
            <a:r>
              <a:rPr dirty="0" sz="3750" spc="-60">
                <a:solidFill>
                  <a:srgbClr val="56606B"/>
                </a:solidFill>
                <a:latin typeface="Arial"/>
                <a:cs typeface="Arial"/>
              </a:rPr>
              <a:t>n</a:t>
            </a:r>
            <a:r>
              <a:rPr dirty="0" sz="3750" spc="235">
                <a:solidFill>
                  <a:srgbClr val="56606B"/>
                </a:solidFill>
                <a:latin typeface="Arial"/>
                <a:cs typeface="Arial"/>
              </a:rPr>
              <a:t>t</a:t>
            </a:r>
            <a:r>
              <a:rPr dirty="0" sz="3750" spc="265">
                <a:solidFill>
                  <a:srgbClr val="56606B"/>
                </a:solidFill>
                <a:latin typeface="Arial"/>
                <a:cs typeface="Arial"/>
              </a:rPr>
              <a:t> </a:t>
            </a:r>
            <a:r>
              <a:rPr dirty="0" sz="3750" spc="-25">
                <a:solidFill>
                  <a:srgbClr val="56606B"/>
                </a:solidFill>
                <a:latin typeface="Arial"/>
                <a:cs typeface="Arial"/>
              </a:rPr>
              <a:t>p</a:t>
            </a:r>
            <a:r>
              <a:rPr dirty="0" sz="3750" spc="45">
                <a:solidFill>
                  <a:srgbClr val="56606B"/>
                </a:solidFill>
                <a:latin typeface="Arial"/>
                <a:cs typeface="Arial"/>
              </a:rPr>
              <a:t>a</a:t>
            </a:r>
            <a:r>
              <a:rPr dirty="0" sz="3750" spc="55">
                <a:solidFill>
                  <a:srgbClr val="56606B"/>
                </a:solidFill>
                <a:latin typeface="Arial"/>
                <a:cs typeface="Arial"/>
              </a:rPr>
              <a:t>s</a:t>
            </a:r>
            <a:r>
              <a:rPr dirty="0" sz="3750" spc="25">
                <a:solidFill>
                  <a:srgbClr val="56606B"/>
                </a:solidFill>
                <a:latin typeface="Arial"/>
                <a:cs typeface="Arial"/>
              </a:rPr>
              <a:t> </a:t>
            </a:r>
            <a:r>
              <a:rPr dirty="0" sz="3750" spc="80">
                <a:solidFill>
                  <a:srgbClr val="56606B"/>
                </a:solidFill>
                <a:latin typeface="Arial"/>
                <a:cs typeface="Arial"/>
              </a:rPr>
              <a:t>q</a:t>
            </a:r>
            <a:r>
              <a:rPr dirty="0" sz="3750" spc="40">
                <a:solidFill>
                  <a:srgbClr val="56606B"/>
                </a:solidFill>
                <a:latin typeface="Arial"/>
                <a:cs typeface="Arial"/>
              </a:rPr>
              <a:t>u</a:t>
            </a:r>
            <a:r>
              <a:rPr dirty="0" sz="3750" spc="-125">
                <a:solidFill>
                  <a:srgbClr val="56606B"/>
                </a:solidFill>
                <a:latin typeface="Arial"/>
                <a:cs typeface="Arial"/>
              </a:rPr>
              <a:t>'</a:t>
            </a:r>
            <a:r>
              <a:rPr dirty="0" sz="3750" spc="80">
                <a:solidFill>
                  <a:srgbClr val="56606B"/>
                </a:solidFill>
                <a:latin typeface="Arial"/>
                <a:cs typeface="Arial"/>
              </a:rPr>
              <a:t>é</a:t>
            </a:r>
            <a:r>
              <a:rPr dirty="0" sz="3750" spc="254">
                <a:solidFill>
                  <a:srgbClr val="56606B"/>
                </a:solidFill>
                <a:latin typeface="Arial"/>
                <a:cs typeface="Arial"/>
              </a:rPr>
              <a:t>c</a:t>
            </a:r>
            <a:r>
              <a:rPr dirty="0" sz="3750" spc="40">
                <a:solidFill>
                  <a:srgbClr val="56606B"/>
                </a:solidFill>
                <a:latin typeface="Arial"/>
                <a:cs typeface="Arial"/>
              </a:rPr>
              <a:t>ou</a:t>
            </a:r>
            <a:r>
              <a:rPr dirty="0" sz="3750" spc="250">
                <a:solidFill>
                  <a:srgbClr val="56606B"/>
                </a:solidFill>
                <a:latin typeface="Arial"/>
                <a:cs typeface="Arial"/>
              </a:rPr>
              <a:t>t</a:t>
            </a:r>
            <a:r>
              <a:rPr dirty="0" sz="3750" spc="60">
                <a:solidFill>
                  <a:srgbClr val="56606B"/>
                </a:solidFill>
                <a:latin typeface="Arial"/>
                <a:cs typeface="Arial"/>
              </a:rPr>
              <a:t>e</a:t>
            </a:r>
            <a:r>
              <a:rPr dirty="0" sz="3750">
                <a:solidFill>
                  <a:srgbClr val="56606B"/>
                </a:solidFill>
                <a:latin typeface="Arial"/>
                <a:cs typeface="Arial"/>
              </a:rPr>
              <a:t>r</a:t>
            </a:r>
            <a:r>
              <a:rPr dirty="0" sz="3750" spc="590">
                <a:solidFill>
                  <a:srgbClr val="56606B"/>
                </a:solidFill>
                <a:latin typeface="Arial"/>
                <a:cs typeface="Arial"/>
              </a:rPr>
              <a:t>.</a:t>
            </a:r>
            <a:r>
              <a:rPr dirty="0" sz="3750" spc="-585">
                <a:solidFill>
                  <a:srgbClr val="56606B"/>
                </a:solidFill>
                <a:latin typeface="Arial"/>
                <a:cs typeface="Arial"/>
              </a:rPr>
              <a:t> </a:t>
            </a:r>
            <a:r>
              <a:rPr dirty="0" sz="3750" spc="10">
                <a:solidFill>
                  <a:srgbClr val="56606B"/>
                </a:solidFill>
                <a:latin typeface="Arial"/>
                <a:cs typeface="Arial"/>
              </a:rPr>
              <a:t>Ils</a:t>
            </a:r>
            <a:r>
              <a:rPr dirty="0" sz="3750" spc="-165">
                <a:solidFill>
                  <a:srgbClr val="56606B"/>
                </a:solidFill>
                <a:latin typeface="Arial"/>
                <a:cs typeface="Arial"/>
              </a:rPr>
              <a:t> </a:t>
            </a:r>
            <a:r>
              <a:rPr dirty="0" sz="3750" spc="50">
                <a:solidFill>
                  <a:srgbClr val="56606B"/>
                </a:solidFill>
                <a:latin typeface="Arial"/>
                <a:cs typeface="Arial"/>
              </a:rPr>
              <a:t>créent</a:t>
            </a:r>
            <a:r>
              <a:rPr dirty="0" sz="3750" spc="320">
                <a:solidFill>
                  <a:srgbClr val="56606B"/>
                </a:solidFill>
                <a:latin typeface="Arial"/>
                <a:cs typeface="Arial"/>
              </a:rPr>
              <a:t> </a:t>
            </a:r>
            <a:r>
              <a:rPr dirty="0" sz="3750" spc="80">
                <a:solidFill>
                  <a:srgbClr val="56606B"/>
                </a:solidFill>
                <a:latin typeface="Arial"/>
                <a:cs typeface="Arial"/>
              </a:rPr>
              <a:t>des</a:t>
            </a:r>
            <a:r>
              <a:rPr dirty="0" sz="3750" spc="-130">
                <a:solidFill>
                  <a:srgbClr val="56606B"/>
                </a:solidFill>
                <a:latin typeface="Arial"/>
                <a:cs typeface="Arial"/>
              </a:rPr>
              <a:t> </a:t>
            </a:r>
            <a:r>
              <a:rPr dirty="0" sz="3750">
                <a:solidFill>
                  <a:srgbClr val="56606B"/>
                </a:solidFill>
                <a:latin typeface="Arial"/>
                <a:cs typeface="Arial"/>
              </a:rPr>
              <a:t>j</a:t>
            </a:r>
            <a:r>
              <a:rPr dirty="0" sz="3750" spc="380">
                <a:solidFill>
                  <a:srgbClr val="56606B"/>
                </a:solidFill>
                <a:latin typeface="Arial"/>
                <a:cs typeface="Arial"/>
              </a:rPr>
              <a:t>e</a:t>
            </a:r>
            <a:r>
              <a:rPr dirty="0" sz="3750" spc="50">
                <a:solidFill>
                  <a:srgbClr val="56606B"/>
                </a:solidFill>
                <a:latin typeface="Arial"/>
                <a:cs typeface="Arial"/>
              </a:rPr>
              <a:t>ux,</a:t>
            </a:r>
            <a:r>
              <a:rPr dirty="0" sz="3750" spc="-45">
                <a:solidFill>
                  <a:srgbClr val="56606B"/>
                </a:solidFill>
                <a:latin typeface="Arial"/>
                <a:cs typeface="Arial"/>
              </a:rPr>
              <a:t> </a:t>
            </a:r>
            <a:r>
              <a:rPr dirty="0" sz="3750" spc="40">
                <a:solidFill>
                  <a:srgbClr val="56606B"/>
                </a:solidFill>
                <a:latin typeface="Arial"/>
                <a:cs typeface="Arial"/>
              </a:rPr>
              <a:t>des</a:t>
            </a:r>
            <a:r>
              <a:rPr dirty="0" sz="3750" spc="20">
                <a:solidFill>
                  <a:srgbClr val="56606B"/>
                </a:solidFill>
                <a:latin typeface="Arial"/>
                <a:cs typeface="Arial"/>
              </a:rPr>
              <a:t> </a:t>
            </a:r>
            <a:r>
              <a:rPr dirty="0" sz="3750" spc="15">
                <a:solidFill>
                  <a:srgbClr val="56606B"/>
                </a:solidFill>
                <a:latin typeface="Arial"/>
                <a:cs typeface="Arial"/>
              </a:rPr>
              <a:t>s</a:t>
            </a:r>
            <a:r>
              <a:rPr dirty="0" sz="3750" spc="-30">
                <a:solidFill>
                  <a:srgbClr val="56606B"/>
                </a:solidFill>
                <a:latin typeface="Arial"/>
                <a:cs typeface="Arial"/>
              </a:rPr>
              <a:t>i</a:t>
            </a:r>
            <a:r>
              <a:rPr dirty="0" sz="3750" spc="350">
                <a:solidFill>
                  <a:srgbClr val="56606B"/>
                </a:solidFill>
                <a:latin typeface="Arial"/>
                <a:cs typeface="Arial"/>
              </a:rPr>
              <a:t>t</a:t>
            </a:r>
            <a:r>
              <a:rPr dirty="0" sz="3750" spc="110">
                <a:solidFill>
                  <a:srgbClr val="56606B"/>
                </a:solidFill>
                <a:latin typeface="Arial"/>
                <a:cs typeface="Arial"/>
              </a:rPr>
              <a:t>e</a:t>
            </a:r>
            <a:r>
              <a:rPr dirty="0" sz="3750" spc="-60">
                <a:solidFill>
                  <a:srgbClr val="56606B"/>
                </a:solidFill>
                <a:latin typeface="Arial"/>
                <a:cs typeface="Arial"/>
              </a:rPr>
              <a:t>s</a:t>
            </a:r>
            <a:r>
              <a:rPr dirty="0" sz="3750" spc="35">
                <a:solidFill>
                  <a:srgbClr val="56606B"/>
                </a:solidFill>
                <a:latin typeface="Arial"/>
                <a:cs typeface="Arial"/>
              </a:rPr>
              <a:t> </a:t>
            </a:r>
            <a:r>
              <a:rPr dirty="0" sz="3750" spc="90">
                <a:solidFill>
                  <a:srgbClr val="56606B"/>
                </a:solidFill>
                <a:latin typeface="Arial"/>
                <a:cs typeface="Arial"/>
              </a:rPr>
              <a:t>web</a:t>
            </a:r>
            <a:r>
              <a:rPr dirty="0" sz="3750" spc="200">
                <a:solidFill>
                  <a:srgbClr val="56606B"/>
                </a:solidFill>
                <a:latin typeface="Arial"/>
                <a:cs typeface="Arial"/>
              </a:rPr>
              <a:t> </a:t>
            </a:r>
            <a:r>
              <a:rPr dirty="0" sz="3750" spc="75">
                <a:solidFill>
                  <a:srgbClr val="56606B"/>
                </a:solidFill>
                <a:latin typeface="Arial"/>
                <a:cs typeface="Arial"/>
              </a:rPr>
              <a:t>et</a:t>
            </a:r>
            <a:r>
              <a:rPr dirty="0" sz="3750" spc="145">
                <a:solidFill>
                  <a:srgbClr val="56606B"/>
                </a:solidFill>
                <a:latin typeface="Arial"/>
                <a:cs typeface="Arial"/>
              </a:rPr>
              <a:t> </a:t>
            </a:r>
            <a:r>
              <a:rPr dirty="0" sz="3750" spc="80">
                <a:solidFill>
                  <a:srgbClr val="56606B"/>
                </a:solidFill>
                <a:latin typeface="Arial"/>
                <a:cs typeface="Arial"/>
              </a:rPr>
              <a:t>des</a:t>
            </a:r>
            <a:r>
              <a:rPr dirty="0" sz="3750" spc="70">
                <a:solidFill>
                  <a:srgbClr val="56606B"/>
                </a:solidFill>
                <a:latin typeface="Arial"/>
                <a:cs typeface="Arial"/>
              </a:rPr>
              <a:t> </a:t>
            </a:r>
            <a:r>
              <a:rPr dirty="0" sz="3750" spc="70">
                <a:solidFill>
                  <a:srgbClr val="56606B"/>
                </a:solidFill>
                <a:latin typeface="Arial"/>
                <a:cs typeface="Arial"/>
              </a:rPr>
              <a:t>appl</a:t>
            </a:r>
            <a:r>
              <a:rPr dirty="0" sz="3750" spc="190">
                <a:solidFill>
                  <a:srgbClr val="56606B"/>
                </a:solidFill>
                <a:latin typeface="Arial"/>
                <a:cs typeface="Arial"/>
              </a:rPr>
              <a:t>i</a:t>
            </a:r>
            <a:r>
              <a:rPr dirty="0" sz="3750" spc="120">
                <a:solidFill>
                  <a:srgbClr val="56606B"/>
                </a:solidFill>
                <a:latin typeface="Arial"/>
                <a:cs typeface="Arial"/>
              </a:rPr>
              <a:t>c</a:t>
            </a:r>
            <a:r>
              <a:rPr dirty="0" sz="3750" spc="140">
                <a:solidFill>
                  <a:srgbClr val="56606B"/>
                </a:solidFill>
                <a:latin typeface="Arial"/>
                <a:cs typeface="Arial"/>
              </a:rPr>
              <a:t>at</a:t>
            </a:r>
            <a:r>
              <a:rPr dirty="0" sz="3750" spc="120">
                <a:solidFill>
                  <a:srgbClr val="56606B"/>
                </a:solidFill>
                <a:latin typeface="Arial"/>
                <a:cs typeface="Arial"/>
              </a:rPr>
              <a:t>i</a:t>
            </a:r>
            <a:r>
              <a:rPr dirty="0" sz="3750">
                <a:solidFill>
                  <a:srgbClr val="56606B"/>
                </a:solidFill>
                <a:latin typeface="Arial"/>
                <a:cs typeface="Arial"/>
              </a:rPr>
              <a:t>ons</a:t>
            </a:r>
            <a:r>
              <a:rPr dirty="0" sz="3750" spc="210">
                <a:solidFill>
                  <a:srgbClr val="56606B"/>
                </a:solidFill>
                <a:latin typeface="Arial"/>
                <a:cs typeface="Arial"/>
              </a:rPr>
              <a:t> </a:t>
            </a:r>
            <a:r>
              <a:rPr dirty="0" sz="3750" spc="120">
                <a:solidFill>
                  <a:srgbClr val="56606B"/>
                </a:solidFill>
                <a:latin typeface="Arial"/>
                <a:cs typeface="Arial"/>
              </a:rPr>
              <a:t>c</a:t>
            </a:r>
            <a:r>
              <a:rPr dirty="0" sz="3750" spc="50">
                <a:solidFill>
                  <a:srgbClr val="56606B"/>
                </a:solidFill>
                <a:latin typeface="Arial"/>
                <a:cs typeface="Arial"/>
              </a:rPr>
              <a:t>oncrètes.</a:t>
            </a:r>
            <a:endParaRPr sz="3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0" y="3200400"/>
            <a:ext cx="2895600" cy="1905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747000" y="3530600"/>
            <a:ext cx="558800" cy="152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890000" y="3352800"/>
            <a:ext cx="1346200" cy="1574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747000" y="4318000"/>
            <a:ext cx="863600" cy="355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3182600" y="3403600"/>
            <a:ext cx="1473200" cy="11938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498600" y="2654300"/>
            <a:ext cx="4318000" cy="114300"/>
          </a:xfrm>
          <a:custGeom>
            <a:avLst/>
            <a:gdLst/>
            <a:ahLst/>
            <a:cxnLst/>
            <a:rect l="l" t="t" r="r" b="b"/>
            <a:pathLst>
              <a:path w="4318000" h="114300">
                <a:moveTo>
                  <a:pt x="0" y="0"/>
                </a:moveTo>
                <a:lnTo>
                  <a:pt x="4318000" y="0"/>
                </a:lnTo>
                <a:lnTo>
                  <a:pt x="43180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346B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473200" y="2679700"/>
            <a:ext cx="0" cy="5765800"/>
          </a:xfrm>
          <a:custGeom>
            <a:avLst/>
            <a:gdLst/>
            <a:ahLst/>
            <a:cxnLst/>
            <a:rect l="l" t="t" r="r" b="b"/>
            <a:pathLst>
              <a:path w="0" h="5765800">
                <a:moveTo>
                  <a:pt x="0" y="5765800"/>
                </a:moveTo>
                <a:lnTo>
                  <a:pt x="0" y="0"/>
                </a:lnTo>
              </a:path>
            </a:pathLst>
          </a:custGeom>
          <a:ln w="25400">
            <a:solidFill>
              <a:srgbClr val="131F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24000" y="8458200"/>
            <a:ext cx="4267200" cy="0"/>
          </a:xfrm>
          <a:custGeom>
            <a:avLst/>
            <a:gdLst/>
            <a:ahLst/>
            <a:cxnLst/>
            <a:rect l="l" t="t" r="r" b="b"/>
            <a:pathLst>
              <a:path w="4267200" h="0">
                <a:moveTo>
                  <a:pt x="0" y="0"/>
                </a:moveTo>
                <a:lnTo>
                  <a:pt x="4267200" y="0"/>
                </a:lnTo>
              </a:path>
            </a:pathLst>
          </a:custGeom>
          <a:ln w="25400">
            <a:solidFill>
              <a:srgbClr val="0F1C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842000" y="2717800"/>
            <a:ext cx="0" cy="5689600"/>
          </a:xfrm>
          <a:custGeom>
            <a:avLst/>
            <a:gdLst/>
            <a:ahLst/>
            <a:cxnLst/>
            <a:rect l="l" t="t" r="r" b="b"/>
            <a:pathLst>
              <a:path w="0" h="5689600">
                <a:moveTo>
                  <a:pt x="0" y="5689600"/>
                </a:moveTo>
                <a:lnTo>
                  <a:pt x="0" y="0"/>
                </a:lnTo>
              </a:path>
            </a:pathLst>
          </a:custGeom>
          <a:ln w="25400">
            <a:solidFill>
              <a:srgbClr val="1C233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502400" y="2654300"/>
            <a:ext cx="4470400" cy="114300"/>
          </a:xfrm>
          <a:custGeom>
            <a:avLst/>
            <a:gdLst/>
            <a:ahLst/>
            <a:cxnLst/>
            <a:rect l="l" t="t" r="r" b="b"/>
            <a:pathLst>
              <a:path w="4470400" h="114300">
                <a:moveTo>
                  <a:pt x="0" y="0"/>
                </a:moveTo>
                <a:lnTo>
                  <a:pt x="4470400" y="0"/>
                </a:lnTo>
                <a:lnTo>
                  <a:pt x="44704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346B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477000" y="2717800"/>
            <a:ext cx="0" cy="5702300"/>
          </a:xfrm>
          <a:custGeom>
            <a:avLst/>
            <a:gdLst/>
            <a:ahLst/>
            <a:cxnLst/>
            <a:rect l="l" t="t" r="r" b="b"/>
            <a:pathLst>
              <a:path w="0" h="5702300">
                <a:moveTo>
                  <a:pt x="0" y="5702300"/>
                </a:moveTo>
                <a:lnTo>
                  <a:pt x="0" y="0"/>
                </a:lnTo>
              </a:path>
            </a:pathLst>
          </a:custGeom>
          <a:ln w="25400">
            <a:solidFill>
              <a:srgbClr val="282F3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416800" y="3232150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 h="0">
                <a:moveTo>
                  <a:pt x="0" y="0"/>
                </a:moveTo>
                <a:lnTo>
                  <a:pt x="533400" y="0"/>
                </a:lnTo>
              </a:path>
            </a:pathLst>
          </a:custGeom>
          <a:ln w="12700">
            <a:solidFill>
              <a:srgbClr val="7790A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0998200" y="2730500"/>
            <a:ext cx="0" cy="5676900"/>
          </a:xfrm>
          <a:custGeom>
            <a:avLst/>
            <a:gdLst/>
            <a:ahLst/>
            <a:cxnLst/>
            <a:rect l="l" t="t" r="r" b="b"/>
            <a:pathLst>
              <a:path w="0" h="5676900">
                <a:moveTo>
                  <a:pt x="0" y="5676900"/>
                </a:moveTo>
                <a:lnTo>
                  <a:pt x="0" y="0"/>
                </a:lnTo>
              </a:path>
            </a:pathLst>
          </a:custGeom>
          <a:ln w="25400">
            <a:solidFill>
              <a:srgbClr val="1F283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353300" y="3238500"/>
            <a:ext cx="0" cy="749300"/>
          </a:xfrm>
          <a:custGeom>
            <a:avLst/>
            <a:gdLst/>
            <a:ahLst/>
            <a:cxnLst/>
            <a:rect l="l" t="t" r="r" b="b"/>
            <a:pathLst>
              <a:path w="0" h="749300">
                <a:moveTo>
                  <a:pt x="0" y="749300"/>
                </a:moveTo>
                <a:lnTo>
                  <a:pt x="0" y="0"/>
                </a:lnTo>
              </a:path>
            </a:pathLst>
          </a:custGeom>
          <a:ln w="25400">
            <a:solidFill>
              <a:srgbClr val="90A8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594600" y="3390900"/>
            <a:ext cx="939800" cy="0"/>
          </a:xfrm>
          <a:custGeom>
            <a:avLst/>
            <a:gdLst/>
            <a:ahLst/>
            <a:cxnLst/>
            <a:rect l="l" t="t" r="r" b="b"/>
            <a:pathLst>
              <a:path w="939800" h="0">
                <a:moveTo>
                  <a:pt x="0" y="0"/>
                </a:moveTo>
                <a:lnTo>
                  <a:pt x="939800" y="0"/>
                </a:lnTo>
              </a:path>
            </a:pathLst>
          </a:custGeom>
          <a:ln w="25400">
            <a:solidFill>
              <a:srgbClr val="2F384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505700" y="3479800"/>
            <a:ext cx="114300" cy="1371600"/>
          </a:xfrm>
          <a:custGeom>
            <a:avLst/>
            <a:gdLst/>
            <a:ahLst/>
            <a:cxnLst/>
            <a:rect l="l" t="t" r="r" b="b"/>
            <a:pathLst>
              <a:path w="114300" h="1371600">
                <a:moveTo>
                  <a:pt x="0" y="0"/>
                </a:moveTo>
                <a:lnTo>
                  <a:pt x="114300" y="0"/>
                </a:lnTo>
                <a:lnTo>
                  <a:pt x="1143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2B57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737600" y="3467100"/>
            <a:ext cx="0" cy="1352550"/>
          </a:xfrm>
          <a:custGeom>
            <a:avLst/>
            <a:gdLst/>
            <a:ahLst/>
            <a:cxnLst/>
            <a:rect l="l" t="t" r="r" b="b"/>
            <a:pathLst>
              <a:path w="0" h="1352550">
                <a:moveTo>
                  <a:pt x="0" y="1352550"/>
                </a:moveTo>
                <a:lnTo>
                  <a:pt x="0" y="0"/>
                </a:lnTo>
              </a:path>
            </a:pathLst>
          </a:custGeom>
          <a:ln w="25400">
            <a:solidFill>
              <a:srgbClr val="1F2B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724900" y="4924425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400" y="0"/>
                </a:lnTo>
              </a:path>
            </a:pathLst>
          </a:custGeom>
          <a:ln w="25400">
            <a:solidFill>
              <a:srgbClr val="1F2B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759700" y="4025900"/>
            <a:ext cx="508000" cy="0"/>
          </a:xfrm>
          <a:custGeom>
            <a:avLst/>
            <a:gdLst/>
            <a:ahLst/>
            <a:cxnLst/>
            <a:rect l="l" t="t" r="r" b="b"/>
            <a:pathLst>
              <a:path w="508000" h="0">
                <a:moveTo>
                  <a:pt x="0" y="0"/>
                </a:moveTo>
                <a:lnTo>
                  <a:pt x="508000" y="0"/>
                </a:lnTo>
              </a:path>
            </a:pathLst>
          </a:custGeom>
          <a:ln w="25400">
            <a:solidFill>
              <a:srgbClr val="7783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759700" y="4241800"/>
            <a:ext cx="469900" cy="0"/>
          </a:xfrm>
          <a:custGeom>
            <a:avLst/>
            <a:gdLst/>
            <a:ahLst/>
            <a:cxnLst/>
            <a:rect l="l" t="t" r="r" b="b"/>
            <a:pathLst>
              <a:path w="469900" h="0">
                <a:moveTo>
                  <a:pt x="0" y="0"/>
                </a:moveTo>
                <a:lnTo>
                  <a:pt x="469900" y="0"/>
                </a:lnTo>
              </a:path>
            </a:pathLst>
          </a:custGeom>
          <a:ln w="25400">
            <a:solidFill>
              <a:srgbClr val="7C83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569200" y="4870450"/>
            <a:ext cx="2336800" cy="0"/>
          </a:xfrm>
          <a:custGeom>
            <a:avLst/>
            <a:gdLst/>
            <a:ahLst/>
            <a:cxnLst/>
            <a:rect l="l" t="t" r="r" b="b"/>
            <a:pathLst>
              <a:path w="2336800" h="0">
                <a:moveTo>
                  <a:pt x="0" y="0"/>
                </a:moveTo>
                <a:lnTo>
                  <a:pt x="2336800" y="0"/>
                </a:lnTo>
              </a:path>
            </a:pathLst>
          </a:custGeom>
          <a:ln w="101600">
            <a:solidFill>
              <a:srgbClr val="28579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525000" y="5086350"/>
            <a:ext cx="546100" cy="0"/>
          </a:xfrm>
          <a:custGeom>
            <a:avLst/>
            <a:gdLst/>
            <a:ahLst/>
            <a:cxnLst/>
            <a:rect l="l" t="t" r="r" b="b"/>
            <a:pathLst>
              <a:path w="546100" h="0">
                <a:moveTo>
                  <a:pt x="0" y="0"/>
                </a:moveTo>
                <a:lnTo>
                  <a:pt x="546100" y="0"/>
                </a:lnTo>
              </a:path>
            </a:pathLst>
          </a:custGeom>
          <a:ln w="12700">
            <a:solidFill>
              <a:srgbClr val="7C93A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527800" y="8458200"/>
            <a:ext cx="4419600" cy="0"/>
          </a:xfrm>
          <a:custGeom>
            <a:avLst/>
            <a:gdLst/>
            <a:ahLst/>
            <a:cxnLst/>
            <a:rect l="l" t="t" r="r" b="b"/>
            <a:pathLst>
              <a:path w="4419600" h="0">
                <a:moveTo>
                  <a:pt x="0" y="0"/>
                </a:moveTo>
                <a:lnTo>
                  <a:pt x="4419600" y="0"/>
                </a:lnTo>
              </a:path>
            </a:pathLst>
          </a:custGeom>
          <a:ln w="25400">
            <a:solidFill>
              <a:srgbClr val="0F1C2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1658600" y="2654300"/>
            <a:ext cx="4318000" cy="114300"/>
          </a:xfrm>
          <a:custGeom>
            <a:avLst/>
            <a:gdLst/>
            <a:ahLst/>
            <a:cxnLst/>
            <a:rect l="l" t="t" r="r" b="b"/>
            <a:pathLst>
              <a:path w="4318000" h="114300">
                <a:moveTo>
                  <a:pt x="0" y="0"/>
                </a:moveTo>
                <a:lnTo>
                  <a:pt x="4318000" y="0"/>
                </a:lnTo>
                <a:lnTo>
                  <a:pt x="43180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346B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1633200" y="2679700"/>
            <a:ext cx="0" cy="5765800"/>
          </a:xfrm>
          <a:custGeom>
            <a:avLst/>
            <a:gdLst/>
            <a:ahLst/>
            <a:cxnLst/>
            <a:rect l="l" t="t" r="r" b="b"/>
            <a:pathLst>
              <a:path w="0" h="5765800">
                <a:moveTo>
                  <a:pt x="0" y="5765800"/>
                </a:moveTo>
                <a:lnTo>
                  <a:pt x="0" y="0"/>
                </a:lnTo>
              </a:path>
            </a:pathLst>
          </a:custGeom>
          <a:ln w="25400">
            <a:solidFill>
              <a:srgbClr val="1F2B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3239750" y="3683000"/>
            <a:ext cx="0" cy="1104900"/>
          </a:xfrm>
          <a:custGeom>
            <a:avLst/>
            <a:gdLst/>
            <a:ahLst/>
            <a:cxnLst/>
            <a:rect l="l" t="t" r="r" b="b"/>
            <a:pathLst>
              <a:path w="0" h="1104900">
                <a:moveTo>
                  <a:pt x="0" y="1104900"/>
                </a:moveTo>
                <a:lnTo>
                  <a:pt x="0" y="0"/>
                </a:lnTo>
              </a:path>
            </a:pathLst>
          </a:custGeom>
          <a:ln w="88900">
            <a:solidFill>
              <a:srgbClr val="132B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2598400" y="3981450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 h="0">
                <a:moveTo>
                  <a:pt x="0" y="0"/>
                </a:moveTo>
                <a:lnTo>
                  <a:pt x="685800" y="0"/>
                </a:lnTo>
              </a:path>
            </a:pathLst>
          </a:custGeom>
          <a:ln w="25400">
            <a:solidFill>
              <a:srgbClr val="5770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2865100" y="4159250"/>
            <a:ext cx="368300" cy="0"/>
          </a:xfrm>
          <a:custGeom>
            <a:avLst/>
            <a:gdLst/>
            <a:ahLst/>
            <a:cxnLst/>
            <a:rect l="l" t="t" r="r" b="b"/>
            <a:pathLst>
              <a:path w="368300" h="0">
                <a:moveTo>
                  <a:pt x="0" y="0"/>
                </a:moveTo>
                <a:lnTo>
                  <a:pt x="368300" y="0"/>
                </a:lnTo>
              </a:path>
            </a:pathLst>
          </a:custGeom>
          <a:ln w="12700">
            <a:solidFill>
              <a:srgbClr val="5B7C9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4351000" y="4337050"/>
            <a:ext cx="698500" cy="0"/>
          </a:xfrm>
          <a:custGeom>
            <a:avLst/>
            <a:gdLst/>
            <a:ahLst/>
            <a:cxnLst/>
            <a:rect l="l" t="t" r="r" b="b"/>
            <a:pathLst>
              <a:path w="698500" h="0">
                <a:moveTo>
                  <a:pt x="0" y="0"/>
                </a:moveTo>
                <a:lnTo>
                  <a:pt x="698500" y="0"/>
                </a:lnTo>
              </a:path>
            </a:pathLst>
          </a:custGeom>
          <a:ln w="38100">
            <a:solidFill>
              <a:srgbClr val="607C9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1684000" y="8458200"/>
            <a:ext cx="4267200" cy="0"/>
          </a:xfrm>
          <a:custGeom>
            <a:avLst/>
            <a:gdLst/>
            <a:ahLst/>
            <a:cxnLst/>
            <a:rect l="l" t="t" r="r" b="b"/>
            <a:pathLst>
              <a:path w="4267200" h="0">
                <a:moveTo>
                  <a:pt x="0" y="0"/>
                </a:moveTo>
                <a:lnTo>
                  <a:pt x="4267200" y="0"/>
                </a:lnTo>
              </a:path>
            </a:pathLst>
          </a:custGeom>
          <a:ln w="25400">
            <a:solidFill>
              <a:srgbClr val="0F1C2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6002000" y="2717800"/>
            <a:ext cx="0" cy="5689600"/>
          </a:xfrm>
          <a:custGeom>
            <a:avLst/>
            <a:gdLst/>
            <a:ahLst/>
            <a:cxnLst/>
            <a:rect l="l" t="t" r="r" b="b"/>
            <a:pathLst>
              <a:path w="0" h="5689600">
                <a:moveTo>
                  <a:pt x="0" y="5689600"/>
                </a:moveTo>
                <a:lnTo>
                  <a:pt x="0" y="0"/>
                </a:lnTo>
              </a:path>
            </a:pathLst>
          </a:custGeom>
          <a:ln w="25400">
            <a:solidFill>
              <a:srgbClr val="282F3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14400">
              <a:lnSpc>
                <a:spcPct val="100000"/>
              </a:lnSpc>
            </a:pPr>
            <a:r>
              <a:rPr dirty="0" sz="5450" spc="160">
                <a:solidFill>
                  <a:srgbClr val="0A1A2F"/>
                </a:solidFill>
              </a:rPr>
              <a:t>U</a:t>
            </a:r>
            <a:r>
              <a:rPr dirty="0" sz="5450" spc="-65">
                <a:solidFill>
                  <a:srgbClr val="0A1A2F"/>
                </a:solidFill>
              </a:rPr>
              <a:t>n</a:t>
            </a:r>
            <a:r>
              <a:rPr dirty="0" sz="5450" spc="450">
                <a:solidFill>
                  <a:srgbClr val="0A1A2F"/>
                </a:solidFill>
              </a:rPr>
              <a:t>e</a:t>
            </a:r>
            <a:r>
              <a:rPr dirty="0" sz="5450" spc="-300">
                <a:solidFill>
                  <a:srgbClr val="0A1A2F"/>
                </a:solidFill>
              </a:rPr>
              <a:t> </a:t>
            </a:r>
            <a:r>
              <a:rPr dirty="0" sz="5450" spc="65">
                <a:solidFill>
                  <a:srgbClr val="0A1A2F"/>
                </a:solidFill>
              </a:rPr>
              <a:t>é</a:t>
            </a:r>
            <a:r>
              <a:rPr dirty="0" sz="5450" spc="265">
                <a:solidFill>
                  <a:srgbClr val="0A1A2F"/>
                </a:solidFill>
              </a:rPr>
              <a:t>v</a:t>
            </a:r>
            <a:r>
              <a:rPr dirty="0" sz="5450" spc="150">
                <a:solidFill>
                  <a:srgbClr val="0A1A2F"/>
                </a:solidFill>
              </a:rPr>
              <a:t>a</a:t>
            </a:r>
            <a:r>
              <a:rPr dirty="0" sz="5450" spc="160">
                <a:solidFill>
                  <a:srgbClr val="0A1A2F"/>
                </a:solidFill>
              </a:rPr>
              <a:t>l</a:t>
            </a:r>
            <a:r>
              <a:rPr dirty="0" sz="5450" spc="-65">
                <a:solidFill>
                  <a:srgbClr val="0A1A2F"/>
                </a:solidFill>
              </a:rPr>
              <a:t>u</a:t>
            </a:r>
            <a:r>
              <a:rPr dirty="0" sz="5450" spc="360">
                <a:solidFill>
                  <a:srgbClr val="0A1A2F"/>
                </a:solidFill>
              </a:rPr>
              <a:t>a</a:t>
            </a:r>
            <a:r>
              <a:rPr dirty="0" sz="5450" spc="280">
                <a:solidFill>
                  <a:srgbClr val="0A1A2F"/>
                </a:solidFill>
              </a:rPr>
              <a:t>t</a:t>
            </a:r>
            <a:r>
              <a:rPr dirty="0" sz="5450" spc="-130">
                <a:solidFill>
                  <a:srgbClr val="0A1A2F"/>
                </a:solidFill>
              </a:rPr>
              <a:t>i</a:t>
            </a:r>
            <a:r>
              <a:rPr dirty="0" sz="5450" spc="235">
                <a:solidFill>
                  <a:srgbClr val="0A1A2F"/>
                </a:solidFill>
              </a:rPr>
              <a:t>o</a:t>
            </a:r>
            <a:r>
              <a:rPr dirty="0" sz="5450" spc="295">
                <a:solidFill>
                  <a:srgbClr val="0A1A2F"/>
                </a:solidFill>
              </a:rPr>
              <a:t>n</a:t>
            </a:r>
            <a:r>
              <a:rPr dirty="0" sz="5450" spc="-575">
                <a:solidFill>
                  <a:srgbClr val="0A1A2F"/>
                </a:solidFill>
              </a:rPr>
              <a:t> </a:t>
            </a:r>
            <a:r>
              <a:rPr dirty="0" sz="5450" spc="265">
                <a:solidFill>
                  <a:srgbClr val="0A1A2F"/>
                </a:solidFill>
              </a:rPr>
              <a:t>c</a:t>
            </a:r>
            <a:r>
              <a:rPr dirty="0" sz="5450" spc="130">
                <a:solidFill>
                  <a:srgbClr val="0A1A2F"/>
                </a:solidFill>
              </a:rPr>
              <a:t>o</a:t>
            </a:r>
            <a:r>
              <a:rPr dirty="0" sz="5450" spc="350">
                <a:solidFill>
                  <a:srgbClr val="0A1A2F"/>
                </a:solidFill>
              </a:rPr>
              <a:t>m</a:t>
            </a:r>
            <a:r>
              <a:rPr dirty="0" sz="5450" spc="140">
                <a:solidFill>
                  <a:srgbClr val="0A1A2F"/>
                </a:solidFill>
              </a:rPr>
              <a:t>p</a:t>
            </a:r>
            <a:r>
              <a:rPr dirty="0" sz="5450" spc="-130">
                <a:solidFill>
                  <a:srgbClr val="0A1A2F"/>
                </a:solidFill>
              </a:rPr>
              <a:t>l</a:t>
            </a:r>
            <a:r>
              <a:rPr dirty="0" sz="5450" spc="165">
                <a:solidFill>
                  <a:srgbClr val="0A1A2F"/>
                </a:solidFill>
              </a:rPr>
              <a:t>è</a:t>
            </a:r>
            <a:r>
              <a:rPr dirty="0" sz="5450" spc="380">
                <a:solidFill>
                  <a:srgbClr val="0A1A2F"/>
                </a:solidFill>
              </a:rPr>
              <a:t>t</a:t>
            </a:r>
            <a:r>
              <a:rPr dirty="0" sz="5450" spc="450">
                <a:solidFill>
                  <a:srgbClr val="0A1A2F"/>
                </a:solidFill>
              </a:rPr>
              <a:t>e</a:t>
            </a:r>
            <a:r>
              <a:rPr dirty="0" sz="5450" spc="-200">
                <a:solidFill>
                  <a:srgbClr val="0A1A2F"/>
                </a:solidFill>
              </a:rPr>
              <a:t> </a:t>
            </a:r>
            <a:r>
              <a:rPr dirty="0" sz="5450" spc="35">
                <a:solidFill>
                  <a:srgbClr val="0A1A2F"/>
                </a:solidFill>
              </a:rPr>
              <a:t>p</a:t>
            </a:r>
            <a:r>
              <a:rPr dirty="0" sz="5450" spc="135">
                <a:solidFill>
                  <a:srgbClr val="0A1A2F"/>
                </a:solidFill>
              </a:rPr>
              <a:t>o</a:t>
            </a:r>
            <a:r>
              <a:rPr dirty="0" sz="5450" spc="140">
                <a:solidFill>
                  <a:srgbClr val="0A1A2F"/>
                </a:solidFill>
              </a:rPr>
              <a:t>u</a:t>
            </a:r>
            <a:r>
              <a:rPr dirty="0" sz="5450" spc="145">
                <a:solidFill>
                  <a:srgbClr val="0A1A2F"/>
                </a:solidFill>
              </a:rPr>
              <a:t>r</a:t>
            </a:r>
            <a:r>
              <a:rPr dirty="0" sz="5450" spc="-185">
                <a:solidFill>
                  <a:srgbClr val="0A1A2F"/>
                </a:solidFill>
              </a:rPr>
              <a:t> </a:t>
            </a:r>
            <a:r>
              <a:rPr dirty="0" sz="5450" spc="-229">
                <a:solidFill>
                  <a:srgbClr val="0A1A2F"/>
                </a:solidFill>
              </a:rPr>
              <a:t>l</a:t>
            </a:r>
            <a:r>
              <a:rPr dirty="0" sz="5450" spc="450">
                <a:solidFill>
                  <a:srgbClr val="0A1A2F"/>
                </a:solidFill>
              </a:rPr>
              <a:t>e</a:t>
            </a:r>
            <a:r>
              <a:rPr dirty="0" sz="5450" spc="-200">
                <a:solidFill>
                  <a:srgbClr val="0A1A2F"/>
                </a:solidFill>
              </a:rPr>
              <a:t> </a:t>
            </a:r>
            <a:r>
              <a:rPr dirty="0" sz="5450" spc="-340">
                <a:solidFill>
                  <a:srgbClr val="0A1A2F"/>
                </a:solidFill>
              </a:rPr>
              <a:t>B</a:t>
            </a:r>
            <a:r>
              <a:rPr dirty="0" sz="5450" spc="180">
                <a:solidFill>
                  <a:srgbClr val="0A1A2F"/>
                </a:solidFill>
              </a:rPr>
              <a:t>ac</a:t>
            </a:r>
            <a:endParaRPr sz="5450"/>
          </a:p>
        </p:txBody>
      </p:sp>
      <p:sp>
        <p:nvSpPr>
          <p:cNvPr id="43" name="object 4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140">
                <a:solidFill>
                  <a:srgbClr val="0E1523"/>
                </a:solidFill>
              </a:rPr>
              <a:t>N</a:t>
            </a:r>
            <a:r>
              <a:rPr dirty="0" spc="70"/>
              <a:t>o</a:t>
            </a:r>
            <a:r>
              <a:rPr dirty="0" spc="55"/>
              <a:t>t</a:t>
            </a:r>
            <a:r>
              <a:rPr dirty="0" spc="45"/>
              <a:t>e</a:t>
            </a:r>
            <a:r>
              <a:rPr dirty="0" spc="114"/>
              <a:t>bo</a:t>
            </a:r>
            <a:r>
              <a:rPr dirty="0" spc="-5"/>
              <a:t>o</a:t>
            </a:r>
            <a:r>
              <a:rPr dirty="0" spc="45"/>
              <a:t>k</a:t>
            </a:r>
            <a:r>
              <a:rPr dirty="0" spc="-25"/>
              <a:t>L</a:t>
            </a:r>
            <a:r>
              <a:rPr dirty="0" spc="114">
                <a:solidFill>
                  <a:srgbClr val="0E1523"/>
                </a:solidFill>
              </a:rPr>
              <a:t>M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1790700" y="5277516"/>
            <a:ext cx="3780790" cy="2615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2440"/>
              </a:lnSpc>
            </a:pPr>
            <a:r>
              <a:rPr dirty="0" sz="2400" spc="885">
                <a:solidFill>
                  <a:srgbClr val="363D42"/>
                </a:solidFill>
                <a:latin typeface="Arial"/>
                <a:cs typeface="Arial"/>
              </a:rPr>
              <a:t>,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ts val="3440"/>
              </a:lnSpc>
            </a:pPr>
            <a:r>
              <a:rPr dirty="0" sz="3300" spc="-130" b="1">
                <a:solidFill>
                  <a:srgbClr val="0A1A2F"/>
                </a:solidFill>
                <a:latin typeface="Arial"/>
                <a:cs typeface="Arial"/>
              </a:rPr>
              <a:t>Epr</a:t>
            </a:r>
            <a:r>
              <a:rPr dirty="0" sz="3300" spc="-120" b="1">
                <a:solidFill>
                  <a:srgbClr val="0A1A2F"/>
                </a:solidFill>
                <a:latin typeface="Arial"/>
                <a:cs typeface="Arial"/>
              </a:rPr>
              <a:t>e</a:t>
            </a:r>
            <a:r>
              <a:rPr dirty="0" sz="3300" spc="-40" b="1">
                <a:solidFill>
                  <a:srgbClr val="0A1A2F"/>
                </a:solidFill>
                <a:latin typeface="Arial"/>
                <a:cs typeface="Arial"/>
              </a:rPr>
              <a:t>uv</a:t>
            </a:r>
            <a:r>
              <a:rPr dirty="0" sz="3300" spc="-150" b="1">
                <a:solidFill>
                  <a:srgbClr val="0A1A2F"/>
                </a:solidFill>
                <a:latin typeface="Arial"/>
                <a:cs typeface="Arial"/>
              </a:rPr>
              <a:t>e</a:t>
            </a:r>
            <a:r>
              <a:rPr dirty="0" sz="3300" spc="-40" b="1">
                <a:solidFill>
                  <a:srgbClr val="0A1A2F"/>
                </a:solidFill>
                <a:latin typeface="Arial"/>
                <a:cs typeface="Arial"/>
              </a:rPr>
              <a:t>s</a:t>
            </a:r>
            <a:r>
              <a:rPr dirty="0" sz="3300" spc="-120" b="1">
                <a:solidFill>
                  <a:srgbClr val="0A1A2F"/>
                </a:solidFill>
                <a:latin typeface="Arial"/>
                <a:cs typeface="Arial"/>
              </a:rPr>
              <a:t> </a:t>
            </a:r>
            <a:r>
              <a:rPr dirty="0" sz="3300" spc="-225" b="1">
                <a:solidFill>
                  <a:srgbClr val="0A1A2F"/>
                </a:solidFill>
                <a:latin typeface="Arial"/>
                <a:cs typeface="Arial"/>
              </a:rPr>
              <a:t>P</a:t>
            </a:r>
            <a:r>
              <a:rPr dirty="0" sz="3300" b="1">
                <a:solidFill>
                  <a:srgbClr val="0A1A2F"/>
                </a:solidFill>
                <a:latin typeface="Arial"/>
                <a:cs typeface="Arial"/>
              </a:rPr>
              <a:t>rat</a:t>
            </a:r>
            <a:r>
              <a:rPr dirty="0" sz="3300" spc="-145" b="1">
                <a:solidFill>
                  <a:srgbClr val="0A1A2F"/>
                </a:solidFill>
                <a:latin typeface="Arial"/>
                <a:cs typeface="Arial"/>
              </a:rPr>
              <a:t>i</a:t>
            </a:r>
            <a:r>
              <a:rPr dirty="0" sz="3300" spc="-40" b="1">
                <a:solidFill>
                  <a:srgbClr val="0A1A2F"/>
                </a:solidFill>
                <a:latin typeface="Arial"/>
                <a:cs typeface="Arial"/>
              </a:rPr>
              <a:t>q</a:t>
            </a:r>
            <a:r>
              <a:rPr dirty="0" sz="3300" spc="-60" b="1">
                <a:solidFill>
                  <a:srgbClr val="0A1A2F"/>
                </a:solidFill>
                <a:latin typeface="Arial"/>
                <a:cs typeface="Arial"/>
              </a:rPr>
              <a:t>ues</a:t>
            </a:r>
            <a:endParaRPr sz="3300">
              <a:latin typeface="Arial"/>
              <a:cs typeface="Arial"/>
            </a:endParaRPr>
          </a:p>
          <a:p>
            <a:pPr algn="ctr" marR="18415">
              <a:lnSpc>
                <a:spcPts val="3879"/>
              </a:lnSpc>
            </a:pPr>
            <a:r>
              <a:rPr dirty="0" sz="3300" spc="-80" b="1">
                <a:solidFill>
                  <a:srgbClr val="0A1A2F"/>
                </a:solidFill>
                <a:latin typeface="Arial"/>
                <a:cs typeface="Arial"/>
              </a:rPr>
              <a:t>{</a:t>
            </a:r>
            <a:r>
              <a:rPr dirty="0" sz="3300" spc="-345" b="1">
                <a:solidFill>
                  <a:srgbClr val="0A1A2F"/>
                </a:solidFill>
                <a:latin typeface="Arial"/>
                <a:cs typeface="Arial"/>
              </a:rPr>
              <a:t>T</a:t>
            </a:r>
            <a:r>
              <a:rPr dirty="0" sz="3300" spc="-50" b="1">
                <a:solidFill>
                  <a:srgbClr val="0A1A2F"/>
                </a:solidFill>
                <a:latin typeface="Arial"/>
                <a:cs typeface="Arial"/>
              </a:rPr>
              <a:t>er</a:t>
            </a:r>
            <a:r>
              <a:rPr dirty="0" sz="3300" spc="35" b="1">
                <a:solidFill>
                  <a:srgbClr val="0A1A2F"/>
                </a:solidFill>
                <a:latin typeface="Arial"/>
                <a:cs typeface="Arial"/>
              </a:rPr>
              <a:t>m</a:t>
            </a:r>
            <a:r>
              <a:rPr dirty="0" sz="3300" spc="-20" b="1">
                <a:solidFill>
                  <a:srgbClr val="0A1A2F"/>
                </a:solidFill>
                <a:latin typeface="Arial"/>
                <a:cs typeface="Arial"/>
              </a:rPr>
              <a:t>i</a:t>
            </a:r>
            <a:r>
              <a:rPr dirty="0" sz="3300" spc="-245" b="1">
                <a:solidFill>
                  <a:srgbClr val="0A1A2F"/>
                </a:solidFill>
                <a:latin typeface="Arial"/>
                <a:cs typeface="Arial"/>
              </a:rPr>
              <a:t>n</a:t>
            </a:r>
            <a:r>
              <a:rPr dirty="0" sz="3300" spc="-50" b="1">
                <a:solidFill>
                  <a:srgbClr val="0A1A2F"/>
                </a:solidFill>
                <a:latin typeface="Arial"/>
                <a:cs typeface="Arial"/>
              </a:rPr>
              <a:t>ale</a:t>
            </a:r>
            <a:r>
              <a:rPr dirty="0" sz="3300" spc="-25" b="1">
                <a:solidFill>
                  <a:srgbClr val="0A1A2F"/>
                </a:solidFill>
                <a:latin typeface="Arial"/>
                <a:cs typeface="Arial"/>
              </a:rPr>
              <a:t>)</a:t>
            </a:r>
            <a:endParaRPr sz="3300">
              <a:latin typeface="Arial"/>
              <a:cs typeface="Arial"/>
            </a:endParaRPr>
          </a:p>
          <a:p>
            <a:pPr algn="ctr" marL="139700" marR="156210" indent="5080">
              <a:lnSpc>
                <a:spcPct val="106400"/>
              </a:lnSpc>
              <a:spcBef>
                <a:spcPts val="2110"/>
              </a:spcBef>
            </a:pPr>
            <a:r>
              <a:rPr dirty="0" sz="2350" spc="50">
                <a:solidFill>
                  <a:srgbClr val="363D42"/>
                </a:solidFill>
                <a:latin typeface="Arial"/>
                <a:cs typeface="Arial"/>
              </a:rPr>
              <a:t>Codage</a:t>
            </a:r>
            <a:r>
              <a:rPr dirty="0" sz="2350" spc="85">
                <a:solidFill>
                  <a:srgbClr val="363D42"/>
                </a:solidFill>
                <a:latin typeface="Arial"/>
                <a:cs typeface="Arial"/>
              </a:rPr>
              <a:t> </a:t>
            </a:r>
            <a:r>
              <a:rPr dirty="0" sz="2350" spc="50">
                <a:solidFill>
                  <a:srgbClr val="363D42"/>
                </a:solidFill>
                <a:latin typeface="Arial"/>
                <a:cs typeface="Arial"/>
              </a:rPr>
              <a:t>en</a:t>
            </a:r>
            <a:r>
              <a:rPr dirty="0" sz="2350" spc="-75">
                <a:solidFill>
                  <a:srgbClr val="363D42"/>
                </a:solidFill>
                <a:latin typeface="Arial"/>
                <a:cs typeface="Arial"/>
              </a:rPr>
              <a:t> </a:t>
            </a:r>
            <a:r>
              <a:rPr dirty="0" sz="2350" spc="60">
                <a:solidFill>
                  <a:srgbClr val="363D42"/>
                </a:solidFill>
                <a:latin typeface="Arial"/>
                <a:cs typeface="Arial"/>
              </a:rPr>
              <a:t>temps</a:t>
            </a:r>
            <a:r>
              <a:rPr dirty="0" sz="2350" spc="265">
                <a:solidFill>
                  <a:srgbClr val="363D42"/>
                </a:solidFill>
                <a:latin typeface="Arial"/>
                <a:cs typeface="Arial"/>
              </a:rPr>
              <a:t> </a:t>
            </a:r>
            <a:r>
              <a:rPr dirty="0" sz="2350" spc="70">
                <a:solidFill>
                  <a:srgbClr val="363D42"/>
                </a:solidFill>
                <a:latin typeface="Arial"/>
                <a:cs typeface="Arial"/>
              </a:rPr>
              <a:t>l</a:t>
            </a:r>
            <a:r>
              <a:rPr dirty="0" sz="2350" spc="-30">
                <a:solidFill>
                  <a:srgbClr val="363D42"/>
                </a:solidFill>
                <a:latin typeface="Arial"/>
                <a:cs typeface="Arial"/>
              </a:rPr>
              <a:t>i</a:t>
            </a:r>
            <a:r>
              <a:rPr dirty="0" sz="2350" spc="175">
                <a:solidFill>
                  <a:srgbClr val="363D42"/>
                </a:solidFill>
                <a:latin typeface="Arial"/>
                <a:cs typeface="Arial"/>
              </a:rPr>
              <a:t>m</a:t>
            </a:r>
            <a:r>
              <a:rPr dirty="0" sz="2350" spc="-60">
                <a:solidFill>
                  <a:srgbClr val="363D42"/>
                </a:solidFill>
                <a:latin typeface="Arial"/>
                <a:cs typeface="Arial"/>
              </a:rPr>
              <a:t>i</a:t>
            </a:r>
            <a:r>
              <a:rPr dirty="0" sz="2350" spc="60">
                <a:solidFill>
                  <a:srgbClr val="363D42"/>
                </a:solidFill>
                <a:latin typeface="Arial"/>
                <a:cs typeface="Arial"/>
              </a:rPr>
              <a:t>té.</a:t>
            </a:r>
            <a:r>
              <a:rPr dirty="0" sz="2350" spc="45">
                <a:solidFill>
                  <a:srgbClr val="363D42"/>
                </a:solidFill>
                <a:latin typeface="Arial"/>
                <a:cs typeface="Arial"/>
              </a:rPr>
              <a:t> </a:t>
            </a:r>
            <a:r>
              <a:rPr dirty="0" sz="2350" spc="10">
                <a:solidFill>
                  <a:srgbClr val="363D42"/>
                </a:solidFill>
                <a:latin typeface="Arial"/>
                <a:cs typeface="Arial"/>
              </a:rPr>
              <a:t>Réso</a:t>
            </a:r>
            <a:r>
              <a:rPr dirty="0" sz="2350" spc="35">
                <a:solidFill>
                  <a:srgbClr val="363D42"/>
                </a:solidFill>
                <a:latin typeface="Arial"/>
                <a:cs typeface="Arial"/>
              </a:rPr>
              <a:t>l</a:t>
            </a:r>
            <a:r>
              <a:rPr dirty="0" sz="2350" spc="-110">
                <a:solidFill>
                  <a:srgbClr val="363D42"/>
                </a:solidFill>
                <a:latin typeface="Arial"/>
                <a:cs typeface="Arial"/>
              </a:rPr>
              <a:t>u</a:t>
            </a:r>
            <a:r>
              <a:rPr dirty="0" sz="2350" spc="195">
                <a:solidFill>
                  <a:srgbClr val="363D42"/>
                </a:solidFill>
                <a:latin typeface="Arial"/>
                <a:cs typeface="Arial"/>
              </a:rPr>
              <a:t>t</a:t>
            </a:r>
            <a:r>
              <a:rPr dirty="0" sz="2350" spc="114">
                <a:solidFill>
                  <a:srgbClr val="363D42"/>
                </a:solidFill>
                <a:latin typeface="Arial"/>
                <a:cs typeface="Arial"/>
              </a:rPr>
              <a:t>i</a:t>
            </a:r>
            <a:r>
              <a:rPr dirty="0" sz="2350" spc="100">
                <a:solidFill>
                  <a:srgbClr val="363D42"/>
                </a:solidFill>
                <a:latin typeface="Arial"/>
                <a:cs typeface="Arial"/>
              </a:rPr>
              <a:t>on</a:t>
            </a:r>
            <a:r>
              <a:rPr dirty="0" sz="2350" spc="-80">
                <a:solidFill>
                  <a:srgbClr val="363D42"/>
                </a:solidFill>
                <a:latin typeface="Arial"/>
                <a:cs typeface="Arial"/>
              </a:rPr>
              <a:t> </a:t>
            </a:r>
            <a:r>
              <a:rPr dirty="0" sz="2350" spc="114">
                <a:solidFill>
                  <a:srgbClr val="363D42"/>
                </a:solidFill>
                <a:latin typeface="Arial"/>
                <a:cs typeface="Arial"/>
              </a:rPr>
              <a:t>de</a:t>
            </a:r>
            <a:r>
              <a:rPr dirty="0" sz="2350" spc="95">
                <a:solidFill>
                  <a:srgbClr val="363D42"/>
                </a:solidFill>
                <a:latin typeface="Arial"/>
                <a:cs typeface="Arial"/>
              </a:rPr>
              <a:t> </a:t>
            </a:r>
            <a:r>
              <a:rPr dirty="0" sz="2350" spc="90">
                <a:solidFill>
                  <a:srgbClr val="363D42"/>
                </a:solidFill>
                <a:latin typeface="Arial"/>
                <a:cs typeface="Arial"/>
              </a:rPr>
              <a:t>prob</a:t>
            </a:r>
            <a:r>
              <a:rPr dirty="0" sz="2350" spc="-5">
                <a:solidFill>
                  <a:srgbClr val="363D42"/>
                </a:solidFill>
                <a:latin typeface="Arial"/>
                <a:cs typeface="Arial"/>
              </a:rPr>
              <a:t>l</a:t>
            </a:r>
            <a:r>
              <a:rPr dirty="0" sz="2350" spc="55">
                <a:solidFill>
                  <a:srgbClr val="363D42"/>
                </a:solidFill>
                <a:latin typeface="Arial"/>
                <a:cs typeface="Arial"/>
              </a:rPr>
              <a:t>èmes</a:t>
            </a:r>
            <a:r>
              <a:rPr dirty="0" sz="2350" spc="25">
                <a:solidFill>
                  <a:srgbClr val="363D42"/>
                </a:solidFill>
                <a:latin typeface="Arial"/>
                <a:cs typeface="Arial"/>
              </a:rPr>
              <a:t> </a:t>
            </a:r>
            <a:r>
              <a:rPr dirty="0" sz="2350" spc="30">
                <a:solidFill>
                  <a:srgbClr val="363D42"/>
                </a:solidFill>
                <a:latin typeface="Arial"/>
                <a:cs typeface="Arial"/>
              </a:rPr>
              <a:t>sur</a:t>
            </a:r>
            <a:r>
              <a:rPr dirty="0" sz="2350" spc="180">
                <a:solidFill>
                  <a:srgbClr val="363D42"/>
                </a:solidFill>
                <a:latin typeface="Arial"/>
                <a:cs typeface="Arial"/>
              </a:rPr>
              <a:t> </a:t>
            </a:r>
            <a:r>
              <a:rPr dirty="0" sz="2350" spc="15">
                <a:solidFill>
                  <a:srgbClr val="363D42"/>
                </a:solidFill>
                <a:latin typeface="Arial"/>
                <a:cs typeface="Arial"/>
              </a:rPr>
              <a:t>ma</a:t>
            </a:r>
            <a:r>
              <a:rPr dirty="0" sz="2350" spc="225">
                <a:solidFill>
                  <a:srgbClr val="363D42"/>
                </a:solidFill>
                <a:latin typeface="Arial"/>
                <a:cs typeface="Arial"/>
              </a:rPr>
              <a:t>c</a:t>
            </a:r>
            <a:r>
              <a:rPr dirty="0" sz="2350" spc="130">
                <a:solidFill>
                  <a:srgbClr val="363D42"/>
                </a:solidFill>
                <a:latin typeface="Arial"/>
                <a:cs typeface="Arial"/>
              </a:rPr>
              <a:t>h</a:t>
            </a:r>
            <a:r>
              <a:rPr dirty="0" sz="2350" spc="-65">
                <a:solidFill>
                  <a:srgbClr val="363D42"/>
                </a:solidFill>
                <a:latin typeface="Arial"/>
                <a:cs typeface="Arial"/>
              </a:rPr>
              <a:t>i</a:t>
            </a:r>
            <a:r>
              <a:rPr dirty="0" sz="2350" spc="100">
                <a:solidFill>
                  <a:srgbClr val="363D42"/>
                </a:solidFill>
                <a:latin typeface="Arial"/>
                <a:cs typeface="Arial"/>
              </a:rPr>
              <a:t>n</a:t>
            </a:r>
            <a:r>
              <a:rPr dirty="0" sz="2350" spc="75">
                <a:solidFill>
                  <a:srgbClr val="363D42"/>
                </a:solidFill>
                <a:latin typeface="Arial"/>
                <a:cs typeface="Arial"/>
              </a:rPr>
              <a:t>e</a:t>
            </a:r>
            <a:r>
              <a:rPr dirty="0" sz="2350" spc="160">
                <a:solidFill>
                  <a:srgbClr val="363D42"/>
                </a:solidFill>
                <a:latin typeface="Arial"/>
                <a:cs typeface="Arial"/>
              </a:rPr>
              <a:t>.</a:t>
            </a:r>
            <a:endParaRPr sz="23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226300" y="3401307"/>
            <a:ext cx="96520" cy="318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50" spc="-620">
                <a:solidFill>
                  <a:srgbClr val="829CAF"/>
                </a:solidFill>
                <a:latin typeface="Arial"/>
                <a:cs typeface="Arial"/>
              </a:rPr>
              <a:t>•</a:t>
            </a:r>
            <a:r>
              <a:rPr dirty="0" baseline="-22222" sz="2250" spc="44">
                <a:solidFill>
                  <a:srgbClr val="B8725E"/>
                </a:solidFill>
                <a:latin typeface="Arial"/>
                <a:cs typeface="Arial"/>
              </a:rPr>
              <a:t>•</a:t>
            </a:r>
            <a:endParaRPr baseline="-22222" sz="22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214364" y="3594871"/>
            <a:ext cx="108585" cy="2895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-570">
                <a:solidFill>
                  <a:srgbClr val="B15D4B"/>
                </a:solidFill>
                <a:latin typeface="Arial"/>
                <a:cs typeface="Arial"/>
              </a:rPr>
              <a:t>•</a:t>
            </a:r>
            <a:r>
              <a:rPr dirty="0" baseline="-25925" sz="2250" spc="44">
                <a:solidFill>
                  <a:srgbClr val="829CAF"/>
                </a:solidFill>
                <a:latin typeface="Arial"/>
                <a:cs typeface="Arial"/>
              </a:rPr>
              <a:t>•</a:t>
            </a:r>
            <a:endParaRPr baseline="-25925" sz="22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647996" y="3433771"/>
            <a:ext cx="309880" cy="635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4800" spc="-3845">
                <a:solidFill>
                  <a:srgbClr val="778087"/>
                </a:solidFill>
                <a:latin typeface="Times New Roman"/>
                <a:cs typeface="Times New Roman"/>
              </a:rPr>
              <a:t>-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331200" y="3590687"/>
            <a:ext cx="287655" cy="7556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aseline="-10628" sz="8625" spc="-2129">
                <a:solidFill>
                  <a:srgbClr val="778087"/>
                </a:solidFill>
                <a:latin typeface="Times New Roman"/>
                <a:cs typeface="Times New Roman"/>
              </a:rPr>
              <a:t>-</a:t>
            </a:r>
            <a:r>
              <a:rPr dirty="0" sz="4300" spc="125">
                <a:solidFill>
                  <a:srgbClr val="778087"/>
                </a:solidFill>
                <a:latin typeface="Arial"/>
                <a:cs typeface="Arial"/>
              </a:rPr>
              <a:t>-</a:t>
            </a:r>
            <a:endParaRPr sz="43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061200" y="5285397"/>
            <a:ext cx="3355975" cy="2607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R="483234">
              <a:lnSpc>
                <a:spcPts val="2270"/>
              </a:lnSpc>
            </a:pPr>
            <a:r>
              <a:rPr dirty="0" sz="2200" spc="940">
                <a:solidFill>
                  <a:srgbClr val="363D42"/>
                </a:solidFill>
                <a:latin typeface="Arial"/>
                <a:cs typeface="Arial"/>
              </a:rPr>
              <a:t>,</a:t>
            </a:r>
            <a:endParaRPr sz="2200">
              <a:latin typeface="Arial"/>
              <a:cs typeface="Arial"/>
            </a:endParaRPr>
          </a:p>
          <a:p>
            <a:pPr algn="ctr" marL="19685">
              <a:lnSpc>
                <a:spcPts val="3560"/>
              </a:lnSpc>
            </a:pPr>
            <a:r>
              <a:rPr dirty="0" sz="3300" spc="-160" b="1">
                <a:solidFill>
                  <a:srgbClr val="0A1A2F"/>
                </a:solidFill>
                <a:latin typeface="Arial"/>
                <a:cs typeface="Arial"/>
              </a:rPr>
              <a:t>Ecr</a:t>
            </a:r>
            <a:r>
              <a:rPr dirty="0" sz="3300" spc="-220" b="1">
                <a:solidFill>
                  <a:srgbClr val="0A1A2F"/>
                </a:solidFill>
                <a:latin typeface="Arial"/>
                <a:cs typeface="Arial"/>
              </a:rPr>
              <a:t>i</a:t>
            </a:r>
            <a:r>
              <a:rPr dirty="0" sz="3300" spc="75" b="1">
                <a:solidFill>
                  <a:srgbClr val="0A1A2F"/>
                </a:solidFill>
                <a:latin typeface="Arial"/>
                <a:cs typeface="Arial"/>
              </a:rPr>
              <a:t>t</a:t>
            </a:r>
            <a:endParaRPr sz="3300">
              <a:latin typeface="Arial"/>
              <a:cs typeface="Arial"/>
            </a:endParaRPr>
          </a:p>
          <a:p>
            <a:pPr algn="ctr" marL="15875">
              <a:lnSpc>
                <a:spcPts val="3929"/>
              </a:lnSpc>
            </a:pPr>
            <a:r>
              <a:rPr dirty="0" sz="3300" spc="-90" b="1">
                <a:solidFill>
                  <a:srgbClr val="0A1A2F"/>
                </a:solidFill>
                <a:latin typeface="Arial"/>
                <a:cs typeface="Arial"/>
              </a:rPr>
              <a:t>{</a:t>
            </a:r>
            <a:r>
              <a:rPr dirty="0" sz="3300" spc="-45" b="1">
                <a:solidFill>
                  <a:srgbClr val="0A1A2F"/>
                </a:solidFill>
                <a:latin typeface="Arial"/>
                <a:cs typeface="Arial"/>
              </a:rPr>
              <a:t>T</a:t>
            </a:r>
            <a:r>
              <a:rPr dirty="0" sz="3300" b="1">
                <a:solidFill>
                  <a:srgbClr val="0A1A2F"/>
                </a:solidFill>
                <a:latin typeface="Arial"/>
                <a:cs typeface="Arial"/>
              </a:rPr>
              <a:t>h</a:t>
            </a:r>
            <a:r>
              <a:rPr dirty="0" sz="3300" spc="-175" b="1">
                <a:solidFill>
                  <a:srgbClr val="0A1A2F"/>
                </a:solidFill>
                <a:latin typeface="Arial"/>
                <a:cs typeface="Arial"/>
              </a:rPr>
              <a:t>é</a:t>
            </a:r>
            <a:r>
              <a:rPr dirty="0" sz="3300" spc="-40" b="1">
                <a:solidFill>
                  <a:srgbClr val="0A1A2F"/>
                </a:solidFill>
                <a:latin typeface="Arial"/>
                <a:cs typeface="Arial"/>
              </a:rPr>
              <a:t>o</a:t>
            </a:r>
            <a:r>
              <a:rPr dirty="0" sz="3300" spc="10" b="1">
                <a:solidFill>
                  <a:srgbClr val="0A1A2F"/>
                </a:solidFill>
                <a:latin typeface="Arial"/>
                <a:cs typeface="Arial"/>
              </a:rPr>
              <a:t>r</a:t>
            </a:r>
            <a:r>
              <a:rPr dirty="0" sz="3300" spc="-220" b="1">
                <a:solidFill>
                  <a:srgbClr val="0A1A2F"/>
                </a:solidFill>
                <a:latin typeface="Arial"/>
                <a:cs typeface="Arial"/>
              </a:rPr>
              <a:t>i</a:t>
            </a:r>
            <a:r>
              <a:rPr dirty="0" sz="3300" spc="70" b="1">
                <a:solidFill>
                  <a:srgbClr val="0A1A2F"/>
                </a:solidFill>
                <a:latin typeface="Arial"/>
                <a:cs typeface="Arial"/>
              </a:rPr>
              <a:t>e</a:t>
            </a:r>
            <a:r>
              <a:rPr dirty="0" sz="3300" spc="-130" b="1">
                <a:solidFill>
                  <a:srgbClr val="0A1A2F"/>
                </a:solidFill>
                <a:latin typeface="Arial"/>
                <a:cs typeface="Arial"/>
              </a:rPr>
              <a:t> </a:t>
            </a:r>
            <a:r>
              <a:rPr dirty="0" sz="3200" spc="-185" b="1">
                <a:solidFill>
                  <a:srgbClr val="0A1A2F"/>
                </a:solidFill>
                <a:latin typeface="Arial"/>
                <a:cs typeface="Arial"/>
              </a:rPr>
              <a:t>&amp;</a:t>
            </a:r>
            <a:r>
              <a:rPr dirty="0" sz="3200" spc="-220" b="1">
                <a:solidFill>
                  <a:srgbClr val="0A1A2F"/>
                </a:solidFill>
                <a:latin typeface="Arial"/>
                <a:cs typeface="Arial"/>
              </a:rPr>
              <a:t> </a:t>
            </a:r>
            <a:r>
              <a:rPr dirty="0" sz="3300" spc="-215" b="1">
                <a:solidFill>
                  <a:srgbClr val="0A1A2F"/>
                </a:solidFill>
                <a:latin typeface="Arial"/>
                <a:cs typeface="Arial"/>
              </a:rPr>
              <a:t>A</a:t>
            </a:r>
            <a:r>
              <a:rPr dirty="0" sz="3300" spc="75" b="1">
                <a:solidFill>
                  <a:srgbClr val="0A1A2F"/>
                </a:solidFill>
                <a:latin typeface="Arial"/>
                <a:cs typeface="Arial"/>
              </a:rPr>
              <a:t>l</a:t>
            </a:r>
            <a:r>
              <a:rPr dirty="0" sz="3300" spc="-140" b="1">
                <a:solidFill>
                  <a:srgbClr val="0A1A2F"/>
                </a:solidFill>
                <a:latin typeface="Arial"/>
                <a:cs typeface="Arial"/>
              </a:rPr>
              <a:t>g</a:t>
            </a:r>
            <a:r>
              <a:rPr dirty="0" sz="3300" spc="-65" b="1">
                <a:solidFill>
                  <a:srgbClr val="0A1A2F"/>
                </a:solidFill>
                <a:latin typeface="Arial"/>
                <a:cs typeface="Arial"/>
              </a:rPr>
              <a:t>o</a:t>
            </a:r>
            <a:r>
              <a:rPr dirty="0" sz="3300" spc="-25" b="1">
                <a:solidFill>
                  <a:srgbClr val="0A1A2F"/>
                </a:solidFill>
                <a:latin typeface="Arial"/>
                <a:cs typeface="Arial"/>
              </a:rPr>
              <a:t>)</a:t>
            </a:r>
            <a:endParaRPr sz="3300">
              <a:latin typeface="Arial"/>
              <a:cs typeface="Arial"/>
            </a:endParaRPr>
          </a:p>
          <a:p>
            <a:pPr algn="ctr" marL="12065" marR="5080" indent="50800">
              <a:lnSpc>
                <a:spcPct val="106400"/>
              </a:lnSpc>
              <a:spcBef>
                <a:spcPts val="2010"/>
              </a:spcBef>
            </a:pPr>
            <a:r>
              <a:rPr dirty="0" sz="2350">
                <a:solidFill>
                  <a:srgbClr val="363D42"/>
                </a:solidFill>
                <a:latin typeface="Arial"/>
                <a:cs typeface="Arial"/>
              </a:rPr>
              <a:t>Sujet</a:t>
            </a:r>
            <a:r>
              <a:rPr dirty="0" sz="2350" spc="240">
                <a:solidFill>
                  <a:srgbClr val="363D42"/>
                </a:solidFill>
                <a:latin typeface="Arial"/>
                <a:cs typeface="Arial"/>
              </a:rPr>
              <a:t> </a:t>
            </a:r>
            <a:r>
              <a:rPr dirty="0" sz="2350" spc="65">
                <a:solidFill>
                  <a:srgbClr val="363D42"/>
                </a:solidFill>
                <a:latin typeface="Arial"/>
                <a:cs typeface="Arial"/>
              </a:rPr>
              <a:t>nat</a:t>
            </a:r>
            <a:r>
              <a:rPr dirty="0" sz="2350" spc="-25">
                <a:solidFill>
                  <a:srgbClr val="363D42"/>
                </a:solidFill>
                <a:latin typeface="Arial"/>
                <a:cs typeface="Arial"/>
              </a:rPr>
              <a:t>i</a:t>
            </a:r>
            <a:r>
              <a:rPr dirty="0" sz="2350" spc="55">
                <a:solidFill>
                  <a:srgbClr val="363D42"/>
                </a:solidFill>
                <a:latin typeface="Arial"/>
                <a:cs typeface="Arial"/>
              </a:rPr>
              <a:t>onal</a:t>
            </a:r>
            <a:r>
              <a:rPr dirty="0" sz="2350" spc="80">
                <a:solidFill>
                  <a:srgbClr val="363D42"/>
                </a:solidFill>
                <a:latin typeface="Arial"/>
                <a:cs typeface="Arial"/>
              </a:rPr>
              <a:t> </a:t>
            </a:r>
            <a:r>
              <a:rPr dirty="0" sz="2350" spc="65">
                <a:solidFill>
                  <a:srgbClr val="363D42"/>
                </a:solidFill>
                <a:latin typeface="Arial"/>
                <a:cs typeface="Arial"/>
              </a:rPr>
              <a:t>de</a:t>
            </a:r>
            <a:r>
              <a:rPr dirty="0" sz="2350" spc="100">
                <a:solidFill>
                  <a:srgbClr val="363D42"/>
                </a:solidFill>
                <a:latin typeface="Arial"/>
                <a:cs typeface="Arial"/>
              </a:rPr>
              <a:t> </a:t>
            </a:r>
            <a:r>
              <a:rPr dirty="0" sz="2350" spc="130">
                <a:solidFill>
                  <a:srgbClr val="363D42"/>
                </a:solidFill>
                <a:latin typeface="Arial"/>
                <a:cs typeface="Arial"/>
              </a:rPr>
              <a:t>3h3</a:t>
            </a:r>
            <a:r>
              <a:rPr dirty="0" sz="2350" spc="180">
                <a:solidFill>
                  <a:srgbClr val="363D42"/>
                </a:solidFill>
                <a:latin typeface="Arial"/>
                <a:cs typeface="Arial"/>
              </a:rPr>
              <a:t>0</a:t>
            </a:r>
            <a:r>
              <a:rPr dirty="0" sz="2350" spc="160">
                <a:solidFill>
                  <a:srgbClr val="363D42"/>
                </a:solidFill>
                <a:latin typeface="Arial"/>
                <a:cs typeface="Arial"/>
              </a:rPr>
              <a:t>.</a:t>
            </a:r>
            <a:r>
              <a:rPr dirty="0" sz="2350" spc="160">
                <a:solidFill>
                  <a:srgbClr val="363D42"/>
                </a:solidFill>
                <a:latin typeface="Arial"/>
                <a:cs typeface="Arial"/>
              </a:rPr>
              <a:t> </a:t>
            </a:r>
            <a:r>
              <a:rPr dirty="0" sz="2350" spc="45">
                <a:solidFill>
                  <a:srgbClr val="363D42"/>
                </a:solidFill>
                <a:latin typeface="Arial"/>
                <a:cs typeface="Arial"/>
              </a:rPr>
              <a:t>Théor</a:t>
            </a:r>
            <a:r>
              <a:rPr dirty="0" sz="2350" spc="125">
                <a:solidFill>
                  <a:srgbClr val="363D42"/>
                </a:solidFill>
                <a:latin typeface="Arial"/>
                <a:cs typeface="Arial"/>
              </a:rPr>
              <a:t>i</a:t>
            </a:r>
            <a:r>
              <a:rPr dirty="0" sz="2350" spc="65">
                <a:solidFill>
                  <a:srgbClr val="363D42"/>
                </a:solidFill>
                <a:latin typeface="Arial"/>
                <a:cs typeface="Arial"/>
              </a:rPr>
              <a:t>e</a:t>
            </a:r>
            <a:r>
              <a:rPr dirty="0" sz="2350" spc="-30">
                <a:solidFill>
                  <a:srgbClr val="363D42"/>
                </a:solidFill>
                <a:latin typeface="Arial"/>
                <a:cs typeface="Arial"/>
              </a:rPr>
              <a:t> </a:t>
            </a:r>
            <a:r>
              <a:rPr dirty="0" sz="2350" spc="185">
                <a:solidFill>
                  <a:srgbClr val="363D42"/>
                </a:solidFill>
                <a:latin typeface="Arial"/>
                <a:cs typeface="Arial"/>
              </a:rPr>
              <a:t>d</a:t>
            </a:r>
            <a:r>
              <a:rPr dirty="0" sz="2350" spc="65">
                <a:solidFill>
                  <a:srgbClr val="363D42"/>
                </a:solidFill>
                <a:latin typeface="Arial"/>
                <a:cs typeface="Arial"/>
              </a:rPr>
              <a:t>e</a:t>
            </a:r>
            <a:r>
              <a:rPr dirty="0" sz="2350" spc="70">
                <a:solidFill>
                  <a:srgbClr val="363D42"/>
                </a:solidFill>
                <a:latin typeface="Arial"/>
                <a:cs typeface="Arial"/>
              </a:rPr>
              <a:t> </a:t>
            </a:r>
            <a:r>
              <a:rPr dirty="0" sz="2350" spc="30">
                <a:solidFill>
                  <a:srgbClr val="363D42"/>
                </a:solidFill>
                <a:latin typeface="Arial"/>
                <a:cs typeface="Arial"/>
              </a:rPr>
              <a:t>l'</a:t>
            </a:r>
            <a:r>
              <a:rPr dirty="0" sz="2350" spc="25">
                <a:solidFill>
                  <a:srgbClr val="363D42"/>
                </a:solidFill>
                <a:latin typeface="Arial"/>
                <a:cs typeface="Arial"/>
              </a:rPr>
              <a:t>i</a:t>
            </a:r>
            <a:r>
              <a:rPr dirty="0" sz="2350" spc="75">
                <a:solidFill>
                  <a:srgbClr val="363D42"/>
                </a:solidFill>
                <a:latin typeface="Arial"/>
                <a:cs typeface="Arial"/>
              </a:rPr>
              <a:t>nformat</a:t>
            </a:r>
            <a:r>
              <a:rPr dirty="0" sz="2350" spc="70">
                <a:solidFill>
                  <a:srgbClr val="363D42"/>
                </a:solidFill>
                <a:latin typeface="Arial"/>
                <a:cs typeface="Arial"/>
              </a:rPr>
              <a:t>i</a:t>
            </a:r>
            <a:r>
              <a:rPr dirty="0" sz="2350" spc="35">
                <a:solidFill>
                  <a:srgbClr val="363D42"/>
                </a:solidFill>
                <a:latin typeface="Arial"/>
                <a:cs typeface="Arial"/>
              </a:rPr>
              <a:t>on</a:t>
            </a:r>
            <a:r>
              <a:rPr dirty="0" sz="2350" spc="15">
                <a:solidFill>
                  <a:srgbClr val="363D42"/>
                </a:solidFill>
                <a:latin typeface="Arial"/>
                <a:cs typeface="Arial"/>
              </a:rPr>
              <a:t> </a:t>
            </a:r>
            <a:r>
              <a:rPr dirty="0" sz="2350" spc="45">
                <a:solidFill>
                  <a:srgbClr val="363D42"/>
                </a:solidFill>
                <a:latin typeface="Arial"/>
                <a:cs typeface="Arial"/>
              </a:rPr>
              <a:t>et</a:t>
            </a:r>
            <a:r>
              <a:rPr dirty="0" sz="2350" spc="170">
                <a:solidFill>
                  <a:srgbClr val="363D42"/>
                </a:solidFill>
                <a:latin typeface="Arial"/>
                <a:cs typeface="Arial"/>
              </a:rPr>
              <a:t> </a:t>
            </a:r>
            <a:r>
              <a:rPr dirty="0" sz="2350" spc="50">
                <a:solidFill>
                  <a:srgbClr val="363D42"/>
                </a:solidFill>
                <a:latin typeface="Arial"/>
                <a:cs typeface="Arial"/>
              </a:rPr>
              <a:t>algor</a:t>
            </a:r>
            <a:r>
              <a:rPr dirty="0" sz="2350" spc="90">
                <a:solidFill>
                  <a:srgbClr val="363D42"/>
                </a:solidFill>
                <a:latin typeface="Arial"/>
                <a:cs typeface="Arial"/>
              </a:rPr>
              <a:t>i</a:t>
            </a:r>
            <a:r>
              <a:rPr dirty="0" sz="2350" spc="330">
                <a:solidFill>
                  <a:srgbClr val="363D42"/>
                </a:solidFill>
                <a:latin typeface="Arial"/>
                <a:cs typeface="Arial"/>
              </a:rPr>
              <a:t>t</a:t>
            </a:r>
            <a:r>
              <a:rPr dirty="0" sz="2350" spc="80">
                <a:solidFill>
                  <a:srgbClr val="363D42"/>
                </a:solidFill>
                <a:latin typeface="Arial"/>
                <a:cs typeface="Arial"/>
              </a:rPr>
              <a:t>hm</a:t>
            </a:r>
            <a:r>
              <a:rPr dirty="0" sz="2350" spc="-55">
                <a:solidFill>
                  <a:srgbClr val="363D42"/>
                </a:solidFill>
                <a:latin typeface="Arial"/>
                <a:cs typeface="Arial"/>
              </a:rPr>
              <a:t>i</a:t>
            </a:r>
            <a:r>
              <a:rPr dirty="0" sz="2350" spc="65">
                <a:solidFill>
                  <a:srgbClr val="363D42"/>
                </a:solidFill>
                <a:latin typeface="Arial"/>
                <a:cs typeface="Arial"/>
              </a:rPr>
              <a:t>qu</a:t>
            </a:r>
            <a:r>
              <a:rPr dirty="0" sz="2350" spc="145">
                <a:solidFill>
                  <a:srgbClr val="363D42"/>
                </a:solidFill>
                <a:latin typeface="Arial"/>
                <a:cs typeface="Arial"/>
              </a:rPr>
              <a:t>e</a:t>
            </a:r>
            <a:r>
              <a:rPr dirty="0" sz="2350" spc="434">
                <a:solidFill>
                  <a:srgbClr val="363D42"/>
                </a:solidFill>
                <a:latin typeface="Arial"/>
                <a:cs typeface="Arial"/>
              </a:rPr>
              <a:t>.</a:t>
            </a:r>
            <a:endParaRPr sz="23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2954000" y="3272786"/>
            <a:ext cx="2002789" cy="641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1396365" algn="l"/>
                <a:tab pos="1989455" algn="l"/>
              </a:tabLst>
            </a:pPr>
            <a:r>
              <a:rPr dirty="0" sz="4850" spc="-165">
                <a:solidFill>
                  <a:srgbClr val="59484D"/>
                </a:solidFill>
                <a:latin typeface="Arial"/>
                <a:cs typeface="Arial"/>
              </a:rPr>
              <a:t>1</a:t>
            </a:r>
            <a:r>
              <a:rPr dirty="0" sz="4850" spc="-95">
                <a:solidFill>
                  <a:srgbClr val="59484D"/>
                </a:solidFill>
                <a:latin typeface="Arial"/>
                <a:cs typeface="Arial"/>
              </a:rPr>
              <a:t>/</a:t>
            </a:r>
            <a:r>
              <a:rPr dirty="0" sz="4850" spc="-440">
                <a:solidFill>
                  <a:srgbClr val="998785"/>
                </a:solidFill>
                <a:latin typeface="Arial"/>
                <a:cs typeface="Arial"/>
              </a:rPr>
              <a:t>"</a:t>
            </a:r>
            <a:r>
              <a:rPr dirty="0" sz="4850">
                <a:solidFill>
                  <a:srgbClr val="778087"/>
                </a:solidFill>
                <a:latin typeface="Arial"/>
                <a:cs typeface="Arial"/>
              </a:rPr>
              <a:t>'	</a:t>
            </a:r>
            <a:r>
              <a:rPr dirty="0" sz="4850" spc="-15" u="sng">
                <a:solidFill>
                  <a:srgbClr val="778087"/>
                </a:solidFill>
                <a:latin typeface="Arial"/>
                <a:cs typeface="Arial"/>
              </a:rPr>
              <a:t> </a:t>
            </a:r>
            <a:r>
              <a:rPr dirty="0" sz="4850" u="sng">
                <a:solidFill>
                  <a:srgbClr val="778087"/>
                </a:solidFill>
                <a:latin typeface="Arial"/>
                <a:cs typeface="Arial"/>
              </a:rPr>
              <a:t>	</a:t>
            </a:r>
            <a:endParaRPr sz="48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182600" y="4607596"/>
            <a:ext cx="1138555" cy="1411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ct val="100000"/>
              </a:lnSpc>
            </a:pPr>
            <a:r>
              <a:rPr dirty="0" sz="2350" spc="1620">
                <a:solidFill>
                  <a:srgbClr val="0A1A2F"/>
                </a:solidFill>
                <a:latin typeface="Times New Roman"/>
                <a:cs typeface="Times New Roman"/>
              </a:rPr>
              <a:t>"</a:t>
            </a:r>
            <a:r>
              <a:rPr dirty="0" sz="2350" spc="1300">
                <a:solidFill>
                  <a:srgbClr val="0A1A2F"/>
                </a:solidFill>
                <a:latin typeface="Times New Roman"/>
                <a:cs typeface="Times New Roman"/>
              </a:rPr>
              <a:t>-</a:t>
            </a:r>
            <a:r>
              <a:rPr dirty="0" sz="2350" spc="509">
                <a:solidFill>
                  <a:srgbClr val="0A1A2F"/>
                </a:solidFill>
                <a:latin typeface="Times New Roman"/>
                <a:cs typeface="Times New Roman"/>
              </a:rPr>
              <a:t>-</a:t>
            </a:r>
            <a:r>
              <a:rPr dirty="0" sz="3850" spc="-650">
                <a:solidFill>
                  <a:srgbClr val="778087"/>
                </a:solidFill>
                <a:latin typeface="Arial"/>
                <a:cs typeface="Arial"/>
              </a:rPr>
              <a:t>.</a:t>
            </a:r>
            <a:r>
              <a:rPr dirty="0" sz="3850" spc="-650">
                <a:solidFill>
                  <a:srgbClr val="B8725E"/>
                </a:solidFill>
                <a:latin typeface="Arial"/>
                <a:cs typeface="Arial"/>
              </a:rPr>
              <a:t>.</a:t>
            </a:r>
            <a:r>
              <a:rPr dirty="0" sz="3850" spc="285">
                <a:solidFill>
                  <a:srgbClr val="829CAF"/>
                </a:solidFill>
                <a:latin typeface="Arial"/>
                <a:cs typeface="Arial"/>
              </a:rPr>
              <a:t>.</a:t>
            </a:r>
            <a:endParaRPr sz="3850">
              <a:latin typeface="Arial"/>
              <a:cs typeface="Arial"/>
            </a:endParaRPr>
          </a:p>
          <a:p>
            <a:pPr algn="ctr" marL="97790">
              <a:lnSpc>
                <a:spcPct val="100000"/>
              </a:lnSpc>
              <a:spcBef>
                <a:spcPts val="2280"/>
              </a:spcBef>
            </a:pPr>
            <a:r>
              <a:rPr dirty="0" sz="3750" spc="250" b="1">
                <a:solidFill>
                  <a:srgbClr val="0A1A2F"/>
                </a:solidFill>
                <a:latin typeface="Courier New"/>
                <a:cs typeface="Courier New"/>
              </a:rPr>
              <a:t>Q</a:t>
            </a:r>
            <a:r>
              <a:rPr dirty="0" sz="3750" spc="45" b="1">
                <a:solidFill>
                  <a:srgbClr val="0A1A2F"/>
                </a:solidFill>
                <a:latin typeface="Courier New"/>
                <a:cs typeface="Courier New"/>
              </a:rPr>
              <a:t>C</a:t>
            </a:r>
            <a:r>
              <a:rPr dirty="0" sz="3750" spc="90" b="1">
                <a:solidFill>
                  <a:srgbClr val="0A1A2F"/>
                </a:solidFill>
                <a:latin typeface="Courier New"/>
                <a:cs typeface="Courier New"/>
              </a:rPr>
              <a:t>M</a:t>
            </a:r>
            <a:endParaRPr sz="3750"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1938000" y="6048497"/>
            <a:ext cx="3772535" cy="18440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R="3175">
              <a:lnSpc>
                <a:spcPct val="100000"/>
              </a:lnSpc>
            </a:pPr>
            <a:r>
              <a:rPr dirty="0" sz="3300" spc="-290" b="1">
                <a:solidFill>
                  <a:srgbClr val="0A1A2F"/>
                </a:solidFill>
                <a:latin typeface="Arial"/>
                <a:cs typeface="Arial"/>
              </a:rPr>
              <a:t>{</a:t>
            </a:r>
            <a:r>
              <a:rPr dirty="0" sz="3300" spc="10" b="1">
                <a:solidFill>
                  <a:srgbClr val="0A1A2F"/>
                </a:solidFill>
                <a:latin typeface="Arial"/>
                <a:cs typeface="Arial"/>
              </a:rPr>
              <a:t>C</a:t>
            </a:r>
            <a:r>
              <a:rPr dirty="0" sz="3300" spc="-105" b="1">
                <a:solidFill>
                  <a:srgbClr val="0A1A2F"/>
                </a:solidFill>
                <a:latin typeface="Arial"/>
                <a:cs typeface="Arial"/>
              </a:rPr>
              <a:t>o</a:t>
            </a:r>
            <a:r>
              <a:rPr dirty="0" sz="3300" spc="-70" b="1">
                <a:solidFill>
                  <a:srgbClr val="0A1A2F"/>
                </a:solidFill>
                <a:latin typeface="Arial"/>
                <a:cs typeface="Arial"/>
              </a:rPr>
              <a:t>n</a:t>
            </a:r>
            <a:r>
              <a:rPr dirty="0" sz="3300" spc="-240" b="1">
                <a:solidFill>
                  <a:srgbClr val="0A1A2F"/>
                </a:solidFill>
                <a:latin typeface="Arial"/>
                <a:cs typeface="Arial"/>
              </a:rPr>
              <a:t>n</a:t>
            </a:r>
            <a:r>
              <a:rPr dirty="0" sz="3300" spc="35" b="1">
                <a:solidFill>
                  <a:srgbClr val="0A1A2F"/>
                </a:solidFill>
                <a:latin typeface="Arial"/>
                <a:cs typeface="Arial"/>
              </a:rPr>
              <a:t>a</a:t>
            </a:r>
            <a:r>
              <a:rPr dirty="0" sz="3300" spc="-100" b="1">
                <a:solidFill>
                  <a:srgbClr val="0A1A2F"/>
                </a:solidFill>
                <a:latin typeface="Arial"/>
                <a:cs typeface="Arial"/>
              </a:rPr>
              <a:t>i</a:t>
            </a:r>
            <a:r>
              <a:rPr dirty="0" sz="3300" spc="-114" b="1">
                <a:solidFill>
                  <a:srgbClr val="0A1A2F"/>
                </a:solidFill>
                <a:latin typeface="Arial"/>
                <a:cs typeface="Arial"/>
              </a:rPr>
              <a:t>ssances</a:t>
            </a:r>
            <a:r>
              <a:rPr dirty="0" sz="3300" spc="-55" b="1">
                <a:solidFill>
                  <a:srgbClr val="0A1A2F"/>
                </a:solidFill>
                <a:latin typeface="Arial"/>
                <a:cs typeface="Arial"/>
              </a:rPr>
              <a:t>)</a:t>
            </a:r>
            <a:endParaRPr sz="3300">
              <a:latin typeface="Arial"/>
              <a:cs typeface="Arial"/>
            </a:endParaRPr>
          </a:p>
          <a:p>
            <a:pPr algn="ctr" marL="12700" marR="5080" indent="-10795">
              <a:lnSpc>
                <a:spcPct val="104200"/>
              </a:lnSpc>
              <a:spcBef>
                <a:spcPts val="1490"/>
              </a:spcBef>
            </a:pPr>
            <a:r>
              <a:rPr dirty="0" sz="2350" spc="50">
                <a:solidFill>
                  <a:srgbClr val="363D42"/>
                </a:solidFill>
                <a:latin typeface="Arial"/>
                <a:cs typeface="Arial"/>
              </a:rPr>
              <a:t>Quest</a:t>
            </a:r>
            <a:r>
              <a:rPr dirty="0" sz="2350" spc="85">
                <a:solidFill>
                  <a:srgbClr val="363D42"/>
                </a:solidFill>
                <a:latin typeface="Arial"/>
                <a:cs typeface="Arial"/>
              </a:rPr>
              <a:t>i</a:t>
            </a:r>
            <a:r>
              <a:rPr dirty="0" sz="2350" spc="35">
                <a:solidFill>
                  <a:srgbClr val="363D42"/>
                </a:solidFill>
                <a:latin typeface="Arial"/>
                <a:cs typeface="Arial"/>
              </a:rPr>
              <a:t>ons</a:t>
            </a:r>
            <a:r>
              <a:rPr dirty="0" sz="2350" spc="40">
                <a:solidFill>
                  <a:srgbClr val="363D42"/>
                </a:solidFill>
                <a:latin typeface="Arial"/>
                <a:cs typeface="Arial"/>
              </a:rPr>
              <a:t> </a:t>
            </a:r>
            <a:r>
              <a:rPr dirty="0" sz="2900" spc="-130">
                <a:solidFill>
                  <a:srgbClr val="363D42"/>
                </a:solidFill>
                <a:latin typeface="Times New Roman"/>
                <a:cs typeface="Times New Roman"/>
              </a:rPr>
              <a:t>à</a:t>
            </a:r>
            <a:r>
              <a:rPr dirty="0" sz="2900" spc="105">
                <a:solidFill>
                  <a:srgbClr val="363D42"/>
                </a:solidFill>
                <a:latin typeface="Times New Roman"/>
                <a:cs typeface="Times New Roman"/>
              </a:rPr>
              <a:t> </a:t>
            </a:r>
            <a:r>
              <a:rPr dirty="0" sz="2350" spc="95">
                <a:solidFill>
                  <a:srgbClr val="363D42"/>
                </a:solidFill>
                <a:latin typeface="Arial"/>
                <a:cs typeface="Arial"/>
              </a:rPr>
              <a:t>choi</a:t>
            </a:r>
            <a:r>
              <a:rPr dirty="0" sz="2350" spc="-60">
                <a:solidFill>
                  <a:srgbClr val="363D42"/>
                </a:solidFill>
                <a:latin typeface="Arial"/>
                <a:cs typeface="Arial"/>
              </a:rPr>
              <a:t>x</a:t>
            </a:r>
            <a:r>
              <a:rPr dirty="0" sz="2350" spc="-35">
                <a:solidFill>
                  <a:srgbClr val="363D42"/>
                </a:solidFill>
                <a:latin typeface="Arial"/>
                <a:cs typeface="Arial"/>
              </a:rPr>
              <a:t> </a:t>
            </a:r>
            <a:r>
              <a:rPr dirty="0" sz="2350" spc="80">
                <a:solidFill>
                  <a:srgbClr val="363D42"/>
                </a:solidFill>
                <a:latin typeface="Arial"/>
                <a:cs typeface="Arial"/>
              </a:rPr>
              <a:t>mu</a:t>
            </a:r>
            <a:r>
              <a:rPr dirty="0" sz="2350" spc="-55">
                <a:solidFill>
                  <a:srgbClr val="363D42"/>
                </a:solidFill>
                <a:latin typeface="Arial"/>
                <a:cs typeface="Arial"/>
              </a:rPr>
              <a:t>l</a:t>
            </a:r>
            <a:r>
              <a:rPr dirty="0" sz="2350" spc="130">
                <a:solidFill>
                  <a:srgbClr val="363D42"/>
                </a:solidFill>
                <a:latin typeface="Arial"/>
                <a:cs typeface="Arial"/>
              </a:rPr>
              <a:t>t</a:t>
            </a:r>
            <a:r>
              <a:rPr dirty="0" sz="2350" spc="180">
                <a:solidFill>
                  <a:srgbClr val="363D42"/>
                </a:solidFill>
                <a:latin typeface="Arial"/>
                <a:cs typeface="Arial"/>
              </a:rPr>
              <a:t>i</a:t>
            </a:r>
            <a:r>
              <a:rPr dirty="0" sz="2350" spc="140">
                <a:solidFill>
                  <a:srgbClr val="363D42"/>
                </a:solidFill>
                <a:latin typeface="Arial"/>
                <a:cs typeface="Arial"/>
              </a:rPr>
              <a:t>p</a:t>
            </a:r>
            <a:r>
              <a:rPr dirty="0" sz="2350" spc="-75">
                <a:solidFill>
                  <a:srgbClr val="363D42"/>
                </a:solidFill>
                <a:latin typeface="Arial"/>
                <a:cs typeface="Arial"/>
              </a:rPr>
              <a:t>l</a:t>
            </a:r>
            <a:r>
              <a:rPr dirty="0" sz="2350" spc="75">
                <a:solidFill>
                  <a:srgbClr val="363D42"/>
                </a:solidFill>
                <a:latin typeface="Arial"/>
                <a:cs typeface="Arial"/>
              </a:rPr>
              <a:t>e</a:t>
            </a:r>
            <a:r>
              <a:rPr dirty="0" sz="2350" spc="130">
                <a:solidFill>
                  <a:srgbClr val="363D42"/>
                </a:solidFill>
                <a:latin typeface="Arial"/>
                <a:cs typeface="Arial"/>
              </a:rPr>
              <a:t>s</a:t>
            </a:r>
            <a:r>
              <a:rPr dirty="0" sz="2350" spc="160">
                <a:solidFill>
                  <a:srgbClr val="363D42"/>
                </a:solidFill>
                <a:latin typeface="Arial"/>
                <a:cs typeface="Arial"/>
              </a:rPr>
              <a:t>.</a:t>
            </a:r>
            <a:r>
              <a:rPr dirty="0" sz="2350" spc="-275">
                <a:solidFill>
                  <a:srgbClr val="363D42"/>
                </a:solidFill>
                <a:latin typeface="Arial"/>
                <a:cs typeface="Arial"/>
              </a:rPr>
              <a:t> </a:t>
            </a:r>
            <a:r>
              <a:rPr dirty="0" sz="2350" spc="40">
                <a:solidFill>
                  <a:srgbClr val="363D42"/>
                </a:solidFill>
                <a:latin typeface="Arial"/>
                <a:cs typeface="Arial"/>
              </a:rPr>
              <a:t>Culture</a:t>
            </a:r>
            <a:r>
              <a:rPr dirty="0" sz="2350" spc="95">
                <a:solidFill>
                  <a:srgbClr val="363D42"/>
                </a:solidFill>
                <a:latin typeface="Arial"/>
                <a:cs typeface="Arial"/>
              </a:rPr>
              <a:t> </a:t>
            </a:r>
            <a:r>
              <a:rPr dirty="0" sz="2350" spc="55">
                <a:solidFill>
                  <a:srgbClr val="363D42"/>
                </a:solidFill>
                <a:latin typeface="Arial"/>
                <a:cs typeface="Arial"/>
              </a:rPr>
              <a:t>générale</a:t>
            </a:r>
            <a:r>
              <a:rPr dirty="0" sz="2350" spc="40">
                <a:solidFill>
                  <a:srgbClr val="363D42"/>
                </a:solidFill>
                <a:latin typeface="Arial"/>
                <a:cs typeface="Arial"/>
              </a:rPr>
              <a:t> et</a:t>
            </a:r>
            <a:r>
              <a:rPr dirty="0" sz="2350" spc="170">
                <a:solidFill>
                  <a:srgbClr val="363D42"/>
                </a:solidFill>
                <a:latin typeface="Arial"/>
                <a:cs typeface="Arial"/>
              </a:rPr>
              <a:t> </a:t>
            </a:r>
            <a:r>
              <a:rPr dirty="0" sz="2350" spc="95">
                <a:solidFill>
                  <a:srgbClr val="363D42"/>
                </a:solidFill>
                <a:latin typeface="Arial"/>
                <a:cs typeface="Arial"/>
              </a:rPr>
              <a:t>not</a:t>
            </a:r>
            <a:r>
              <a:rPr dirty="0" sz="2350" spc="-20">
                <a:solidFill>
                  <a:srgbClr val="363D42"/>
                </a:solidFill>
                <a:latin typeface="Arial"/>
                <a:cs typeface="Arial"/>
              </a:rPr>
              <a:t>i</a:t>
            </a:r>
            <a:r>
              <a:rPr dirty="0" sz="2350" spc="75">
                <a:solidFill>
                  <a:srgbClr val="363D42"/>
                </a:solidFill>
                <a:latin typeface="Arial"/>
                <a:cs typeface="Arial"/>
              </a:rPr>
              <a:t>ons</a:t>
            </a:r>
            <a:r>
              <a:rPr dirty="0" sz="2350" spc="30">
                <a:solidFill>
                  <a:srgbClr val="363D42"/>
                </a:solidFill>
                <a:latin typeface="Arial"/>
                <a:cs typeface="Arial"/>
              </a:rPr>
              <a:t> </a:t>
            </a:r>
            <a:r>
              <a:rPr dirty="0" sz="2350" spc="220">
                <a:solidFill>
                  <a:srgbClr val="363D42"/>
                </a:solidFill>
                <a:latin typeface="Arial"/>
                <a:cs typeface="Arial"/>
              </a:rPr>
              <a:t>c</a:t>
            </a:r>
            <a:r>
              <a:rPr dirty="0" sz="2350" spc="25">
                <a:solidFill>
                  <a:srgbClr val="363D42"/>
                </a:solidFill>
                <a:latin typeface="Arial"/>
                <a:cs typeface="Arial"/>
              </a:rPr>
              <a:t>lés.</a:t>
            </a:r>
            <a:endParaRPr sz="2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70000" y="5918200"/>
            <a:ext cx="279400" cy="457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454400" y="3327400"/>
            <a:ext cx="9728200" cy="3733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646400" y="6197600"/>
            <a:ext cx="254000" cy="635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58900" y="6019800"/>
            <a:ext cx="0" cy="952500"/>
          </a:xfrm>
          <a:custGeom>
            <a:avLst/>
            <a:gdLst/>
            <a:ahLst/>
            <a:cxnLst/>
            <a:rect l="l" t="t" r="r" b="b"/>
            <a:pathLst>
              <a:path w="0" h="952500">
                <a:moveTo>
                  <a:pt x="0" y="952500"/>
                </a:moveTo>
                <a:lnTo>
                  <a:pt x="0" y="0"/>
                </a:lnTo>
              </a:path>
            </a:pathLst>
          </a:custGeom>
          <a:ln w="101600">
            <a:solidFill>
              <a:srgbClr val="4470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188700" y="3327400"/>
            <a:ext cx="2032000" cy="0"/>
          </a:xfrm>
          <a:custGeom>
            <a:avLst/>
            <a:gdLst/>
            <a:ahLst/>
            <a:cxnLst/>
            <a:rect l="l" t="t" r="r" b="b"/>
            <a:pathLst>
              <a:path w="2032000" h="0">
                <a:moveTo>
                  <a:pt x="0" y="0"/>
                </a:moveTo>
                <a:lnTo>
                  <a:pt x="2032000" y="0"/>
                </a:lnTo>
              </a:path>
            </a:pathLst>
          </a:custGeom>
          <a:ln w="88900">
            <a:solidFill>
              <a:srgbClr val="677C9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473200" y="5930900"/>
            <a:ext cx="1993900" cy="0"/>
          </a:xfrm>
          <a:custGeom>
            <a:avLst/>
            <a:gdLst/>
            <a:ahLst/>
            <a:cxnLst/>
            <a:rect l="l" t="t" r="r" b="b"/>
            <a:pathLst>
              <a:path w="1993900" h="0">
                <a:moveTo>
                  <a:pt x="0" y="0"/>
                </a:moveTo>
                <a:lnTo>
                  <a:pt x="1993900" y="0"/>
                </a:lnTo>
              </a:path>
            </a:pathLst>
          </a:custGeom>
          <a:ln w="101600">
            <a:solidFill>
              <a:srgbClr val="6B7C9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3271500" y="3378200"/>
            <a:ext cx="0" cy="939800"/>
          </a:xfrm>
          <a:custGeom>
            <a:avLst/>
            <a:gdLst/>
            <a:ahLst/>
            <a:cxnLst/>
            <a:rect l="l" t="t" r="r" b="b"/>
            <a:pathLst>
              <a:path w="0" h="939800">
                <a:moveTo>
                  <a:pt x="0" y="939800"/>
                </a:moveTo>
                <a:lnTo>
                  <a:pt x="0" y="0"/>
                </a:lnTo>
              </a:path>
            </a:pathLst>
          </a:custGeom>
          <a:ln w="63500">
            <a:solidFill>
              <a:srgbClr val="806B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163300" y="5994400"/>
            <a:ext cx="3683000" cy="0"/>
          </a:xfrm>
          <a:custGeom>
            <a:avLst/>
            <a:gdLst/>
            <a:ahLst/>
            <a:cxnLst/>
            <a:rect l="l" t="t" r="r" b="b"/>
            <a:pathLst>
              <a:path w="3683000" h="0">
                <a:moveTo>
                  <a:pt x="0" y="0"/>
                </a:moveTo>
                <a:lnTo>
                  <a:pt x="3683000" y="0"/>
                </a:lnTo>
              </a:path>
            </a:pathLst>
          </a:custGeom>
          <a:ln w="88900">
            <a:solidFill>
              <a:srgbClr val="607C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781300" y="6908800"/>
            <a:ext cx="660400" cy="0"/>
          </a:xfrm>
          <a:custGeom>
            <a:avLst/>
            <a:gdLst/>
            <a:ahLst/>
            <a:cxnLst/>
            <a:rect l="l" t="t" r="r" b="b"/>
            <a:pathLst>
              <a:path w="660400" h="0">
                <a:moveTo>
                  <a:pt x="0" y="0"/>
                </a:moveTo>
                <a:lnTo>
                  <a:pt x="660400" y="0"/>
                </a:lnTo>
              </a:path>
            </a:pathLst>
          </a:custGeom>
          <a:ln w="12700">
            <a:solidFill>
              <a:srgbClr val="A3A09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447800" y="7112000"/>
            <a:ext cx="2120900" cy="0"/>
          </a:xfrm>
          <a:custGeom>
            <a:avLst/>
            <a:gdLst/>
            <a:ahLst/>
            <a:cxnLst/>
            <a:rect l="l" t="t" r="r" b="b"/>
            <a:pathLst>
              <a:path w="2120900" h="0">
                <a:moveTo>
                  <a:pt x="0" y="0"/>
                </a:moveTo>
                <a:lnTo>
                  <a:pt x="2120900" y="0"/>
                </a:lnTo>
              </a:path>
            </a:pathLst>
          </a:custGeom>
          <a:ln w="88900">
            <a:solidFill>
              <a:srgbClr val="647C9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3703300" y="683951"/>
            <a:ext cx="421640" cy="425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985"/>
              </a:lnSpc>
            </a:pPr>
            <a:r>
              <a:rPr dirty="0" sz="3350" spc="2175">
                <a:solidFill>
                  <a:srgbClr val="0C152F"/>
                </a:solidFill>
                <a:latin typeface="Arial"/>
                <a:cs typeface="Arial"/>
              </a:rPr>
              <a:t>,</a:t>
            </a:r>
            <a:endParaRPr sz="335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140">
                <a:solidFill>
                  <a:srgbClr val="0E1523"/>
                </a:solidFill>
              </a:rPr>
              <a:t>N</a:t>
            </a:r>
            <a:r>
              <a:rPr dirty="0" spc="70"/>
              <a:t>o</a:t>
            </a:r>
            <a:r>
              <a:rPr dirty="0" spc="55"/>
              <a:t>t</a:t>
            </a:r>
            <a:r>
              <a:rPr dirty="0" spc="45"/>
              <a:t>e</a:t>
            </a:r>
            <a:r>
              <a:rPr dirty="0" spc="114"/>
              <a:t>bo</a:t>
            </a:r>
            <a:r>
              <a:rPr dirty="0" spc="-5"/>
              <a:t>o</a:t>
            </a:r>
            <a:r>
              <a:rPr dirty="0" spc="45"/>
              <a:t>k</a:t>
            </a:r>
            <a:r>
              <a:rPr dirty="0" spc="-25"/>
              <a:t>L</a:t>
            </a:r>
            <a:r>
              <a:rPr dirty="0" spc="114">
                <a:solidFill>
                  <a:srgbClr val="0E1523"/>
                </a:solidFill>
              </a:rPr>
              <a:t>M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8900">
              <a:lnSpc>
                <a:spcPts val="6010"/>
              </a:lnSpc>
            </a:pPr>
            <a:r>
              <a:rPr dirty="0" sz="5050" spc="-50" b="0">
                <a:solidFill>
                  <a:srgbClr val="0C152F"/>
                </a:solidFill>
                <a:latin typeface="Arial"/>
                <a:cs typeface="Arial"/>
              </a:rPr>
              <a:t>U</a:t>
            </a:r>
            <a:r>
              <a:rPr dirty="0" sz="5050" spc="560" b="0">
                <a:solidFill>
                  <a:srgbClr val="0C152F"/>
                </a:solidFill>
                <a:latin typeface="Arial"/>
                <a:cs typeface="Arial"/>
              </a:rPr>
              <a:t>n</a:t>
            </a:r>
            <a:r>
              <a:rPr dirty="0" sz="5050" spc="-775" b="0">
                <a:solidFill>
                  <a:srgbClr val="0C152F"/>
                </a:solidFill>
                <a:latin typeface="Arial"/>
                <a:cs typeface="Arial"/>
              </a:rPr>
              <a:t> </a:t>
            </a:r>
            <a:r>
              <a:rPr dirty="0" sz="5050" spc="685" b="0">
                <a:solidFill>
                  <a:srgbClr val="0C152F"/>
                </a:solidFill>
                <a:latin typeface="Arial"/>
                <a:cs typeface="Arial"/>
              </a:rPr>
              <a:t>t</a:t>
            </a:r>
            <a:r>
              <a:rPr dirty="0" sz="5050" spc="200" b="0">
                <a:solidFill>
                  <a:srgbClr val="0C152F"/>
                </a:solidFill>
                <a:latin typeface="Arial"/>
                <a:cs typeface="Arial"/>
              </a:rPr>
              <a:t>r</a:t>
            </a:r>
            <a:r>
              <a:rPr dirty="0" sz="5050" spc="204" b="0">
                <a:solidFill>
                  <a:srgbClr val="0C152F"/>
                </a:solidFill>
                <a:latin typeface="Arial"/>
                <a:cs typeface="Arial"/>
              </a:rPr>
              <a:t>e</a:t>
            </a:r>
            <a:r>
              <a:rPr dirty="0" sz="5050" spc="190" b="0">
                <a:solidFill>
                  <a:srgbClr val="0C152F"/>
                </a:solidFill>
                <a:latin typeface="Arial"/>
                <a:cs typeface="Arial"/>
              </a:rPr>
              <a:t>m</a:t>
            </a:r>
            <a:r>
              <a:rPr dirty="0" sz="5050" spc="285" b="0">
                <a:solidFill>
                  <a:srgbClr val="0C152F"/>
                </a:solidFill>
                <a:latin typeface="Arial"/>
                <a:cs typeface="Arial"/>
              </a:rPr>
              <a:t>p</a:t>
            </a:r>
            <a:r>
              <a:rPr dirty="0" sz="5050" spc="175" b="0">
                <a:solidFill>
                  <a:srgbClr val="0C152F"/>
                </a:solidFill>
                <a:latin typeface="Arial"/>
                <a:cs typeface="Arial"/>
              </a:rPr>
              <a:t>l</a:t>
            </a:r>
            <a:r>
              <a:rPr dirty="0" sz="5050" spc="275" b="0">
                <a:solidFill>
                  <a:srgbClr val="0C152F"/>
                </a:solidFill>
                <a:latin typeface="Arial"/>
                <a:cs typeface="Arial"/>
              </a:rPr>
              <a:t>i</a:t>
            </a:r>
            <a:r>
              <a:rPr dirty="0" sz="5050" spc="560" b="0">
                <a:solidFill>
                  <a:srgbClr val="0C152F"/>
                </a:solidFill>
                <a:latin typeface="Arial"/>
                <a:cs typeface="Arial"/>
              </a:rPr>
              <a:t>n</a:t>
            </a:r>
            <a:r>
              <a:rPr dirty="0" sz="5050" spc="-675" b="0">
                <a:solidFill>
                  <a:srgbClr val="0C152F"/>
                </a:solidFill>
                <a:latin typeface="Arial"/>
                <a:cs typeface="Arial"/>
              </a:rPr>
              <a:t> </a:t>
            </a:r>
            <a:r>
              <a:rPr dirty="0" sz="5050" spc="370" b="0">
                <a:solidFill>
                  <a:srgbClr val="0C152F"/>
                </a:solidFill>
                <a:latin typeface="Arial"/>
                <a:cs typeface="Arial"/>
              </a:rPr>
              <a:t>v</a:t>
            </a:r>
            <a:r>
              <a:rPr dirty="0" sz="5050" spc="180" b="0">
                <a:solidFill>
                  <a:srgbClr val="0C152F"/>
                </a:solidFill>
                <a:latin typeface="Arial"/>
                <a:cs typeface="Arial"/>
              </a:rPr>
              <a:t>e</a:t>
            </a:r>
            <a:r>
              <a:rPr dirty="0" sz="5050" spc="355" b="0">
                <a:solidFill>
                  <a:srgbClr val="0C152F"/>
                </a:solidFill>
                <a:latin typeface="Arial"/>
                <a:cs typeface="Arial"/>
              </a:rPr>
              <a:t>rs</a:t>
            </a:r>
            <a:r>
              <a:rPr dirty="0" sz="5050" spc="-430" b="0">
                <a:solidFill>
                  <a:srgbClr val="0C152F"/>
                </a:solidFill>
                <a:latin typeface="Arial"/>
                <a:cs typeface="Arial"/>
              </a:rPr>
              <a:t> </a:t>
            </a:r>
            <a:r>
              <a:rPr dirty="0" sz="5050" spc="170" b="0">
                <a:solidFill>
                  <a:srgbClr val="0C152F"/>
                </a:solidFill>
                <a:latin typeface="Arial"/>
                <a:cs typeface="Arial"/>
              </a:rPr>
              <a:t>l</a:t>
            </a:r>
            <a:r>
              <a:rPr dirty="0" baseline="62678" sz="2925" spc="-135" b="0">
                <a:solidFill>
                  <a:srgbClr val="0C152F"/>
                </a:solidFill>
                <a:latin typeface="Arial"/>
                <a:cs typeface="Arial"/>
              </a:rPr>
              <a:t>1</a:t>
            </a:r>
            <a:r>
              <a:rPr dirty="0" sz="5050" spc="165" b="0">
                <a:solidFill>
                  <a:srgbClr val="0C152F"/>
                </a:solidFill>
                <a:latin typeface="Arial"/>
                <a:cs typeface="Arial"/>
              </a:rPr>
              <a:t>e</a:t>
            </a:r>
            <a:r>
              <a:rPr dirty="0" sz="5050" spc="95" b="0">
                <a:solidFill>
                  <a:srgbClr val="0C152F"/>
                </a:solidFill>
                <a:latin typeface="Arial"/>
                <a:cs typeface="Arial"/>
              </a:rPr>
              <a:t>x</a:t>
            </a:r>
            <a:r>
              <a:rPr dirty="0" sz="5050" spc="300" b="0">
                <a:solidFill>
                  <a:srgbClr val="0C152F"/>
                </a:solidFill>
                <a:latin typeface="Arial"/>
                <a:cs typeface="Arial"/>
              </a:rPr>
              <a:t>c</a:t>
            </a:r>
            <a:r>
              <a:rPr dirty="0" sz="5050" spc="360" b="0">
                <a:solidFill>
                  <a:srgbClr val="0C152F"/>
                </a:solidFill>
                <a:latin typeface="Arial"/>
                <a:cs typeface="Arial"/>
              </a:rPr>
              <a:t>e</a:t>
            </a:r>
            <a:r>
              <a:rPr dirty="0" sz="5050" spc="170" b="0">
                <a:solidFill>
                  <a:srgbClr val="0C152F"/>
                </a:solidFill>
                <a:latin typeface="Arial"/>
                <a:cs typeface="Arial"/>
              </a:rPr>
              <a:t>l</a:t>
            </a:r>
            <a:r>
              <a:rPr dirty="0" sz="5050" spc="75" b="0">
                <a:solidFill>
                  <a:srgbClr val="0C152F"/>
                </a:solidFill>
                <a:latin typeface="Arial"/>
                <a:cs typeface="Arial"/>
              </a:rPr>
              <a:t>l</a:t>
            </a:r>
            <a:r>
              <a:rPr dirty="0" sz="5050" spc="290" b="0">
                <a:solidFill>
                  <a:srgbClr val="0C152F"/>
                </a:solidFill>
                <a:latin typeface="Arial"/>
                <a:cs typeface="Arial"/>
              </a:rPr>
              <a:t>e</a:t>
            </a:r>
            <a:r>
              <a:rPr dirty="0" sz="5050" spc="190" b="0">
                <a:solidFill>
                  <a:srgbClr val="0C152F"/>
                </a:solidFill>
                <a:latin typeface="Arial"/>
                <a:cs typeface="Arial"/>
              </a:rPr>
              <a:t>n</a:t>
            </a:r>
            <a:r>
              <a:rPr dirty="0" sz="5050" spc="320" b="0">
                <a:solidFill>
                  <a:srgbClr val="0C152F"/>
                </a:solidFill>
                <a:latin typeface="Arial"/>
                <a:cs typeface="Arial"/>
              </a:rPr>
              <a:t>ce</a:t>
            </a:r>
            <a:r>
              <a:rPr dirty="0" sz="5050" spc="-180" b="0">
                <a:solidFill>
                  <a:srgbClr val="0C152F"/>
                </a:solidFill>
                <a:latin typeface="Arial"/>
                <a:cs typeface="Arial"/>
              </a:rPr>
              <a:t> </a:t>
            </a:r>
            <a:r>
              <a:rPr dirty="0" sz="5050" spc="110" b="0">
                <a:solidFill>
                  <a:srgbClr val="0C152F"/>
                </a:solidFill>
                <a:latin typeface="Arial"/>
                <a:cs typeface="Arial"/>
              </a:rPr>
              <a:t>(</a:t>
            </a:r>
            <a:r>
              <a:rPr dirty="0" sz="5050" spc="-165" b="0">
                <a:solidFill>
                  <a:srgbClr val="0C152F"/>
                </a:solidFill>
                <a:latin typeface="Arial"/>
                <a:cs typeface="Arial"/>
              </a:rPr>
              <a:t>G</a:t>
            </a:r>
            <a:r>
              <a:rPr dirty="0" sz="5050" spc="150" b="0">
                <a:solidFill>
                  <a:srgbClr val="0C152F"/>
                </a:solidFill>
                <a:latin typeface="Arial"/>
                <a:cs typeface="Arial"/>
              </a:rPr>
              <a:t>r</a:t>
            </a:r>
            <a:r>
              <a:rPr dirty="0" sz="5050" spc="155" b="0">
                <a:solidFill>
                  <a:srgbClr val="0C152F"/>
                </a:solidFill>
                <a:latin typeface="Arial"/>
                <a:cs typeface="Arial"/>
              </a:rPr>
              <a:t>a</a:t>
            </a:r>
            <a:r>
              <a:rPr dirty="0" sz="5050" spc="190" b="0">
                <a:solidFill>
                  <a:srgbClr val="0C152F"/>
                </a:solidFill>
                <a:latin typeface="Arial"/>
                <a:cs typeface="Arial"/>
              </a:rPr>
              <a:t>n</a:t>
            </a:r>
            <a:r>
              <a:rPr dirty="0" sz="5050" spc="385" b="0">
                <a:solidFill>
                  <a:srgbClr val="0C152F"/>
                </a:solidFill>
                <a:latin typeface="Arial"/>
                <a:cs typeface="Arial"/>
              </a:rPr>
              <a:t>d</a:t>
            </a:r>
            <a:r>
              <a:rPr dirty="0" sz="5050" spc="185" b="0">
                <a:solidFill>
                  <a:srgbClr val="0C152F"/>
                </a:solidFill>
                <a:latin typeface="Arial"/>
                <a:cs typeface="Arial"/>
              </a:rPr>
              <a:t>es</a:t>
            </a:r>
            <a:r>
              <a:rPr dirty="0" sz="5050" spc="-110" b="0">
                <a:solidFill>
                  <a:srgbClr val="0C152F"/>
                </a:solidFill>
                <a:latin typeface="Arial"/>
                <a:cs typeface="Arial"/>
              </a:rPr>
              <a:t> </a:t>
            </a:r>
            <a:r>
              <a:rPr dirty="0" sz="5050" spc="55" b="0">
                <a:solidFill>
                  <a:srgbClr val="0C152F"/>
                </a:solidFill>
                <a:latin typeface="Arial"/>
                <a:cs typeface="Arial"/>
              </a:rPr>
              <a:t>Ec</a:t>
            </a:r>
            <a:r>
              <a:rPr dirty="0" sz="5050" spc="-5" b="0">
                <a:solidFill>
                  <a:srgbClr val="0C152F"/>
                </a:solidFill>
                <a:latin typeface="Arial"/>
                <a:cs typeface="Arial"/>
              </a:rPr>
              <a:t>o</a:t>
            </a:r>
            <a:r>
              <a:rPr dirty="0" sz="5050" spc="175" b="0">
                <a:solidFill>
                  <a:srgbClr val="0C152F"/>
                </a:solidFill>
                <a:latin typeface="Arial"/>
                <a:cs typeface="Arial"/>
              </a:rPr>
              <a:t>l</a:t>
            </a:r>
            <a:r>
              <a:rPr dirty="0" sz="5050" spc="195" b="0">
                <a:solidFill>
                  <a:srgbClr val="0C152F"/>
                </a:solidFill>
                <a:latin typeface="Arial"/>
                <a:cs typeface="Arial"/>
              </a:rPr>
              <a:t>e</a:t>
            </a:r>
            <a:r>
              <a:rPr dirty="0" sz="5050" spc="65" b="0">
                <a:solidFill>
                  <a:srgbClr val="0C152F"/>
                </a:solidFill>
                <a:latin typeface="Arial"/>
                <a:cs typeface="Arial"/>
              </a:rPr>
              <a:t>s</a:t>
            </a:r>
            <a:r>
              <a:rPr dirty="0" sz="5050" spc="400" b="0">
                <a:solidFill>
                  <a:srgbClr val="0C152F"/>
                </a:solidFill>
                <a:latin typeface="Arial"/>
                <a:cs typeface="Arial"/>
              </a:rPr>
              <a:t>)</a:t>
            </a:r>
            <a:endParaRPr sz="50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290300" y="4551207"/>
            <a:ext cx="4244975" cy="736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19600"/>
              </a:lnSpc>
            </a:pPr>
            <a:r>
              <a:rPr dirty="0" sz="2300" spc="280">
                <a:solidFill>
                  <a:srgbClr val="23262F"/>
                </a:solidFill>
                <a:latin typeface="Arial"/>
                <a:cs typeface="Arial"/>
              </a:rPr>
              <a:t>M</a:t>
            </a:r>
            <a:r>
              <a:rPr dirty="0" sz="2300" spc="-20">
                <a:solidFill>
                  <a:srgbClr val="23262F"/>
                </a:solidFill>
                <a:latin typeface="Arial"/>
                <a:cs typeface="Arial"/>
              </a:rPr>
              <a:t>PS</a:t>
            </a:r>
            <a:r>
              <a:rPr dirty="0" sz="2300" spc="-15">
                <a:solidFill>
                  <a:srgbClr val="23262F"/>
                </a:solidFill>
                <a:latin typeface="Arial"/>
                <a:cs typeface="Arial"/>
              </a:rPr>
              <a:t>I</a:t>
            </a:r>
            <a:r>
              <a:rPr dirty="0" sz="2300" spc="390">
                <a:solidFill>
                  <a:srgbClr val="23262F"/>
                </a:solidFill>
                <a:latin typeface="Arial"/>
                <a:cs typeface="Arial"/>
              </a:rPr>
              <a:t>,</a:t>
            </a:r>
            <a:r>
              <a:rPr dirty="0" sz="2300" spc="-375">
                <a:solidFill>
                  <a:srgbClr val="23262F"/>
                </a:solidFill>
                <a:latin typeface="Arial"/>
                <a:cs typeface="Arial"/>
              </a:rPr>
              <a:t> </a:t>
            </a:r>
            <a:r>
              <a:rPr dirty="0" sz="2300" spc="280">
                <a:solidFill>
                  <a:srgbClr val="0C152F"/>
                </a:solidFill>
                <a:latin typeface="Arial"/>
                <a:cs typeface="Arial"/>
              </a:rPr>
              <a:t>M</a:t>
            </a:r>
            <a:r>
              <a:rPr dirty="0" sz="2300" spc="85">
                <a:solidFill>
                  <a:srgbClr val="0C152F"/>
                </a:solidFill>
                <a:latin typeface="Arial"/>
                <a:cs typeface="Arial"/>
              </a:rPr>
              <a:t>Pll</a:t>
            </a:r>
            <a:r>
              <a:rPr dirty="0" sz="2300" spc="25">
                <a:solidFill>
                  <a:srgbClr val="0C152F"/>
                </a:solidFill>
                <a:latin typeface="Arial"/>
                <a:cs typeface="Arial"/>
              </a:rPr>
              <a:t> </a:t>
            </a:r>
            <a:r>
              <a:rPr dirty="0" sz="2300" spc="90">
                <a:solidFill>
                  <a:srgbClr val="23262F"/>
                </a:solidFill>
                <a:latin typeface="Arial"/>
                <a:cs typeface="Arial"/>
              </a:rPr>
              <a:t>(</a:t>
            </a:r>
            <a:r>
              <a:rPr dirty="0" sz="2300" spc="125">
                <a:solidFill>
                  <a:srgbClr val="23262F"/>
                </a:solidFill>
                <a:latin typeface="Arial"/>
                <a:cs typeface="Arial"/>
              </a:rPr>
              <a:t>M</a:t>
            </a:r>
            <a:r>
              <a:rPr dirty="0" sz="2300" spc="120">
                <a:solidFill>
                  <a:srgbClr val="23262F"/>
                </a:solidFill>
                <a:latin typeface="Arial"/>
                <a:cs typeface="Arial"/>
              </a:rPr>
              <a:t>at</a:t>
            </a:r>
            <a:r>
              <a:rPr dirty="0" sz="2300" spc="-425">
                <a:solidFill>
                  <a:srgbClr val="23262F"/>
                </a:solidFill>
                <a:latin typeface="Arial"/>
                <a:cs typeface="Arial"/>
              </a:rPr>
              <a:t> </a:t>
            </a:r>
            <a:r>
              <a:rPr dirty="0" sz="2300" spc="80">
                <a:solidFill>
                  <a:srgbClr val="23262F"/>
                </a:solidFill>
                <a:latin typeface="Arial"/>
                <a:cs typeface="Arial"/>
              </a:rPr>
              <a:t>hs,</a:t>
            </a:r>
            <a:r>
              <a:rPr dirty="0" sz="2300" spc="15">
                <a:solidFill>
                  <a:srgbClr val="23262F"/>
                </a:solidFill>
                <a:latin typeface="Arial"/>
                <a:cs typeface="Arial"/>
              </a:rPr>
              <a:t> </a:t>
            </a:r>
            <a:r>
              <a:rPr dirty="0" sz="2300" spc="90">
                <a:solidFill>
                  <a:srgbClr val="23262F"/>
                </a:solidFill>
                <a:latin typeface="Arial"/>
                <a:cs typeface="Arial"/>
              </a:rPr>
              <a:t>P</a:t>
            </a:r>
            <a:r>
              <a:rPr dirty="0" sz="2300" spc="-125">
                <a:solidFill>
                  <a:srgbClr val="23262F"/>
                </a:solidFill>
                <a:latin typeface="Arial"/>
                <a:cs typeface="Arial"/>
              </a:rPr>
              <a:t>h</a:t>
            </a:r>
            <a:r>
              <a:rPr dirty="0" sz="2300" spc="180">
                <a:solidFill>
                  <a:srgbClr val="23262F"/>
                </a:solidFill>
                <a:latin typeface="Arial"/>
                <a:cs typeface="Arial"/>
              </a:rPr>
              <a:t>ys</a:t>
            </a:r>
            <a:r>
              <a:rPr dirty="0" sz="2300" spc="114">
                <a:solidFill>
                  <a:srgbClr val="23262F"/>
                </a:solidFill>
                <a:latin typeface="Arial"/>
                <a:cs typeface="Arial"/>
              </a:rPr>
              <a:t>i</a:t>
            </a:r>
            <a:r>
              <a:rPr dirty="0" sz="2300" spc="100">
                <a:solidFill>
                  <a:srgbClr val="23262F"/>
                </a:solidFill>
                <a:latin typeface="Arial"/>
                <a:cs typeface="Arial"/>
              </a:rPr>
              <a:t>que,</a:t>
            </a:r>
            <a:r>
              <a:rPr dirty="0" sz="2300" spc="55">
                <a:solidFill>
                  <a:srgbClr val="23262F"/>
                </a:solidFill>
                <a:latin typeface="Arial"/>
                <a:cs typeface="Arial"/>
              </a:rPr>
              <a:t> </a:t>
            </a:r>
            <a:r>
              <a:rPr dirty="0" sz="2300" spc="-45">
                <a:solidFill>
                  <a:srgbClr val="0C152F"/>
                </a:solidFill>
                <a:latin typeface="Arial"/>
                <a:cs typeface="Arial"/>
              </a:rPr>
              <a:t>I</a:t>
            </a:r>
            <a:r>
              <a:rPr dirty="0" sz="2300" spc="165">
                <a:solidFill>
                  <a:srgbClr val="0C152F"/>
                </a:solidFill>
                <a:latin typeface="Arial"/>
                <a:cs typeface="Arial"/>
              </a:rPr>
              <a:t>ngén</a:t>
            </a:r>
            <a:r>
              <a:rPr dirty="0" sz="2300" spc="5">
                <a:solidFill>
                  <a:srgbClr val="0C152F"/>
                </a:solidFill>
                <a:latin typeface="Arial"/>
                <a:cs typeface="Arial"/>
              </a:rPr>
              <a:t>i</a:t>
            </a:r>
            <a:r>
              <a:rPr dirty="0" sz="2300" spc="150">
                <a:solidFill>
                  <a:srgbClr val="0C152F"/>
                </a:solidFill>
                <a:latin typeface="Arial"/>
                <a:cs typeface="Arial"/>
              </a:rPr>
              <a:t>er</a:t>
            </a:r>
            <a:r>
              <a:rPr dirty="0" sz="2300" spc="35">
                <a:solidFill>
                  <a:srgbClr val="0C152F"/>
                </a:solidFill>
                <a:latin typeface="Arial"/>
                <a:cs typeface="Arial"/>
              </a:rPr>
              <a:t>i</a:t>
            </a:r>
            <a:r>
              <a:rPr dirty="0" sz="2300" spc="215">
                <a:solidFill>
                  <a:srgbClr val="0C152F"/>
                </a:solidFill>
                <a:latin typeface="Arial"/>
                <a:cs typeface="Arial"/>
              </a:rPr>
              <a:t>e</a:t>
            </a:r>
            <a:r>
              <a:rPr dirty="0" sz="2300" spc="390">
                <a:solidFill>
                  <a:srgbClr val="0C152F"/>
                </a:solidFill>
                <a:latin typeface="Arial"/>
                <a:cs typeface="Arial"/>
              </a:rPr>
              <a:t>,</a:t>
            </a:r>
            <a:r>
              <a:rPr dirty="0" sz="2300" spc="-375">
                <a:solidFill>
                  <a:srgbClr val="0C152F"/>
                </a:solidFill>
                <a:latin typeface="Arial"/>
                <a:cs typeface="Arial"/>
              </a:rPr>
              <a:t> </a:t>
            </a:r>
            <a:r>
              <a:rPr dirty="0" sz="2300" spc="80">
                <a:solidFill>
                  <a:srgbClr val="23262F"/>
                </a:solidFill>
                <a:latin typeface="Arial"/>
                <a:cs typeface="Arial"/>
              </a:rPr>
              <a:t>l</a:t>
            </a:r>
            <a:r>
              <a:rPr dirty="0" sz="2300" spc="15">
                <a:solidFill>
                  <a:srgbClr val="23262F"/>
                </a:solidFill>
                <a:latin typeface="Arial"/>
                <a:cs typeface="Arial"/>
              </a:rPr>
              <a:t>n</a:t>
            </a:r>
            <a:r>
              <a:rPr dirty="0" sz="2300" spc="120">
                <a:solidFill>
                  <a:srgbClr val="23262F"/>
                </a:solidFill>
                <a:latin typeface="Arial"/>
                <a:cs typeface="Arial"/>
              </a:rPr>
              <a:t>fo</a:t>
            </a:r>
            <a:r>
              <a:rPr dirty="0" sz="2300" spc="105">
                <a:solidFill>
                  <a:srgbClr val="23262F"/>
                </a:solidFill>
                <a:latin typeface="Arial"/>
                <a:cs typeface="Arial"/>
              </a:rPr>
              <a:t>)</a:t>
            </a:r>
            <a:endParaRPr sz="23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54200" y="5828112"/>
            <a:ext cx="397510" cy="279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5">
                <a:solidFill>
                  <a:srgbClr val="AEC1D4"/>
                </a:solidFill>
                <a:latin typeface="Times New Roman"/>
                <a:cs typeface="Times New Roman"/>
              </a:rPr>
              <a:t>,,</a:t>
            </a:r>
            <a:r>
              <a:rPr dirty="0" sz="2000" spc="-90">
                <a:solidFill>
                  <a:srgbClr val="AEC1D4"/>
                </a:solidFill>
                <a:latin typeface="Times New Roman"/>
                <a:cs typeface="Times New Roman"/>
              </a:rPr>
              <a:t> </a:t>
            </a:r>
            <a:r>
              <a:rPr dirty="0" sz="2000" spc="1030">
                <a:solidFill>
                  <a:srgbClr val="D8A57E"/>
                </a:solidFill>
                <a:latin typeface="Times New Roman"/>
                <a:cs typeface="Times New Roman"/>
              </a:rPr>
              <a:t>,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750800" y="6037107"/>
            <a:ext cx="2199640" cy="793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r" marR="5080">
              <a:lnSpc>
                <a:spcPct val="100000"/>
              </a:lnSpc>
            </a:pPr>
            <a:r>
              <a:rPr dirty="0" sz="2300" spc="-480">
                <a:solidFill>
                  <a:srgbClr val="7B9AB8"/>
                </a:solidFill>
                <a:latin typeface="Arial"/>
                <a:cs typeface="Arial"/>
              </a:rPr>
              <a:t>"</a:t>
            </a:r>
            <a:r>
              <a:rPr dirty="0" sz="2300" spc="-700">
                <a:solidFill>
                  <a:srgbClr val="7B9AB8"/>
                </a:solidFill>
                <a:latin typeface="Arial"/>
                <a:cs typeface="Arial"/>
              </a:rPr>
              <a:t>'</a:t>
            </a:r>
            <a:r>
              <a:rPr dirty="0" sz="2300" spc="875">
                <a:solidFill>
                  <a:srgbClr val="B8A397"/>
                </a:solidFill>
                <a:latin typeface="Arial"/>
                <a:cs typeface="Arial"/>
              </a:rPr>
              <a:t>'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050" spc="95">
                <a:solidFill>
                  <a:srgbClr val="0C152F"/>
                </a:solidFill>
                <a:latin typeface="Arial"/>
                <a:cs typeface="Arial"/>
              </a:rPr>
              <a:t>d</a:t>
            </a:r>
            <a:r>
              <a:rPr dirty="0" sz="3050" spc="110">
                <a:solidFill>
                  <a:srgbClr val="0C152F"/>
                </a:solidFill>
                <a:latin typeface="Arial"/>
                <a:cs typeface="Arial"/>
              </a:rPr>
              <a:t>'</a:t>
            </a:r>
            <a:r>
              <a:rPr dirty="0" sz="3050" spc="114">
                <a:solidFill>
                  <a:srgbClr val="0C152F"/>
                </a:solidFill>
                <a:latin typeface="Arial"/>
                <a:cs typeface="Arial"/>
              </a:rPr>
              <a:t>l</a:t>
            </a:r>
            <a:r>
              <a:rPr dirty="0" sz="3050" spc="-5">
                <a:solidFill>
                  <a:srgbClr val="0C152F"/>
                </a:solidFill>
                <a:latin typeface="Arial"/>
                <a:cs typeface="Arial"/>
              </a:rPr>
              <a:t>n</a:t>
            </a:r>
            <a:r>
              <a:rPr dirty="0" sz="3050" spc="100">
                <a:solidFill>
                  <a:srgbClr val="0C152F"/>
                </a:solidFill>
                <a:latin typeface="Arial"/>
                <a:cs typeface="Arial"/>
              </a:rPr>
              <a:t>g</a:t>
            </a:r>
            <a:r>
              <a:rPr dirty="0" sz="3050" spc="100">
                <a:solidFill>
                  <a:srgbClr val="0C152F"/>
                </a:solidFill>
                <a:latin typeface="Arial"/>
                <a:cs typeface="Arial"/>
              </a:rPr>
              <a:t>é</a:t>
            </a:r>
            <a:r>
              <a:rPr dirty="0" sz="3050" spc="-5">
                <a:solidFill>
                  <a:srgbClr val="0C152F"/>
                </a:solidFill>
                <a:latin typeface="Arial"/>
                <a:cs typeface="Arial"/>
              </a:rPr>
              <a:t>n</a:t>
            </a:r>
            <a:r>
              <a:rPr dirty="0" sz="3050" spc="15">
                <a:solidFill>
                  <a:srgbClr val="0C152F"/>
                </a:solidFill>
                <a:latin typeface="Arial"/>
                <a:cs typeface="Arial"/>
              </a:rPr>
              <a:t>i</a:t>
            </a:r>
            <a:r>
              <a:rPr dirty="0" sz="3050" spc="100">
                <a:solidFill>
                  <a:srgbClr val="0C152F"/>
                </a:solidFill>
                <a:latin typeface="Arial"/>
                <a:cs typeface="Arial"/>
              </a:rPr>
              <a:t>e</a:t>
            </a:r>
            <a:r>
              <a:rPr dirty="0" sz="3050" spc="250">
                <a:solidFill>
                  <a:srgbClr val="0C152F"/>
                </a:solidFill>
                <a:latin typeface="Arial"/>
                <a:cs typeface="Arial"/>
              </a:rPr>
              <a:t>u</a:t>
            </a:r>
            <a:endParaRPr sz="30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595100" y="5912051"/>
            <a:ext cx="375920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spc="-185">
                <a:solidFill>
                  <a:srgbClr val="AEC1D4"/>
                </a:solidFill>
                <a:latin typeface="Times New Roman"/>
                <a:cs typeface="Times New Roman"/>
              </a:rPr>
              <a:t>,</a:t>
            </a:r>
            <a:r>
              <a:rPr dirty="0" sz="1800" spc="-865">
                <a:solidFill>
                  <a:srgbClr val="A39A97"/>
                </a:solidFill>
                <a:latin typeface="Times New Roman"/>
                <a:cs typeface="Times New Roman"/>
              </a:rPr>
              <a:t>,</a:t>
            </a:r>
            <a:r>
              <a:rPr dirty="0" sz="1800" spc="75">
                <a:solidFill>
                  <a:srgbClr val="AEC1D4"/>
                </a:solidFill>
                <a:latin typeface="Times New Roman"/>
                <a:cs typeface="Times New Roman"/>
              </a:rPr>
              <a:t>.</a:t>
            </a:r>
            <a:r>
              <a:rPr dirty="0" sz="1800" spc="-110">
                <a:solidFill>
                  <a:srgbClr val="AEC1D4"/>
                </a:solidFill>
                <a:latin typeface="Times New Roman"/>
                <a:cs typeface="Times New Roman"/>
              </a:rPr>
              <a:t> </a:t>
            </a:r>
            <a:r>
              <a:rPr dirty="0" sz="1800" spc="905">
                <a:solidFill>
                  <a:srgbClr val="C19777"/>
                </a:solidFill>
                <a:latin typeface="Times New Roman"/>
                <a:cs typeface="Times New Roman"/>
              </a:rPr>
              <a:t>,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78000" y="6353952"/>
            <a:ext cx="1567815" cy="381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800" spc="75">
                <a:solidFill>
                  <a:srgbClr val="0C152F"/>
                </a:solidFill>
                <a:latin typeface="Arial"/>
                <a:cs typeface="Arial"/>
              </a:rPr>
              <a:t>BAC</a:t>
            </a:r>
            <a:r>
              <a:rPr dirty="0" sz="2800" spc="-120">
                <a:solidFill>
                  <a:srgbClr val="0C152F"/>
                </a:solidFill>
                <a:latin typeface="Arial"/>
                <a:cs typeface="Arial"/>
              </a:rPr>
              <a:t> </a:t>
            </a:r>
            <a:r>
              <a:rPr dirty="0" sz="2800" spc="75">
                <a:solidFill>
                  <a:srgbClr val="0C152F"/>
                </a:solidFill>
                <a:latin typeface="Arial"/>
                <a:cs typeface="Arial"/>
              </a:rPr>
              <a:t>N</a:t>
            </a:r>
            <a:r>
              <a:rPr dirty="0" sz="2800" spc="10">
                <a:solidFill>
                  <a:srgbClr val="0C152F"/>
                </a:solidFill>
                <a:latin typeface="Arial"/>
                <a:cs typeface="Arial"/>
              </a:rPr>
              <a:t>S</a:t>
            </a:r>
            <a:r>
              <a:rPr dirty="0" sz="2800" spc="660">
                <a:solidFill>
                  <a:srgbClr val="0C152F"/>
                </a:solidFill>
                <a:latin typeface="Arial"/>
                <a:cs typeface="Arial"/>
              </a:rPr>
              <a:t>I</a:t>
            </a:r>
            <a:endParaRPr sz="2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214100" y="6411979"/>
            <a:ext cx="1050290" cy="419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100" spc="1505">
                <a:solidFill>
                  <a:srgbClr val="7B9AB8"/>
                </a:solidFill>
                <a:latin typeface="Arial"/>
                <a:cs typeface="Arial"/>
              </a:rPr>
              <a:t>l</a:t>
            </a:r>
            <a:r>
              <a:rPr dirty="0" sz="3050" spc="-25">
                <a:solidFill>
                  <a:srgbClr val="0C152F"/>
                </a:solidFill>
                <a:latin typeface="Arial"/>
                <a:cs typeface="Arial"/>
              </a:rPr>
              <a:t>É</a:t>
            </a:r>
            <a:r>
              <a:rPr dirty="0" sz="3050">
                <a:solidFill>
                  <a:srgbClr val="0C152F"/>
                </a:solidFill>
                <a:latin typeface="Arial"/>
                <a:cs typeface="Arial"/>
              </a:rPr>
              <a:t>c</a:t>
            </a:r>
            <a:r>
              <a:rPr dirty="0" sz="3050" spc="-655">
                <a:solidFill>
                  <a:srgbClr val="0C152F"/>
                </a:solidFill>
                <a:latin typeface="Arial"/>
                <a:cs typeface="Arial"/>
              </a:rPr>
              <a:t>o</a:t>
            </a:r>
            <a:r>
              <a:rPr dirty="0" sz="3050" spc="240">
                <a:solidFill>
                  <a:srgbClr val="0C152F"/>
                </a:solidFill>
                <a:latin typeface="Arial"/>
                <a:cs typeface="Arial"/>
              </a:rPr>
              <a:t>}</a:t>
            </a:r>
            <a:endParaRPr sz="30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290300" y="7357906"/>
            <a:ext cx="4799965" cy="317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300" spc="90">
                <a:solidFill>
                  <a:srgbClr val="23262F"/>
                </a:solidFill>
                <a:latin typeface="Arial"/>
                <a:cs typeface="Arial"/>
              </a:rPr>
              <a:t>Post-B</a:t>
            </a:r>
            <a:r>
              <a:rPr dirty="0" sz="2300" spc="290">
                <a:solidFill>
                  <a:srgbClr val="23262F"/>
                </a:solidFill>
                <a:latin typeface="Arial"/>
                <a:cs typeface="Arial"/>
              </a:rPr>
              <a:t>a</a:t>
            </a:r>
            <a:r>
              <a:rPr dirty="0" sz="2300" spc="45">
                <a:solidFill>
                  <a:srgbClr val="23262F"/>
                </a:solidFill>
                <a:latin typeface="Arial"/>
                <a:cs typeface="Arial"/>
              </a:rPr>
              <a:t>c</a:t>
            </a:r>
            <a:r>
              <a:rPr dirty="0" sz="2300" spc="260">
                <a:solidFill>
                  <a:srgbClr val="23262F"/>
                </a:solidFill>
                <a:latin typeface="Arial"/>
                <a:cs typeface="Arial"/>
              </a:rPr>
              <a:t> </a:t>
            </a:r>
            <a:r>
              <a:rPr dirty="0" sz="2300" spc="15">
                <a:solidFill>
                  <a:srgbClr val="23262F"/>
                </a:solidFill>
                <a:latin typeface="Arial"/>
                <a:cs typeface="Arial"/>
              </a:rPr>
              <a:t>(</a:t>
            </a:r>
            <a:r>
              <a:rPr dirty="0" sz="2300" spc="70">
                <a:solidFill>
                  <a:srgbClr val="23262F"/>
                </a:solidFill>
                <a:latin typeface="Arial"/>
                <a:cs typeface="Arial"/>
              </a:rPr>
              <a:t>I</a:t>
            </a:r>
            <a:r>
              <a:rPr dirty="0" sz="2300" spc="35">
                <a:solidFill>
                  <a:srgbClr val="23262F"/>
                </a:solidFill>
                <a:latin typeface="Arial"/>
                <a:cs typeface="Arial"/>
              </a:rPr>
              <a:t>N</a:t>
            </a:r>
            <a:r>
              <a:rPr dirty="0" sz="2300" spc="35">
                <a:solidFill>
                  <a:srgbClr val="23262F"/>
                </a:solidFill>
                <a:latin typeface="Arial"/>
                <a:cs typeface="Arial"/>
              </a:rPr>
              <a:t>SA,</a:t>
            </a:r>
            <a:r>
              <a:rPr dirty="0" sz="2300" spc="110">
                <a:solidFill>
                  <a:srgbClr val="23262F"/>
                </a:solidFill>
                <a:latin typeface="Arial"/>
                <a:cs typeface="Arial"/>
              </a:rPr>
              <a:t> </a:t>
            </a:r>
            <a:r>
              <a:rPr dirty="0" sz="2300" spc="-35">
                <a:solidFill>
                  <a:srgbClr val="23262F"/>
                </a:solidFill>
                <a:latin typeface="Arial"/>
                <a:cs typeface="Arial"/>
              </a:rPr>
              <a:t>E</a:t>
            </a:r>
            <a:r>
              <a:rPr dirty="0" sz="2300" spc="-70">
                <a:solidFill>
                  <a:srgbClr val="23262F"/>
                </a:solidFill>
                <a:latin typeface="Arial"/>
                <a:cs typeface="Arial"/>
              </a:rPr>
              <a:t>P</a:t>
            </a:r>
            <a:r>
              <a:rPr dirty="0" sz="2300" spc="-145">
                <a:solidFill>
                  <a:srgbClr val="23262F"/>
                </a:solidFill>
                <a:latin typeface="Arial"/>
                <a:cs typeface="Arial"/>
              </a:rPr>
              <a:t>I</a:t>
            </a:r>
            <a:r>
              <a:rPr dirty="0" sz="2300" spc="-125">
                <a:solidFill>
                  <a:srgbClr val="23262F"/>
                </a:solidFill>
                <a:latin typeface="Arial"/>
                <a:cs typeface="Arial"/>
              </a:rPr>
              <a:t>T</a:t>
            </a:r>
            <a:r>
              <a:rPr dirty="0" sz="2300" spc="95">
                <a:solidFill>
                  <a:srgbClr val="23262F"/>
                </a:solidFill>
                <a:latin typeface="Arial"/>
                <a:cs typeface="Arial"/>
              </a:rPr>
              <a:t>A,</a:t>
            </a:r>
            <a:r>
              <a:rPr dirty="0" sz="2300" spc="170">
                <a:solidFill>
                  <a:srgbClr val="23262F"/>
                </a:solidFill>
                <a:latin typeface="Arial"/>
                <a:cs typeface="Arial"/>
              </a:rPr>
              <a:t> </a:t>
            </a:r>
            <a:r>
              <a:rPr dirty="0" sz="2300" spc="-50">
                <a:solidFill>
                  <a:srgbClr val="23262F"/>
                </a:solidFill>
                <a:latin typeface="Arial"/>
                <a:cs typeface="Arial"/>
              </a:rPr>
              <a:t>EP</a:t>
            </a:r>
            <a:r>
              <a:rPr dirty="0" sz="2300" spc="-150">
                <a:solidFill>
                  <a:srgbClr val="23262F"/>
                </a:solidFill>
                <a:latin typeface="Arial"/>
                <a:cs typeface="Arial"/>
              </a:rPr>
              <a:t>I</a:t>
            </a:r>
            <a:r>
              <a:rPr dirty="0" sz="2300">
                <a:solidFill>
                  <a:srgbClr val="23262F"/>
                </a:solidFill>
                <a:latin typeface="Arial"/>
                <a:cs typeface="Arial"/>
              </a:rPr>
              <a:t>TECH</a:t>
            </a:r>
            <a:r>
              <a:rPr dirty="0" sz="2300" spc="5">
                <a:solidFill>
                  <a:srgbClr val="23262F"/>
                </a:solidFill>
                <a:latin typeface="Arial"/>
                <a:cs typeface="Arial"/>
              </a:rPr>
              <a:t>)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08600" y="2819400"/>
            <a:ext cx="2565400" cy="889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714500" y="4597400"/>
            <a:ext cx="2324100" cy="0"/>
          </a:xfrm>
          <a:custGeom>
            <a:avLst/>
            <a:gdLst/>
            <a:ahLst/>
            <a:cxnLst/>
            <a:rect l="l" t="t" r="r" b="b"/>
            <a:pathLst>
              <a:path w="2324100" h="0">
                <a:moveTo>
                  <a:pt x="0" y="0"/>
                </a:moveTo>
                <a:lnTo>
                  <a:pt x="2324100" y="0"/>
                </a:lnTo>
              </a:path>
            </a:pathLst>
          </a:custGeom>
          <a:ln w="25400">
            <a:solidFill>
              <a:srgbClr val="ACB3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36700" y="4762500"/>
            <a:ext cx="0" cy="901700"/>
          </a:xfrm>
          <a:custGeom>
            <a:avLst/>
            <a:gdLst/>
            <a:ahLst/>
            <a:cxnLst/>
            <a:rect l="l" t="t" r="r" b="b"/>
            <a:pathLst>
              <a:path w="0" h="901700">
                <a:moveTo>
                  <a:pt x="0" y="901700"/>
                </a:moveTo>
                <a:lnTo>
                  <a:pt x="0" y="0"/>
                </a:lnTo>
              </a:path>
            </a:pathLst>
          </a:custGeom>
          <a:ln w="25400">
            <a:solidFill>
              <a:srgbClr val="AFB8C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203700" y="4762500"/>
            <a:ext cx="0" cy="901700"/>
          </a:xfrm>
          <a:custGeom>
            <a:avLst/>
            <a:gdLst/>
            <a:ahLst/>
            <a:cxnLst/>
            <a:rect l="l" t="t" r="r" b="b"/>
            <a:pathLst>
              <a:path w="0" h="901700">
                <a:moveTo>
                  <a:pt x="0" y="901700"/>
                </a:moveTo>
                <a:lnTo>
                  <a:pt x="0" y="0"/>
                </a:lnTo>
              </a:path>
            </a:pathLst>
          </a:custGeom>
          <a:ln w="25400">
            <a:solidFill>
              <a:srgbClr val="ACB8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381500" y="5111750"/>
            <a:ext cx="736600" cy="0"/>
          </a:xfrm>
          <a:custGeom>
            <a:avLst/>
            <a:gdLst/>
            <a:ahLst/>
            <a:cxnLst/>
            <a:rect l="l" t="t" r="r" b="b"/>
            <a:pathLst>
              <a:path w="736600" h="0">
                <a:moveTo>
                  <a:pt x="0" y="0"/>
                </a:moveTo>
                <a:lnTo>
                  <a:pt x="736600" y="0"/>
                </a:lnTo>
              </a:path>
            </a:pathLst>
          </a:custGeom>
          <a:ln w="12700">
            <a:solidFill>
              <a:srgbClr val="77A8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318000" y="5283200"/>
            <a:ext cx="800100" cy="0"/>
          </a:xfrm>
          <a:custGeom>
            <a:avLst/>
            <a:gdLst/>
            <a:ahLst/>
            <a:cxnLst/>
            <a:rect l="l" t="t" r="r" b="b"/>
            <a:pathLst>
              <a:path w="800100" h="0">
                <a:moveTo>
                  <a:pt x="0" y="0"/>
                </a:moveTo>
                <a:lnTo>
                  <a:pt x="800100" y="0"/>
                </a:lnTo>
              </a:path>
            </a:pathLst>
          </a:custGeom>
          <a:ln w="25400">
            <a:solidFill>
              <a:srgbClr val="90B3A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191000" y="5448300"/>
            <a:ext cx="876300" cy="0"/>
          </a:xfrm>
          <a:custGeom>
            <a:avLst/>
            <a:gdLst/>
            <a:ahLst/>
            <a:cxnLst/>
            <a:rect l="l" t="t" r="r" b="b"/>
            <a:pathLst>
              <a:path w="876300" h="0">
                <a:moveTo>
                  <a:pt x="0" y="0"/>
                </a:moveTo>
                <a:lnTo>
                  <a:pt x="876300" y="0"/>
                </a:lnTo>
              </a:path>
            </a:pathLst>
          </a:custGeom>
          <a:ln w="25400">
            <a:solidFill>
              <a:srgbClr val="48AC7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035800" y="2679700"/>
            <a:ext cx="3797300" cy="0"/>
          </a:xfrm>
          <a:custGeom>
            <a:avLst/>
            <a:gdLst/>
            <a:ahLst/>
            <a:cxnLst/>
            <a:rect l="l" t="t" r="r" b="b"/>
            <a:pathLst>
              <a:path w="3797300" h="0">
                <a:moveTo>
                  <a:pt x="0" y="0"/>
                </a:moveTo>
                <a:lnTo>
                  <a:pt x="3797300" y="0"/>
                </a:lnTo>
              </a:path>
            </a:pathLst>
          </a:custGeom>
          <a:ln w="25400">
            <a:solidFill>
              <a:srgbClr val="ACB3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194300" y="3327400"/>
            <a:ext cx="0" cy="1282700"/>
          </a:xfrm>
          <a:custGeom>
            <a:avLst/>
            <a:gdLst/>
            <a:ahLst/>
            <a:cxnLst/>
            <a:rect l="l" t="t" r="r" b="b"/>
            <a:pathLst>
              <a:path w="0" h="1282700">
                <a:moveTo>
                  <a:pt x="0" y="1282700"/>
                </a:moveTo>
                <a:lnTo>
                  <a:pt x="0" y="0"/>
                </a:lnTo>
              </a:path>
            </a:pathLst>
          </a:custGeom>
          <a:ln w="25400">
            <a:solidFill>
              <a:srgbClr val="CFC8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407400" y="3683000"/>
            <a:ext cx="0" cy="1066800"/>
          </a:xfrm>
          <a:custGeom>
            <a:avLst/>
            <a:gdLst/>
            <a:ahLst/>
            <a:cxnLst/>
            <a:rect l="l" t="t" r="r" b="b"/>
            <a:pathLst>
              <a:path w="0" h="1066800">
                <a:moveTo>
                  <a:pt x="0" y="1066800"/>
                </a:moveTo>
                <a:lnTo>
                  <a:pt x="0" y="0"/>
                </a:lnTo>
              </a:path>
            </a:pathLst>
          </a:custGeom>
          <a:ln w="25400">
            <a:solidFill>
              <a:srgbClr val="ACB8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1106150" y="2921000"/>
            <a:ext cx="0" cy="520700"/>
          </a:xfrm>
          <a:custGeom>
            <a:avLst/>
            <a:gdLst/>
            <a:ahLst/>
            <a:cxnLst/>
            <a:rect l="l" t="t" r="r" b="b"/>
            <a:pathLst>
              <a:path w="0" h="520700">
                <a:moveTo>
                  <a:pt x="0" y="520700"/>
                </a:moveTo>
                <a:lnTo>
                  <a:pt x="0" y="0"/>
                </a:lnTo>
              </a:path>
            </a:pathLst>
          </a:custGeom>
          <a:ln w="12700">
            <a:solidFill>
              <a:srgbClr val="A0AC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959600" y="3683000"/>
            <a:ext cx="3886200" cy="0"/>
          </a:xfrm>
          <a:custGeom>
            <a:avLst/>
            <a:gdLst/>
            <a:ahLst/>
            <a:cxnLst/>
            <a:rect l="l" t="t" r="r" b="b"/>
            <a:pathLst>
              <a:path w="3886200" h="0">
                <a:moveTo>
                  <a:pt x="0" y="0"/>
                </a:moveTo>
                <a:lnTo>
                  <a:pt x="3886200" y="0"/>
                </a:lnTo>
              </a:path>
            </a:pathLst>
          </a:custGeom>
          <a:ln w="25400">
            <a:solidFill>
              <a:srgbClr val="ACB8C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499100" y="3505200"/>
            <a:ext cx="0" cy="1219200"/>
          </a:xfrm>
          <a:custGeom>
            <a:avLst/>
            <a:gdLst/>
            <a:ahLst/>
            <a:cxnLst/>
            <a:rect l="l" t="t" r="r" b="b"/>
            <a:pathLst>
              <a:path w="0" h="1219200">
                <a:moveTo>
                  <a:pt x="0" y="1219200"/>
                </a:moveTo>
                <a:lnTo>
                  <a:pt x="0" y="0"/>
                </a:lnTo>
              </a:path>
            </a:pathLst>
          </a:custGeom>
          <a:ln w="25400">
            <a:solidFill>
              <a:srgbClr val="8CB8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073900" y="5924550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 h="0">
                <a:moveTo>
                  <a:pt x="0" y="0"/>
                </a:moveTo>
                <a:lnTo>
                  <a:pt x="4838700" y="0"/>
                </a:lnTo>
              </a:path>
            </a:pathLst>
          </a:custGeom>
          <a:ln w="12700">
            <a:solidFill>
              <a:srgbClr val="97A3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600700" y="6426200"/>
            <a:ext cx="1092200" cy="0"/>
          </a:xfrm>
          <a:custGeom>
            <a:avLst/>
            <a:gdLst/>
            <a:ahLst/>
            <a:cxnLst/>
            <a:rect l="l" t="t" r="r" b="b"/>
            <a:pathLst>
              <a:path w="1092200" h="0">
                <a:moveTo>
                  <a:pt x="0" y="0"/>
                </a:moveTo>
                <a:lnTo>
                  <a:pt x="1092200" y="0"/>
                </a:lnTo>
              </a:path>
            </a:pathLst>
          </a:custGeom>
          <a:ln w="25400">
            <a:solidFill>
              <a:srgbClr val="4BAF7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756400" y="6096000"/>
            <a:ext cx="0" cy="660400"/>
          </a:xfrm>
          <a:custGeom>
            <a:avLst/>
            <a:gdLst/>
            <a:ahLst/>
            <a:cxnLst/>
            <a:rect l="l" t="t" r="r" b="b"/>
            <a:pathLst>
              <a:path w="0" h="660400">
                <a:moveTo>
                  <a:pt x="0" y="660400"/>
                </a:moveTo>
                <a:lnTo>
                  <a:pt x="0" y="0"/>
                </a:lnTo>
              </a:path>
            </a:pathLst>
          </a:custGeom>
          <a:ln w="25400">
            <a:solidFill>
              <a:srgbClr val="93BC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2230100" y="6172200"/>
            <a:ext cx="0" cy="520700"/>
          </a:xfrm>
          <a:custGeom>
            <a:avLst/>
            <a:gdLst/>
            <a:ahLst/>
            <a:cxnLst/>
            <a:rect l="l" t="t" r="r" b="b"/>
            <a:pathLst>
              <a:path w="0" h="520700">
                <a:moveTo>
                  <a:pt x="0" y="520700"/>
                </a:moveTo>
                <a:lnTo>
                  <a:pt x="0" y="0"/>
                </a:lnTo>
              </a:path>
            </a:pathLst>
          </a:custGeom>
          <a:ln w="25400">
            <a:solidFill>
              <a:srgbClr val="A8AF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035800" y="6934200"/>
            <a:ext cx="4914900" cy="0"/>
          </a:xfrm>
          <a:custGeom>
            <a:avLst/>
            <a:gdLst/>
            <a:ahLst/>
            <a:cxnLst/>
            <a:rect l="l" t="t" r="r" b="b"/>
            <a:pathLst>
              <a:path w="4914900" h="0">
                <a:moveTo>
                  <a:pt x="0" y="0"/>
                </a:moveTo>
                <a:lnTo>
                  <a:pt x="4914900" y="0"/>
                </a:lnTo>
              </a:path>
            </a:pathLst>
          </a:custGeom>
          <a:ln w="25400">
            <a:solidFill>
              <a:srgbClr val="A8B3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407400" y="6921500"/>
            <a:ext cx="0" cy="1155700"/>
          </a:xfrm>
          <a:custGeom>
            <a:avLst/>
            <a:gdLst/>
            <a:ahLst/>
            <a:cxnLst/>
            <a:rect l="l" t="t" r="r" b="b"/>
            <a:pathLst>
              <a:path w="0" h="1155700">
                <a:moveTo>
                  <a:pt x="0" y="1155700"/>
                </a:moveTo>
                <a:lnTo>
                  <a:pt x="0" y="0"/>
                </a:lnTo>
              </a:path>
            </a:pathLst>
          </a:custGeom>
          <a:ln w="25400">
            <a:solidFill>
              <a:srgbClr val="ACB8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r>
              <a:rPr dirty="0" sz="5950">
                <a:solidFill>
                  <a:srgbClr val="161F31"/>
                </a:solidFill>
              </a:rPr>
              <a:t>U</a:t>
            </a:r>
            <a:r>
              <a:rPr dirty="0" sz="5950" spc="30">
                <a:solidFill>
                  <a:srgbClr val="161F31"/>
                </a:solidFill>
              </a:rPr>
              <a:t>n</a:t>
            </a:r>
            <a:r>
              <a:rPr dirty="0" sz="5950" spc="-265">
                <a:solidFill>
                  <a:srgbClr val="161F31"/>
                </a:solidFill>
              </a:rPr>
              <a:t>i</a:t>
            </a:r>
            <a:r>
              <a:rPr dirty="0" sz="5950" spc="95">
                <a:solidFill>
                  <a:srgbClr val="161F31"/>
                </a:solidFill>
              </a:rPr>
              <a:t>v</a:t>
            </a:r>
            <a:r>
              <a:rPr dirty="0" sz="5950" spc="475">
                <a:solidFill>
                  <a:srgbClr val="161F31"/>
                </a:solidFill>
              </a:rPr>
              <a:t>e</a:t>
            </a:r>
            <a:r>
              <a:rPr dirty="0" sz="5950" spc="-20">
                <a:solidFill>
                  <a:srgbClr val="161F31"/>
                </a:solidFill>
              </a:rPr>
              <a:t>r</a:t>
            </a:r>
            <a:r>
              <a:rPr dirty="0" sz="5950" spc="90">
                <a:solidFill>
                  <a:srgbClr val="161F31"/>
                </a:solidFill>
              </a:rPr>
              <a:t>s</a:t>
            </a:r>
            <a:r>
              <a:rPr dirty="0" sz="5950" spc="-170">
                <a:solidFill>
                  <a:srgbClr val="161F31"/>
                </a:solidFill>
              </a:rPr>
              <a:t>i</a:t>
            </a:r>
            <a:r>
              <a:rPr dirty="0" sz="5950" spc="215">
                <a:solidFill>
                  <a:srgbClr val="161F31"/>
                </a:solidFill>
              </a:rPr>
              <a:t>t</a:t>
            </a:r>
            <a:r>
              <a:rPr dirty="0" sz="5950" spc="385">
                <a:solidFill>
                  <a:srgbClr val="161F31"/>
                </a:solidFill>
              </a:rPr>
              <a:t>é</a:t>
            </a:r>
            <a:r>
              <a:rPr dirty="0" sz="5950" spc="65">
                <a:solidFill>
                  <a:srgbClr val="161F31"/>
                </a:solidFill>
              </a:rPr>
              <a:t>s</a:t>
            </a:r>
            <a:r>
              <a:rPr dirty="0" sz="5950" spc="-330">
                <a:solidFill>
                  <a:srgbClr val="161F31"/>
                </a:solidFill>
              </a:rPr>
              <a:t> </a:t>
            </a:r>
            <a:r>
              <a:rPr dirty="0" sz="5950" spc="185">
                <a:solidFill>
                  <a:srgbClr val="161F31"/>
                </a:solidFill>
              </a:rPr>
              <a:t>e</a:t>
            </a:r>
            <a:r>
              <a:rPr dirty="0" sz="5950" spc="275">
                <a:solidFill>
                  <a:srgbClr val="161F31"/>
                </a:solidFill>
              </a:rPr>
              <a:t>t</a:t>
            </a:r>
            <a:r>
              <a:rPr dirty="0" sz="5950" spc="-215">
                <a:solidFill>
                  <a:srgbClr val="161F31"/>
                </a:solidFill>
              </a:rPr>
              <a:t> </a:t>
            </a:r>
            <a:r>
              <a:rPr dirty="0" sz="5950" spc="215">
                <a:solidFill>
                  <a:srgbClr val="161F31"/>
                </a:solidFill>
              </a:rPr>
              <a:t>f</a:t>
            </a:r>
            <a:r>
              <a:rPr dirty="0" sz="5950" spc="315">
                <a:solidFill>
                  <a:srgbClr val="161F31"/>
                </a:solidFill>
              </a:rPr>
              <a:t>i</a:t>
            </a:r>
            <a:r>
              <a:rPr dirty="0" sz="5950" spc="-65">
                <a:solidFill>
                  <a:srgbClr val="161F31"/>
                </a:solidFill>
              </a:rPr>
              <a:t>l</a:t>
            </a:r>
            <a:r>
              <a:rPr dirty="0" sz="5950" spc="-165">
                <a:solidFill>
                  <a:srgbClr val="161F31"/>
                </a:solidFill>
              </a:rPr>
              <a:t>i</a:t>
            </a:r>
            <a:r>
              <a:rPr dirty="0" sz="5950" spc="380">
                <a:solidFill>
                  <a:srgbClr val="161F31"/>
                </a:solidFill>
              </a:rPr>
              <a:t>è</a:t>
            </a:r>
            <a:r>
              <a:rPr dirty="0" sz="5950" spc="85">
                <a:solidFill>
                  <a:srgbClr val="161F31"/>
                </a:solidFill>
              </a:rPr>
              <a:t>res</a:t>
            </a:r>
            <a:r>
              <a:rPr dirty="0" sz="5950" spc="-355">
                <a:solidFill>
                  <a:srgbClr val="161F31"/>
                </a:solidFill>
              </a:rPr>
              <a:t> </a:t>
            </a:r>
            <a:r>
              <a:rPr dirty="0" sz="5950" spc="90">
                <a:solidFill>
                  <a:srgbClr val="161F31"/>
                </a:solidFill>
              </a:rPr>
              <a:t>c</a:t>
            </a:r>
            <a:r>
              <a:rPr dirty="0" sz="5950" spc="225">
                <a:solidFill>
                  <a:srgbClr val="161F31"/>
                </a:solidFill>
              </a:rPr>
              <a:t>o</a:t>
            </a:r>
            <a:r>
              <a:rPr dirty="0" sz="5950" spc="30">
                <a:solidFill>
                  <a:srgbClr val="161F31"/>
                </a:solidFill>
              </a:rPr>
              <a:t>u</a:t>
            </a:r>
            <a:r>
              <a:rPr dirty="0" sz="5950" spc="-20">
                <a:solidFill>
                  <a:srgbClr val="161F31"/>
                </a:solidFill>
              </a:rPr>
              <a:t>r</a:t>
            </a:r>
            <a:r>
              <a:rPr dirty="0" sz="5950" spc="155">
                <a:solidFill>
                  <a:srgbClr val="161F31"/>
                </a:solidFill>
              </a:rPr>
              <a:t>te</a:t>
            </a:r>
            <a:r>
              <a:rPr dirty="0" sz="5950" spc="475">
                <a:solidFill>
                  <a:srgbClr val="161F31"/>
                </a:solidFill>
              </a:rPr>
              <a:t>s</a:t>
            </a:r>
            <a:r>
              <a:rPr dirty="0" sz="5950" spc="525">
                <a:solidFill>
                  <a:srgbClr val="161F31"/>
                </a:solidFill>
              </a:rPr>
              <a:t>.</a:t>
            </a:r>
            <a:endParaRPr sz="5950"/>
          </a:p>
        </p:txBody>
      </p:sp>
      <p:sp>
        <p:nvSpPr>
          <p:cNvPr id="22" name="object 22"/>
          <p:cNvSpPr txBox="1"/>
          <p:nvPr/>
        </p:nvSpPr>
        <p:spPr>
          <a:xfrm>
            <a:off x="5495167" y="4097071"/>
            <a:ext cx="396240" cy="266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aseline="-5847" sz="2850" spc="-1972">
                <a:solidFill>
                  <a:srgbClr val="829575"/>
                </a:solidFill>
                <a:latin typeface="Arial"/>
                <a:cs typeface="Arial"/>
              </a:rPr>
              <a:t>"</a:t>
            </a:r>
            <a:r>
              <a:rPr dirty="0" sz="1600" spc="-465">
                <a:solidFill>
                  <a:srgbClr val="529783"/>
                </a:solidFill>
                <a:latin typeface="Courier New"/>
                <a:cs typeface="Courier New"/>
              </a:rPr>
              <a:t>•</a:t>
            </a:r>
            <a:r>
              <a:rPr dirty="0" sz="1600" spc="825">
                <a:solidFill>
                  <a:srgbClr val="9C936D"/>
                </a:solidFill>
                <a:latin typeface="Courier New"/>
                <a:cs typeface="Courier New"/>
              </a:rPr>
              <a:t>·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70400" y="4215650"/>
            <a:ext cx="1233170" cy="590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1116965" algn="l"/>
              </a:tabLst>
            </a:pPr>
            <a:r>
              <a:rPr dirty="0" sz="4300" spc="220" i="1">
                <a:solidFill>
                  <a:srgbClr val="E2B574"/>
                </a:solidFill>
                <a:latin typeface="Times New Roman"/>
                <a:cs typeface="Times New Roman"/>
              </a:rPr>
              <a:t>.</a:t>
            </a:r>
            <a:r>
              <a:rPr dirty="0" sz="4300" spc="-380" i="1">
                <a:solidFill>
                  <a:srgbClr val="4DAF7E"/>
                </a:solidFill>
                <a:latin typeface="Times New Roman"/>
                <a:cs typeface="Times New Roman"/>
              </a:rPr>
              <a:t>.</a:t>
            </a:r>
            <a:r>
              <a:rPr dirty="0" sz="4450" spc="-240" i="1">
                <a:solidFill>
                  <a:srgbClr val="7CA595"/>
                </a:solidFill>
                <a:latin typeface="Arial"/>
                <a:cs typeface="Arial"/>
              </a:rPr>
              <a:t>_)</a:t>
            </a:r>
            <a:r>
              <a:rPr dirty="0" sz="4450" i="1">
                <a:solidFill>
                  <a:srgbClr val="7CA595"/>
                </a:solidFill>
                <a:latin typeface="Arial"/>
                <a:cs typeface="Arial"/>
              </a:rPr>
              <a:t>	</a:t>
            </a:r>
            <a:r>
              <a:rPr dirty="0" sz="4300" spc="-395">
                <a:solidFill>
                  <a:srgbClr val="529783"/>
                </a:solidFill>
                <a:latin typeface="Arial"/>
                <a:cs typeface="Arial"/>
              </a:rPr>
              <a:t>.</a:t>
            </a:r>
            <a:endParaRPr sz="43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79900" y="5171331"/>
            <a:ext cx="936625" cy="774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5900" spc="-570">
                <a:solidFill>
                  <a:srgbClr val="DDBA8E"/>
                </a:solidFill>
                <a:latin typeface="Arial"/>
                <a:cs typeface="Arial"/>
              </a:rPr>
              <a:t>--</a:t>
            </a:r>
            <a:r>
              <a:rPr dirty="0" sz="5900" spc="-130">
                <a:solidFill>
                  <a:srgbClr val="DDBA8E"/>
                </a:solidFill>
                <a:latin typeface="Arial"/>
                <a:cs typeface="Arial"/>
              </a:rPr>
              <a:t> </a:t>
            </a:r>
            <a:r>
              <a:rPr dirty="0" sz="2950" spc="-275">
                <a:solidFill>
                  <a:srgbClr val="93BFAA"/>
                </a:solidFill>
                <a:latin typeface="Arial"/>
                <a:cs typeface="Arial"/>
              </a:rPr>
              <a:t>'</a:t>
            </a:r>
            <a:r>
              <a:rPr dirty="0" sz="2950" spc="-225">
                <a:solidFill>
                  <a:srgbClr val="93BFAA"/>
                </a:solidFill>
                <a:latin typeface="Arial"/>
                <a:cs typeface="Arial"/>
              </a:rPr>
              <a:t>'</a:t>
            </a:r>
            <a:r>
              <a:rPr dirty="0" sz="2950" spc="-385">
                <a:solidFill>
                  <a:srgbClr val="93BFAA"/>
                </a:solidFill>
                <a:latin typeface="Arial"/>
                <a:cs typeface="Arial"/>
              </a:rPr>
              <a:t>\</a:t>
            </a:r>
            <a:r>
              <a:rPr dirty="0" baseline="3144" sz="7950" spc="-622">
                <a:solidFill>
                  <a:srgbClr val="DF9A52"/>
                </a:solidFill>
                <a:latin typeface="Arial"/>
                <a:cs typeface="Arial"/>
              </a:rPr>
              <a:t>.</a:t>
            </a:r>
            <a:endParaRPr baseline="3144" sz="79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74800" y="5168115"/>
            <a:ext cx="2020570" cy="736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507365" algn="l"/>
              </a:tabLst>
            </a:pPr>
            <a:r>
              <a:rPr dirty="0" sz="5600" spc="-980">
                <a:solidFill>
                  <a:srgbClr val="A5B1BA"/>
                </a:solidFill>
                <a:latin typeface="Times New Roman"/>
                <a:cs typeface="Times New Roman"/>
              </a:rPr>
              <a:t>...</a:t>
            </a:r>
            <a:r>
              <a:rPr dirty="0" sz="5600" spc="-980">
                <a:solidFill>
                  <a:srgbClr val="A5B1BA"/>
                </a:solidFill>
                <a:latin typeface="Times New Roman"/>
                <a:cs typeface="Times New Roman"/>
              </a:rPr>
              <a:t>	</a:t>
            </a:r>
            <a:r>
              <a:rPr dirty="0" sz="5600" spc="1195">
                <a:solidFill>
                  <a:srgbClr val="A5B1BA"/>
                </a:solidFill>
                <a:latin typeface="Times New Roman"/>
                <a:cs typeface="Times New Roman"/>
              </a:rPr>
              <a:t>__</a:t>
            </a:r>
            <a:r>
              <a:rPr dirty="0" sz="5600" spc="1005">
                <a:solidFill>
                  <a:srgbClr val="A5B1BA"/>
                </a:solidFill>
                <a:latin typeface="Times New Roman"/>
                <a:cs typeface="Times New Roman"/>
              </a:rPr>
              <a:t>_</a:t>
            </a:r>
            <a:endParaRPr sz="5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88000" y="5570598"/>
            <a:ext cx="144780" cy="5073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650" spc="25">
                <a:solidFill>
                  <a:srgbClr val="93BFAA"/>
                </a:solidFill>
                <a:latin typeface="Arial"/>
                <a:cs typeface="Arial"/>
              </a:rPr>
              <a:t>\</a:t>
            </a:r>
            <a:endParaRPr sz="16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170"/>
              </a:spcBef>
            </a:pPr>
            <a:r>
              <a:rPr dirty="0" sz="800" spc="-70">
                <a:solidFill>
                  <a:srgbClr val="529783"/>
                </a:solidFill>
                <a:latin typeface="Times New Roman"/>
                <a:cs typeface="Times New Roman"/>
              </a:rPr>
              <a:t>.;</a:t>
            </a:r>
            <a:r>
              <a:rPr dirty="0" sz="800" spc="-15">
                <a:solidFill>
                  <a:srgbClr val="529783"/>
                </a:solidFill>
                <a:latin typeface="Times New Roman"/>
                <a:cs typeface="Times New Roman"/>
              </a:rPr>
              <a:t>i</a:t>
            </a:r>
            <a:r>
              <a:rPr dirty="0" sz="800" spc="-60">
                <a:solidFill>
                  <a:srgbClr val="70BFA3"/>
                </a:solidFill>
                <a:latin typeface="Times New Roman"/>
                <a:cs typeface="Times New Roman"/>
              </a:rPr>
              <a:t>o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003800" y="5950745"/>
            <a:ext cx="168910" cy="288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855"/>
              </a:lnSpc>
            </a:pPr>
            <a:r>
              <a:rPr dirty="0" sz="800" spc="285">
                <a:solidFill>
                  <a:srgbClr val="9EB589"/>
                </a:solidFill>
                <a:latin typeface="Times New Roman"/>
                <a:cs typeface="Times New Roman"/>
              </a:rPr>
              <a:t>•</a:t>
            </a: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ts val="555"/>
              </a:lnSpc>
            </a:pPr>
            <a:r>
              <a:rPr dirty="0" sz="550" spc="190">
                <a:solidFill>
                  <a:srgbClr val="529783"/>
                </a:solidFill>
                <a:latin typeface="Arial"/>
                <a:cs typeface="Arial"/>
              </a:rPr>
              <a:t>1</a:t>
            </a:r>
            <a:r>
              <a:rPr dirty="0" sz="550" spc="225">
                <a:solidFill>
                  <a:srgbClr val="529783"/>
                </a:solidFill>
                <a:latin typeface="Arial"/>
                <a:cs typeface="Arial"/>
              </a:rPr>
              <a:t>•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650" spc="130">
                <a:solidFill>
                  <a:srgbClr val="529783"/>
                </a:solidFill>
                <a:latin typeface="Arial"/>
                <a:cs typeface="Arial"/>
              </a:rPr>
              <a:t>1</a:t>
            </a:r>
            <a:r>
              <a:rPr dirty="0" sz="650" spc="260">
                <a:solidFill>
                  <a:srgbClr val="529783"/>
                </a:solidFill>
                <a:latin typeface="Arial"/>
                <a:cs typeface="Arial"/>
              </a:rPr>
              <a:t>1</a:t>
            </a:r>
            <a:endParaRPr sz="6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651500" y="6039399"/>
            <a:ext cx="124460" cy="952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550" spc="190">
                <a:solidFill>
                  <a:srgbClr val="7CA595"/>
                </a:solidFill>
                <a:latin typeface="Arial"/>
                <a:cs typeface="Arial"/>
              </a:rPr>
              <a:t>1</a:t>
            </a:r>
            <a:r>
              <a:rPr dirty="0" sz="550" spc="85">
                <a:solidFill>
                  <a:srgbClr val="93BFAA"/>
                </a:solidFill>
                <a:latin typeface="Arial"/>
                <a:cs typeface="Arial"/>
              </a:rPr>
              <a:t>•</a:t>
            </a:r>
            <a:endParaRPr sz="5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88000" y="6130708"/>
            <a:ext cx="1000760" cy="216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-35">
                <a:solidFill>
                  <a:srgbClr val="7CA595"/>
                </a:solidFill>
                <a:latin typeface="Arial"/>
                <a:cs typeface="Arial"/>
              </a:rPr>
              <a:t>"</a:t>
            </a:r>
            <a:r>
              <a:rPr dirty="0" sz="1450" spc="-484">
                <a:solidFill>
                  <a:srgbClr val="7CA595"/>
                </a:solidFill>
                <a:latin typeface="Arial"/>
                <a:cs typeface="Arial"/>
              </a:rPr>
              <a:t>-</a:t>
            </a:r>
            <a:r>
              <a:rPr dirty="0" baseline="59829" sz="975" spc="-600">
                <a:solidFill>
                  <a:srgbClr val="93BFAA"/>
                </a:solidFill>
                <a:latin typeface="Arial"/>
                <a:cs typeface="Arial"/>
              </a:rPr>
              <a:t>•</a:t>
            </a:r>
            <a:r>
              <a:rPr dirty="0" sz="1450" spc="-25">
                <a:solidFill>
                  <a:srgbClr val="7CA595"/>
                </a:solidFill>
                <a:latin typeface="Arial"/>
                <a:cs typeface="Arial"/>
              </a:rPr>
              <a:t>--</a:t>
            </a:r>
            <a:r>
              <a:rPr dirty="0" sz="1450" spc="-30">
                <a:solidFill>
                  <a:srgbClr val="7CA595"/>
                </a:solidFill>
                <a:latin typeface="Arial"/>
                <a:cs typeface="Arial"/>
              </a:rPr>
              <a:t>-'---</a:t>
            </a:r>
            <a:r>
              <a:rPr dirty="0" sz="1450" spc="-175">
                <a:solidFill>
                  <a:srgbClr val="7CA595"/>
                </a:solidFill>
                <a:latin typeface="Arial"/>
                <a:cs typeface="Arial"/>
              </a:rPr>
              <a:t>-</a:t>
            </a:r>
            <a:r>
              <a:rPr dirty="0" sz="1450" spc="1680">
                <a:solidFill>
                  <a:srgbClr val="A5B1BA"/>
                </a:solidFill>
                <a:latin typeface="Arial"/>
                <a:cs typeface="Arial"/>
              </a:rPr>
              <a:t>-</a:t>
            </a:r>
            <a:r>
              <a:rPr dirty="0" sz="1450" spc="470">
                <a:solidFill>
                  <a:srgbClr val="E2B574"/>
                </a:solidFill>
                <a:latin typeface="Arial"/>
                <a:cs typeface="Arial"/>
              </a:rPr>
              <a:t>•</a:t>
            </a:r>
            <a:endParaRPr sz="14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917700" y="4956763"/>
            <a:ext cx="1960880" cy="590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4450" spc="-675" b="1">
                <a:solidFill>
                  <a:srgbClr val="161F31"/>
                </a:solidFill>
                <a:latin typeface="Courier New"/>
                <a:cs typeface="Courier New"/>
              </a:rPr>
              <a:t>B</a:t>
            </a:r>
            <a:r>
              <a:rPr dirty="0" sz="4450" spc="-375" b="1">
                <a:solidFill>
                  <a:srgbClr val="161F31"/>
                </a:solidFill>
                <a:latin typeface="Courier New"/>
                <a:cs typeface="Courier New"/>
              </a:rPr>
              <a:t>A</a:t>
            </a:r>
            <a:r>
              <a:rPr dirty="0" sz="4450" spc="-590" b="1">
                <a:solidFill>
                  <a:srgbClr val="161F31"/>
                </a:solidFill>
                <a:latin typeface="Courier New"/>
                <a:cs typeface="Courier New"/>
              </a:rPr>
              <a:t>C</a:t>
            </a:r>
            <a:r>
              <a:rPr dirty="0" sz="4450" spc="-355" b="1">
                <a:solidFill>
                  <a:srgbClr val="161F31"/>
                </a:solidFill>
                <a:latin typeface="Courier New"/>
                <a:cs typeface="Courier New"/>
              </a:rPr>
              <a:t> </a:t>
            </a:r>
            <a:r>
              <a:rPr dirty="0" sz="4450" spc="-475" b="1">
                <a:solidFill>
                  <a:srgbClr val="161F31"/>
                </a:solidFill>
                <a:latin typeface="Courier New"/>
                <a:cs typeface="Courier New"/>
              </a:rPr>
              <a:t>N</a:t>
            </a:r>
            <a:r>
              <a:rPr dirty="0" sz="4450" spc="-475" b="1">
                <a:solidFill>
                  <a:srgbClr val="161F31"/>
                </a:solidFill>
                <a:latin typeface="Courier New"/>
                <a:cs typeface="Courier New"/>
              </a:rPr>
              <a:t>S</a:t>
            </a:r>
            <a:r>
              <a:rPr dirty="0" sz="4450" spc="-535" b="1">
                <a:solidFill>
                  <a:srgbClr val="161F31"/>
                </a:solidFill>
                <a:latin typeface="Courier New"/>
                <a:cs typeface="Courier New"/>
              </a:rPr>
              <a:t>I</a:t>
            </a:r>
            <a:endParaRPr sz="445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102600" y="2982651"/>
            <a:ext cx="2704465" cy="450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350" spc="-25" b="1">
                <a:solidFill>
                  <a:srgbClr val="161F31"/>
                </a:solidFill>
                <a:latin typeface="Arial"/>
                <a:cs typeface="Arial"/>
              </a:rPr>
              <a:t>U</a:t>
            </a:r>
            <a:r>
              <a:rPr dirty="0" sz="3350" spc="30" b="1">
                <a:solidFill>
                  <a:srgbClr val="161F31"/>
                </a:solidFill>
                <a:latin typeface="Arial"/>
                <a:cs typeface="Arial"/>
              </a:rPr>
              <a:t>n</a:t>
            </a:r>
            <a:r>
              <a:rPr dirty="0" sz="3350" spc="-140" b="1">
                <a:solidFill>
                  <a:srgbClr val="161F31"/>
                </a:solidFill>
                <a:latin typeface="Arial"/>
                <a:cs typeface="Arial"/>
              </a:rPr>
              <a:t>i</a:t>
            </a:r>
            <a:r>
              <a:rPr dirty="0" sz="3350" spc="65" b="1">
                <a:solidFill>
                  <a:srgbClr val="161F31"/>
                </a:solidFill>
                <a:latin typeface="Arial"/>
                <a:cs typeface="Arial"/>
              </a:rPr>
              <a:t>ver</a:t>
            </a:r>
            <a:r>
              <a:rPr dirty="0" sz="3350" spc="200" b="1">
                <a:solidFill>
                  <a:srgbClr val="161F31"/>
                </a:solidFill>
                <a:latin typeface="Arial"/>
                <a:cs typeface="Arial"/>
              </a:rPr>
              <a:t>s</a:t>
            </a:r>
            <a:r>
              <a:rPr dirty="0" sz="3350" spc="-140" b="1">
                <a:solidFill>
                  <a:srgbClr val="161F31"/>
                </a:solidFill>
                <a:latin typeface="Arial"/>
                <a:cs typeface="Arial"/>
              </a:rPr>
              <a:t>i</a:t>
            </a:r>
            <a:r>
              <a:rPr dirty="0" sz="3350" spc="100" b="1">
                <a:solidFill>
                  <a:srgbClr val="161F31"/>
                </a:solidFill>
                <a:latin typeface="Arial"/>
                <a:cs typeface="Arial"/>
              </a:rPr>
              <a:t>ta</a:t>
            </a:r>
            <a:r>
              <a:rPr dirty="0" sz="3350" spc="245" b="1">
                <a:solidFill>
                  <a:srgbClr val="161F31"/>
                </a:solidFill>
                <a:latin typeface="Arial"/>
                <a:cs typeface="Arial"/>
              </a:rPr>
              <a:t>i</a:t>
            </a:r>
            <a:r>
              <a:rPr dirty="0" sz="3350" spc="60" b="1">
                <a:solidFill>
                  <a:srgbClr val="161F31"/>
                </a:solidFill>
                <a:latin typeface="Arial"/>
                <a:cs typeface="Arial"/>
              </a:rPr>
              <a:t>re</a:t>
            </a:r>
            <a:endParaRPr sz="33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209724" y="4181807"/>
            <a:ext cx="139065" cy="3594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695">
                <a:solidFill>
                  <a:srgbClr val="A5B1BA"/>
                </a:solidFill>
                <a:latin typeface="Arial"/>
                <a:cs typeface="Arial"/>
              </a:rPr>
              <a:t>:</a:t>
            </a:r>
            <a:r>
              <a:rPr dirty="0" baseline="-27777" sz="3600" spc="-202">
                <a:solidFill>
                  <a:srgbClr val="A5B1BA"/>
                </a:solidFill>
                <a:latin typeface="Arial"/>
                <a:cs typeface="Arial"/>
              </a:rPr>
              <a:t>.</a:t>
            </a:r>
            <a:endParaRPr baseline="-27777" sz="3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432800" y="4270707"/>
            <a:ext cx="1047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0">
                <a:solidFill>
                  <a:srgbClr val="A5B1BA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029700" y="4020631"/>
            <a:ext cx="4798695" cy="4127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1914">
                <a:solidFill>
                  <a:srgbClr val="A5B1BA"/>
                </a:solidFill>
                <a:latin typeface="Arial"/>
                <a:cs typeface="Arial"/>
              </a:rPr>
              <a:t>-</a:t>
            </a:r>
            <a:r>
              <a:rPr dirty="0" sz="1200" spc="1914">
                <a:solidFill>
                  <a:srgbClr val="A5B1BA"/>
                </a:solidFill>
                <a:latin typeface="Arial"/>
                <a:cs typeface="Arial"/>
              </a:rPr>
              <a:t>  </a:t>
            </a:r>
            <a:r>
              <a:rPr dirty="0" sz="1200" spc="-20">
                <a:solidFill>
                  <a:srgbClr val="A5B1BA"/>
                </a:solidFill>
                <a:latin typeface="Arial"/>
                <a:cs typeface="Arial"/>
              </a:rPr>
              <a:t> </a:t>
            </a:r>
            <a:r>
              <a:rPr dirty="0" sz="3050" spc="-405">
                <a:solidFill>
                  <a:srgbClr val="161F31"/>
                </a:solidFill>
                <a:latin typeface="Courier New"/>
                <a:cs typeface="Courier New"/>
              </a:rPr>
              <a:t>BUT</a:t>
            </a:r>
            <a:r>
              <a:rPr dirty="0" sz="3050" spc="-415">
                <a:solidFill>
                  <a:srgbClr val="161F31"/>
                </a:solidFill>
                <a:latin typeface="Courier New"/>
                <a:cs typeface="Courier New"/>
              </a:rPr>
              <a:t> </a:t>
            </a:r>
            <a:r>
              <a:rPr dirty="0" sz="3050" spc="-434">
                <a:solidFill>
                  <a:srgbClr val="C88549"/>
                </a:solidFill>
                <a:latin typeface="Courier New"/>
                <a:cs typeface="Courier New"/>
              </a:rPr>
              <a:t>I</a:t>
            </a:r>
            <a:r>
              <a:rPr dirty="0" sz="3050" spc="-434">
                <a:solidFill>
                  <a:srgbClr val="C88549"/>
                </a:solidFill>
                <a:latin typeface="Courier New"/>
                <a:cs typeface="Courier New"/>
              </a:rPr>
              <a:t>n</a:t>
            </a:r>
            <a:r>
              <a:rPr dirty="0" sz="3050" spc="-335">
                <a:solidFill>
                  <a:srgbClr val="C88549"/>
                </a:solidFill>
                <a:latin typeface="Courier New"/>
                <a:cs typeface="Courier New"/>
              </a:rPr>
              <a:t>f</a:t>
            </a:r>
            <a:r>
              <a:rPr dirty="0" sz="3050" spc="-335">
                <a:solidFill>
                  <a:srgbClr val="C88549"/>
                </a:solidFill>
                <a:latin typeface="Courier New"/>
                <a:cs typeface="Courier New"/>
              </a:rPr>
              <a:t>o</a:t>
            </a:r>
            <a:r>
              <a:rPr dirty="0" sz="3050" spc="-425">
                <a:solidFill>
                  <a:srgbClr val="C88549"/>
                </a:solidFill>
                <a:latin typeface="Courier New"/>
                <a:cs typeface="Courier New"/>
              </a:rPr>
              <a:t>rma</a:t>
            </a:r>
            <a:r>
              <a:rPr dirty="0" sz="3050" spc="-365">
                <a:solidFill>
                  <a:srgbClr val="C88549"/>
                </a:solidFill>
                <a:latin typeface="Courier New"/>
                <a:cs typeface="Courier New"/>
              </a:rPr>
              <a:t>t</a:t>
            </a:r>
            <a:r>
              <a:rPr dirty="0" sz="3050" spc="-434">
                <a:solidFill>
                  <a:srgbClr val="C88549"/>
                </a:solidFill>
                <a:latin typeface="Courier New"/>
                <a:cs typeface="Courier New"/>
              </a:rPr>
              <a:t>i</a:t>
            </a:r>
            <a:r>
              <a:rPr dirty="0" sz="3050" spc="-605">
                <a:solidFill>
                  <a:srgbClr val="C88549"/>
                </a:solidFill>
                <a:latin typeface="Courier New"/>
                <a:cs typeface="Courier New"/>
              </a:rPr>
              <a:t>q</a:t>
            </a:r>
            <a:r>
              <a:rPr dirty="0" sz="3050" spc="-1560">
                <a:solidFill>
                  <a:srgbClr val="C88549"/>
                </a:solidFill>
                <a:latin typeface="Courier New"/>
                <a:cs typeface="Courier New"/>
              </a:rPr>
              <a:t> </a:t>
            </a:r>
            <a:r>
              <a:rPr dirty="0" sz="3050" spc="-405">
                <a:solidFill>
                  <a:srgbClr val="C88549"/>
                </a:solidFill>
                <a:latin typeface="Courier New"/>
                <a:cs typeface="Courier New"/>
              </a:rPr>
              <a:t>ue</a:t>
            </a:r>
            <a:r>
              <a:rPr dirty="0" sz="3050" spc="-390">
                <a:solidFill>
                  <a:srgbClr val="C88549"/>
                </a:solidFill>
                <a:latin typeface="Courier New"/>
                <a:cs typeface="Courier New"/>
              </a:rPr>
              <a:t>/</a:t>
            </a:r>
            <a:r>
              <a:rPr dirty="0" sz="3050" spc="-425">
                <a:solidFill>
                  <a:srgbClr val="C88549"/>
                </a:solidFill>
                <a:latin typeface="Courier New"/>
                <a:cs typeface="Courier New"/>
              </a:rPr>
              <a:t>R</a:t>
            </a:r>
            <a:r>
              <a:rPr dirty="0" sz="3050" spc="-445">
                <a:solidFill>
                  <a:srgbClr val="C88549"/>
                </a:solidFill>
                <a:latin typeface="Courier New"/>
                <a:cs typeface="Courier New"/>
              </a:rPr>
              <a:t>é</a:t>
            </a:r>
            <a:r>
              <a:rPr dirty="0" sz="3050" spc="-434">
                <a:solidFill>
                  <a:srgbClr val="C88549"/>
                </a:solidFill>
                <a:latin typeface="Courier New"/>
                <a:cs typeface="Courier New"/>
              </a:rPr>
              <a:t>s</a:t>
            </a:r>
            <a:r>
              <a:rPr dirty="0" sz="3050" spc="-434">
                <a:solidFill>
                  <a:srgbClr val="C88549"/>
                </a:solidFill>
                <a:latin typeface="Courier New"/>
                <a:cs typeface="Courier New"/>
              </a:rPr>
              <a:t>e</a:t>
            </a:r>
            <a:r>
              <a:rPr dirty="0" sz="3050" spc="-405">
                <a:solidFill>
                  <a:srgbClr val="C88549"/>
                </a:solidFill>
                <a:latin typeface="Courier New"/>
                <a:cs typeface="Courier New"/>
              </a:rPr>
              <a:t>aux</a:t>
            </a:r>
            <a:endParaRPr sz="305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255000" y="4420371"/>
            <a:ext cx="78740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-60">
                <a:solidFill>
                  <a:srgbClr val="A5B1BA"/>
                </a:solidFill>
                <a:latin typeface="Arial"/>
                <a:cs typeface="Arial"/>
              </a:rPr>
              <a:t>•</a:t>
            </a:r>
            <a:endParaRPr sz="13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496300" y="4681031"/>
            <a:ext cx="7889240" cy="4127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050" spc="-1340">
                <a:solidFill>
                  <a:srgbClr val="A5B1BA"/>
                </a:solidFill>
                <a:latin typeface="Courier New"/>
                <a:cs typeface="Courier New"/>
              </a:rPr>
              <a:t>'---"--</a:t>
            </a:r>
            <a:r>
              <a:rPr dirty="0" sz="3050" spc="-1295">
                <a:solidFill>
                  <a:srgbClr val="A5B1BA"/>
                </a:solidFill>
                <a:latin typeface="Courier New"/>
                <a:cs typeface="Courier New"/>
              </a:rPr>
              <a:t>-</a:t>
            </a:r>
            <a:r>
              <a:rPr dirty="0" sz="3050" spc="1130">
                <a:solidFill>
                  <a:srgbClr val="A5B1BA"/>
                </a:solidFill>
                <a:latin typeface="Courier New"/>
                <a:cs typeface="Courier New"/>
              </a:rPr>
              <a:t>-</a:t>
            </a:r>
            <a:r>
              <a:rPr dirty="0" sz="3050" spc="-1195">
                <a:solidFill>
                  <a:srgbClr val="A5B1BA"/>
                </a:solidFill>
                <a:latin typeface="Courier New"/>
                <a:cs typeface="Courier New"/>
              </a:rPr>
              <a:t> </a:t>
            </a:r>
            <a:r>
              <a:rPr dirty="0" sz="3050" spc="-535">
                <a:solidFill>
                  <a:srgbClr val="233B52"/>
                </a:solidFill>
                <a:latin typeface="Courier New"/>
                <a:cs typeface="Courier New"/>
              </a:rPr>
              <a:t>L</a:t>
            </a:r>
            <a:r>
              <a:rPr dirty="0" sz="3050" spc="-434">
                <a:solidFill>
                  <a:srgbClr val="233B52"/>
                </a:solidFill>
                <a:latin typeface="Courier New"/>
                <a:cs typeface="Courier New"/>
              </a:rPr>
              <a:t>i</a:t>
            </a:r>
            <a:r>
              <a:rPr dirty="0" sz="3050" spc="-434">
                <a:solidFill>
                  <a:srgbClr val="233B52"/>
                </a:solidFill>
                <a:latin typeface="Courier New"/>
                <a:cs typeface="Courier New"/>
              </a:rPr>
              <a:t>c</a:t>
            </a:r>
            <a:r>
              <a:rPr dirty="0" sz="3050" spc="-405">
                <a:solidFill>
                  <a:srgbClr val="233B52"/>
                </a:solidFill>
                <a:latin typeface="Courier New"/>
                <a:cs typeface="Courier New"/>
              </a:rPr>
              <a:t>enc</a:t>
            </a:r>
            <a:r>
              <a:rPr dirty="0" sz="3050" spc="-315">
                <a:solidFill>
                  <a:srgbClr val="233B52"/>
                </a:solidFill>
                <a:latin typeface="Courier New"/>
                <a:cs typeface="Courier New"/>
              </a:rPr>
              <a:t>e</a:t>
            </a:r>
            <a:r>
              <a:rPr dirty="0" sz="3050" spc="-55">
                <a:solidFill>
                  <a:srgbClr val="233B52"/>
                </a:solidFill>
                <a:latin typeface="Courier New"/>
                <a:cs typeface="Courier New"/>
              </a:rPr>
              <a:t>s</a:t>
            </a:r>
            <a:r>
              <a:rPr dirty="0" sz="3050" spc="-810">
                <a:solidFill>
                  <a:srgbClr val="233B52"/>
                </a:solidFill>
                <a:latin typeface="Courier New"/>
                <a:cs typeface="Courier New"/>
              </a:rPr>
              <a:t> </a:t>
            </a:r>
            <a:r>
              <a:rPr dirty="0" sz="3050" spc="-425">
                <a:solidFill>
                  <a:srgbClr val="161F31"/>
                </a:solidFill>
                <a:latin typeface="Courier New"/>
                <a:cs typeface="Courier New"/>
              </a:rPr>
              <a:t>Mathémat</a:t>
            </a:r>
            <a:r>
              <a:rPr dirty="0" sz="3050" spc="-1505">
                <a:solidFill>
                  <a:srgbClr val="161F31"/>
                </a:solidFill>
                <a:latin typeface="Courier New"/>
                <a:cs typeface="Courier New"/>
              </a:rPr>
              <a:t> </a:t>
            </a:r>
            <a:r>
              <a:rPr dirty="0" sz="3050" spc="-434">
                <a:solidFill>
                  <a:srgbClr val="161F31"/>
                </a:solidFill>
                <a:latin typeface="Courier New"/>
                <a:cs typeface="Courier New"/>
              </a:rPr>
              <a:t>i</a:t>
            </a:r>
            <a:r>
              <a:rPr dirty="0" sz="3050" spc="-434">
                <a:solidFill>
                  <a:srgbClr val="161F31"/>
                </a:solidFill>
                <a:latin typeface="Courier New"/>
                <a:cs typeface="Courier New"/>
              </a:rPr>
              <a:t>q</a:t>
            </a:r>
            <a:r>
              <a:rPr dirty="0" sz="3050" spc="-425">
                <a:solidFill>
                  <a:srgbClr val="161F31"/>
                </a:solidFill>
                <a:latin typeface="Courier New"/>
                <a:cs typeface="Courier New"/>
              </a:rPr>
              <a:t>u</a:t>
            </a:r>
            <a:r>
              <a:rPr dirty="0" sz="3050" spc="-345">
                <a:solidFill>
                  <a:srgbClr val="161F31"/>
                </a:solidFill>
                <a:latin typeface="Courier New"/>
                <a:cs typeface="Courier New"/>
              </a:rPr>
              <a:t>e</a:t>
            </a:r>
            <a:r>
              <a:rPr dirty="0" sz="3050" spc="-204">
                <a:solidFill>
                  <a:srgbClr val="161F31"/>
                </a:solidFill>
                <a:latin typeface="Courier New"/>
                <a:cs typeface="Courier New"/>
              </a:rPr>
              <a:t>s</a:t>
            </a:r>
            <a:r>
              <a:rPr dirty="0" sz="3050" spc="-660">
                <a:solidFill>
                  <a:srgbClr val="161F31"/>
                </a:solidFill>
                <a:latin typeface="Courier New"/>
                <a:cs typeface="Courier New"/>
              </a:rPr>
              <a:t> </a:t>
            </a:r>
            <a:r>
              <a:rPr dirty="0" sz="3050" spc="-405">
                <a:solidFill>
                  <a:srgbClr val="161F31"/>
                </a:solidFill>
                <a:latin typeface="Courier New"/>
                <a:cs typeface="Courier New"/>
              </a:rPr>
              <a:t>ou</a:t>
            </a:r>
            <a:r>
              <a:rPr dirty="0" sz="3050" spc="-285">
                <a:solidFill>
                  <a:srgbClr val="161F31"/>
                </a:solidFill>
                <a:latin typeface="Courier New"/>
                <a:cs typeface="Courier New"/>
              </a:rPr>
              <a:t> </a:t>
            </a:r>
            <a:r>
              <a:rPr dirty="0" sz="3050" spc="-434">
                <a:solidFill>
                  <a:srgbClr val="161F31"/>
                </a:solidFill>
                <a:latin typeface="Courier New"/>
                <a:cs typeface="Courier New"/>
              </a:rPr>
              <a:t>I</a:t>
            </a:r>
            <a:r>
              <a:rPr dirty="0" sz="3050" spc="-434">
                <a:solidFill>
                  <a:srgbClr val="161F31"/>
                </a:solidFill>
                <a:latin typeface="Courier New"/>
                <a:cs typeface="Courier New"/>
              </a:rPr>
              <a:t>n</a:t>
            </a:r>
            <a:r>
              <a:rPr dirty="0" sz="3050" spc="-405">
                <a:solidFill>
                  <a:srgbClr val="161F31"/>
                </a:solidFill>
                <a:latin typeface="Courier New"/>
                <a:cs typeface="Courier New"/>
              </a:rPr>
              <a:t>form</a:t>
            </a:r>
            <a:r>
              <a:rPr dirty="0" sz="3050" spc="-445">
                <a:solidFill>
                  <a:srgbClr val="161F31"/>
                </a:solidFill>
                <a:latin typeface="Courier New"/>
                <a:cs typeface="Courier New"/>
              </a:rPr>
              <a:t>a</a:t>
            </a:r>
            <a:r>
              <a:rPr dirty="0" sz="3050" spc="-315">
                <a:solidFill>
                  <a:srgbClr val="161F31"/>
                </a:solidFill>
                <a:latin typeface="Courier New"/>
                <a:cs typeface="Courier New"/>
              </a:rPr>
              <a:t>t</a:t>
            </a:r>
            <a:r>
              <a:rPr dirty="0" sz="3050" spc="-455">
                <a:solidFill>
                  <a:srgbClr val="161F31"/>
                </a:solidFill>
                <a:latin typeface="Courier New"/>
                <a:cs typeface="Courier New"/>
              </a:rPr>
              <a:t>i</a:t>
            </a:r>
            <a:r>
              <a:rPr dirty="0" sz="3050" spc="-335">
                <a:solidFill>
                  <a:srgbClr val="161F31"/>
                </a:solidFill>
                <a:latin typeface="Courier New"/>
                <a:cs typeface="Courier New"/>
              </a:rPr>
              <a:t>q</a:t>
            </a:r>
            <a:r>
              <a:rPr dirty="0" sz="3050" spc="-425">
                <a:solidFill>
                  <a:srgbClr val="161F31"/>
                </a:solidFill>
                <a:latin typeface="Courier New"/>
                <a:cs typeface="Courier New"/>
              </a:rPr>
              <a:t>ue</a:t>
            </a:r>
            <a:endParaRPr sz="3050"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886700" y="6246551"/>
            <a:ext cx="4044950" cy="450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350" spc="75" b="1">
                <a:solidFill>
                  <a:srgbClr val="161F31"/>
                </a:solidFill>
                <a:latin typeface="Arial"/>
                <a:cs typeface="Arial"/>
              </a:rPr>
              <a:t>C</a:t>
            </a:r>
            <a:r>
              <a:rPr dirty="0" sz="3350" spc="30" b="1">
                <a:solidFill>
                  <a:srgbClr val="161F31"/>
                </a:solidFill>
                <a:latin typeface="Arial"/>
                <a:cs typeface="Arial"/>
              </a:rPr>
              <a:t>o</a:t>
            </a:r>
            <a:r>
              <a:rPr dirty="0" sz="3350" spc="35" b="1">
                <a:solidFill>
                  <a:srgbClr val="161F31"/>
                </a:solidFill>
                <a:latin typeface="Arial"/>
                <a:cs typeface="Arial"/>
              </a:rPr>
              <a:t>u</a:t>
            </a:r>
            <a:r>
              <a:rPr dirty="0" sz="3350" spc="95" b="1">
                <a:solidFill>
                  <a:srgbClr val="161F31"/>
                </a:solidFill>
                <a:latin typeface="Arial"/>
                <a:cs typeface="Arial"/>
              </a:rPr>
              <a:t>r</a:t>
            </a:r>
            <a:r>
              <a:rPr dirty="0" sz="3350" spc="130" b="1">
                <a:solidFill>
                  <a:srgbClr val="161F31"/>
                </a:solidFill>
                <a:latin typeface="Arial"/>
                <a:cs typeface="Arial"/>
              </a:rPr>
              <a:t>te</a:t>
            </a:r>
            <a:r>
              <a:rPr dirty="0" sz="3350" spc="-180" b="1">
                <a:solidFill>
                  <a:srgbClr val="161F31"/>
                </a:solidFill>
                <a:latin typeface="Arial"/>
                <a:cs typeface="Arial"/>
              </a:rPr>
              <a:t> </a:t>
            </a:r>
            <a:r>
              <a:rPr dirty="0" sz="3350" spc="325" b="1">
                <a:solidFill>
                  <a:srgbClr val="161F31"/>
                </a:solidFill>
                <a:latin typeface="Arial"/>
                <a:cs typeface="Arial"/>
              </a:rPr>
              <a:t>/</a:t>
            </a:r>
            <a:r>
              <a:rPr dirty="0" sz="3350" spc="5" b="1">
                <a:solidFill>
                  <a:srgbClr val="161F31"/>
                </a:solidFill>
                <a:latin typeface="Arial"/>
                <a:cs typeface="Arial"/>
              </a:rPr>
              <a:t> </a:t>
            </a:r>
            <a:r>
              <a:rPr dirty="0" sz="3350" spc="-70" b="1">
                <a:solidFill>
                  <a:srgbClr val="161F31"/>
                </a:solidFill>
                <a:latin typeface="Arial"/>
                <a:cs typeface="Arial"/>
              </a:rPr>
              <a:t>T</a:t>
            </a:r>
            <a:r>
              <a:rPr dirty="0" sz="3350" spc="229" b="1">
                <a:solidFill>
                  <a:srgbClr val="161F31"/>
                </a:solidFill>
                <a:latin typeface="Arial"/>
                <a:cs typeface="Arial"/>
              </a:rPr>
              <a:t>e</a:t>
            </a:r>
            <a:r>
              <a:rPr dirty="0" sz="3350" spc="70" b="1">
                <a:solidFill>
                  <a:srgbClr val="161F31"/>
                </a:solidFill>
                <a:latin typeface="Arial"/>
                <a:cs typeface="Arial"/>
              </a:rPr>
              <a:t>c</a:t>
            </a:r>
            <a:r>
              <a:rPr dirty="0" sz="3350" spc="75" b="1">
                <a:solidFill>
                  <a:srgbClr val="161F31"/>
                </a:solidFill>
                <a:latin typeface="Arial"/>
                <a:cs typeface="Arial"/>
              </a:rPr>
              <a:t>h</a:t>
            </a:r>
            <a:r>
              <a:rPr dirty="0" sz="3350" spc="30" b="1">
                <a:solidFill>
                  <a:srgbClr val="161F31"/>
                </a:solidFill>
                <a:latin typeface="Arial"/>
                <a:cs typeface="Arial"/>
              </a:rPr>
              <a:t>n</a:t>
            </a:r>
            <a:r>
              <a:rPr dirty="0" sz="3350" spc="-140" b="1">
                <a:solidFill>
                  <a:srgbClr val="161F31"/>
                </a:solidFill>
                <a:latin typeface="Arial"/>
                <a:cs typeface="Arial"/>
              </a:rPr>
              <a:t>i</a:t>
            </a:r>
            <a:r>
              <a:rPr dirty="0" sz="3350" spc="75" b="1">
                <a:solidFill>
                  <a:srgbClr val="161F31"/>
                </a:solidFill>
                <a:latin typeface="Arial"/>
                <a:cs typeface="Arial"/>
              </a:rPr>
              <a:t>que</a:t>
            </a:r>
            <a:endParaRPr sz="33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854700" y="5997835"/>
            <a:ext cx="800100" cy="9207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7050" spc="-1695">
                <a:solidFill>
                  <a:srgbClr val="93BFAA"/>
                </a:solidFill>
                <a:latin typeface="Times New Roman"/>
                <a:cs typeface="Times New Roman"/>
              </a:rPr>
              <a:t>--</a:t>
            </a:r>
            <a:r>
              <a:rPr dirty="0" sz="7050" spc="-2245">
                <a:solidFill>
                  <a:srgbClr val="93BFAA"/>
                </a:solidFill>
                <a:latin typeface="Times New Roman"/>
                <a:cs typeface="Times New Roman"/>
              </a:rPr>
              <a:t>0</a:t>
            </a:r>
            <a:r>
              <a:rPr dirty="0" sz="7050" spc="1150">
                <a:solidFill>
                  <a:srgbClr val="529783"/>
                </a:solidFill>
                <a:latin typeface="Times New Roman"/>
                <a:cs typeface="Times New Roman"/>
              </a:rPr>
              <a:t>-</a:t>
            </a:r>
            <a:endParaRPr sz="70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521700" y="7282760"/>
            <a:ext cx="7955280" cy="11512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939165" algn="l"/>
              </a:tabLst>
            </a:pPr>
            <a:r>
              <a:rPr dirty="0" sz="3300" spc="-555">
                <a:solidFill>
                  <a:srgbClr val="A5B1BA"/>
                </a:solidFill>
                <a:latin typeface="Times New Roman"/>
                <a:cs typeface="Times New Roman"/>
              </a:rPr>
              <a:t>'-----=---</a:t>
            </a:r>
            <a:r>
              <a:rPr dirty="0" sz="3300" spc="-555">
                <a:solidFill>
                  <a:srgbClr val="A5B1BA"/>
                </a:solidFill>
                <a:latin typeface="Times New Roman"/>
                <a:cs typeface="Times New Roman"/>
              </a:rPr>
              <a:t>	</a:t>
            </a:r>
            <a:r>
              <a:rPr dirty="0" sz="3050" spc="-535">
                <a:solidFill>
                  <a:srgbClr val="161F31"/>
                </a:solidFill>
                <a:latin typeface="Courier New"/>
                <a:cs typeface="Courier New"/>
              </a:rPr>
              <a:t>B</a:t>
            </a:r>
            <a:r>
              <a:rPr dirty="0" sz="3050" spc="-335">
                <a:solidFill>
                  <a:srgbClr val="161F31"/>
                </a:solidFill>
                <a:latin typeface="Courier New"/>
                <a:cs typeface="Courier New"/>
              </a:rPr>
              <a:t>T</a:t>
            </a:r>
            <a:r>
              <a:rPr dirty="0" sz="3050" spc="-150">
                <a:solidFill>
                  <a:srgbClr val="161F31"/>
                </a:solidFill>
                <a:latin typeface="Courier New"/>
                <a:cs typeface="Courier New"/>
              </a:rPr>
              <a:t>S</a:t>
            </a:r>
            <a:r>
              <a:rPr dirty="0" sz="3050" spc="-815">
                <a:solidFill>
                  <a:srgbClr val="161F31"/>
                </a:solidFill>
                <a:latin typeface="Courier New"/>
                <a:cs typeface="Courier New"/>
              </a:rPr>
              <a:t> </a:t>
            </a:r>
            <a:r>
              <a:rPr dirty="0" sz="3050" spc="-335">
                <a:solidFill>
                  <a:srgbClr val="D88334"/>
                </a:solidFill>
                <a:latin typeface="Courier New"/>
                <a:cs typeface="Courier New"/>
              </a:rPr>
              <a:t>C</a:t>
            </a:r>
            <a:r>
              <a:rPr dirty="0" sz="3050" spc="-535">
                <a:solidFill>
                  <a:srgbClr val="D88334"/>
                </a:solidFill>
                <a:latin typeface="Courier New"/>
                <a:cs typeface="Courier New"/>
              </a:rPr>
              <a:t>I</a:t>
            </a:r>
            <a:r>
              <a:rPr dirty="0" sz="3050" spc="-459">
                <a:solidFill>
                  <a:srgbClr val="D88334"/>
                </a:solidFill>
                <a:latin typeface="Courier New"/>
                <a:cs typeface="Courier New"/>
              </a:rPr>
              <a:t>EL</a:t>
            </a:r>
            <a:r>
              <a:rPr dirty="0" sz="3050" spc="-175">
                <a:solidFill>
                  <a:srgbClr val="D88334"/>
                </a:solidFill>
                <a:latin typeface="Courier New"/>
                <a:cs typeface="Courier New"/>
              </a:rPr>
              <a:t> </a:t>
            </a:r>
            <a:r>
              <a:rPr dirty="0" sz="3050" spc="-735">
                <a:solidFill>
                  <a:srgbClr val="161F31"/>
                </a:solidFill>
                <a:latin typeface="Courier New"/>
                <a:cs typeface="Courier New"/>
              </a:rPr>
              <a:t>(</a:t>
            </a:r>
            <a:r>
              <a:rPr dirty="0" sz="3050" spc="-434">
                <a:solidFill>
                  <a:srgbClr val="161F31"/>
                </a:solidFill>
                <a:latin typeface="Courier New"/>
                <a:cs typeface="Courier New"/>
              </a:rPr>
              <a:t>C</a:t>
            </a:r>
            <a:r>
              <a:rPr dirty="0" sz="3050" spc="-335">
                <a:solidFill>
                  <a:srgbClr val="161F31"/>
                </a:solidFill>
                <a:latin typeface="Courier New"/>
                <a:cs typeface="Courier New"/>
              </a:rPr>
              <a:t>y</a:t>
            </a:r>
            <a:r>
              <a:rPr dirty="0" sz="3050" spc="-515">
                <a:solidFill>
                  <a:srgbClr val="161F31"/>
                </a:solidFill>
                <a:latin typeface="Courier New"/>
                <a:cs typeface="Courier New"/>
              </a:rPr>
              <a:t>b</a:t>
            </a:r>
            <a:r>
              <a:rPr dirty="0" sz="3050" spc="-355">
                <a:solidFill>
                  <a:srgbClr val="161F31"/>
                </a:solidFill>
                <a:latin typeface="Courier New"/>
                <a:cs typeface="Courier New"/>
              </a:rPr>
              <a:t>e</a:t>
            </a:r>
            <a:r>
              <a:rPr dirty="0" sz="3050" spc="-385">
                <a:solidFill>
                  <a:srgbClr val="161F31"/>
                </a:solidFill>
                <a:latin typeface="Courier New"/>
                <a:cs typeface="Courier New"/>
              </a:rPr>
              <a:t>r</a:t>
            </a:r>
            <a:r>
              <a:rPr dirty="0" sz="3050" spc="-480">
                <a:solidFill>
                  <a:srgbClr val="161F31"/>
                </a:solidFill>
                <a:latin typeface="Courier New"/>
                <a:cs typeface="Courier New"/>
              </a:rPr>
              <a:t>s</a:t>
            </a:r>
            <a:r>
              <a:rPr dirty="0" sz="3050" spc="-440">
                <a:solidFill>
                  <a:srgbClr val="161F31"/>
                </a:solidFill>
                <a:latin typeface="Courier New"/>
                <a:cs typeface="Courier New"/>
              </a:rPr>
              <a:t>écu</a:t>
            </a:r>
            <a:r>
              <a:rPr dirty="0" sz="3050" spc="-405">
                <a:solidFill>
                  <a:srgbClr val="161F31"/>
                </a:solidFill>
                <a:latin typeface="Courier New"/>
                <a:cs typeface="Courier New"/>
              </a:rPr>
              <a:t>r</a:t>
            </a:r>
            <a:r>
              <a:rPr dirty="0" sz="3050" spc="-434">
                <a:solidFill>
                  <a:srgbClr val="161F31"/>
                </a:solidFill>
                <a:latin typeface="Courier New"/>
                <a:cs typeface="Courier New"/>
              </a:rPr>
              <a:t>i</a:t>
            </a:r>
            <a:r>
              <a:rPr dirty="0" sz="3050" spc="-434">
                <a:solidFill>
                  <a:srgbClr val="161F31"/>
                </a:solidFill>
                <a:latin typeface="Courier New"/>
                <a:cs typeface="Courier New"/>
              </a:rPr>
              <a:t>t</a:t>
            </a:r>
            <a:r>
              <a:rPr dirty="0" sz="3050" spc="-135">
                <a:solidFill>
                  <a:srgbClr val="161F31"/>
                </a:solidFill>
                <a:latin typeface="Courier New"/>
                <a:cs typeface="Courier New"/>
              </a:rPr>
              <a:t>é</a:t>
            </a:r>
            <a:r>
              <a:rPr dirty="0" sz="3050" spc="-405">
                <a:solidFill>
                  <a:srgbClr val="161F31"/>
                </a:solidFill>
                <a:latin typeface="Courier New"/>
                <a:cs typeface="Courier New"/>
              </a:rPr>
              <a:t>,</a:t>
            </a:r>
            <a:r>
              <a:rPr dirty="0" sz="3050" spc="-660">
                <a:solidFill>
                  <a:srgbClr val="161F31"/>
                </a:solidFill>
                <a:latin typeface="Courier New"/>
                <a:cs typeface="Courier New"/>
              </a:rPr>
              <a:t> </a:t>
            </a:r>
            <a:r>
              <a:rPr dirty="0" sz="3050" spc="-635">
                <a:solidFill>
                  <a:srgbClr val="161F31"/>
                </a:solidFill>
                <a:latin typeface="Courier New"/>
                <a:cs typeface="Courier New"/>
              </a:rPr>
              <a:t>É</a:t>
            </a:r>
            <a:r>
              <a:rPr dirty="0" sz="3050" spc="-235">
                <a:solidFill>
                  <a:srgbClr val="161F31"/>
                </a:solidFill>
                <a:latin typeface="Courier New"/>
                <a:cs typeface="Courier New"/>
              </a:rPr>
              <a:t>l</a:t>
            </a:r>
            <a:r>
              <a:rPr dirty="0" sz="3050" spc="-480">
                <a:solidFill>
                  <a:srgbClr val="161F31"/>
                </a:solidFill>
                <a:latin typeface="Courier New"/>
                <a:cs typeface="Courier New"/>
              </a:rPr>
              <a:t>e</a:t>
            </a:r>
            <a:r>
              <a:rPr dirty="0" sz="3050" spc="-490">
                <a:solidFill>
                  <a:srgbClr val="161F31"/>
                </a:solidFill>
                <a:latin typeface="Courier New"/>
                <a:cs typeface="Courier New"/>
              </a:rPr>
              <a:t>c</a:t>
            </a:r>
            <a:r>
              <a:rPr dirty="0" sz="3050" spc="-335">
                <a:solidFill>
                  <a:srgbClr val="161F31"/>
                </a:solidFill>
                <a:latin typeface="Courier New"/>
                <a:cs typeface="Courier New"/>
              </a:rPr>
              <a:t>t</a:t>
            </a:r>
            <a:r>
              <a:rPr dirty="0" sz="3050" spc="-434">
                <a:solidFill>
                  <a:srgbClr val="161F31"/>
                </a:solidFill>
                <a:latin typeface="Courier New"/>
                <a:cs typeface="Courier New"/>
              </a:rPr>
              <a:t>r</a:t>
            </a:r>
            <a:r>
              <a:rPr dirty="0" sz="3050" spc="-405">
                <a:solidFill>
                  <a:srgbClr val="161F31"/>
                </a:solidFill>
                <a:latin typeface="Courier New"/>
                <a:cs typeface="Courier New"/>
              </a:rPr>
              <a:t>on</a:t>
            </a:r>
            <a:r>
              <a:rPr dirty="0" sz="3050" spc="-490">
                <a:solidFill>
                  <a:srgbClr val="161F31"/>
                </a:solidFill>
                <a:latin typeface="Courier New"/>
                <a:cs typeface="Courier New"/>
              </a:rPr>
              <a:t>i</a:t>
            </a:r>
            <a:r>
              <a:rPr dirty="0" sz="3050" spc="-434">
                <a:solidFill>
                  <a:srgbClr val="161F31"/>
                </a:solidFill>
                <a:latin typeface="Courier New"/>
                <a:cs typeface="Courier New"/>
              </a:rPr>
              <a:t>q</a:t>
            </a:r>
            <a:r>
              <a:rPr dirty="0" sz="3050" spc="-425">
                <a:solidFill>
                  <a:srgbClr val="161F31"/>
                </a:solidFill>
                <a:latin typeface="Courier New"/>
                <a:cs typeface="Courier New"/>
              </a:rPr>
              <a:t>u</a:t>
            </a:r>
            <a:r>
              <a:rPr dirty="0" sz="3050" spc="-345">
                <a:solidFill>
                  <a:srgbClr val="161F31"/>
                </a:solidFill>
                <a:latin typeface="Courier New"/>
                <a:cs typeface="Courier New"/>
              </a:rPr>
              <a:t>e</a:t>
            </a:r>
            <a:r>
              <a:rPr dirty="0" sz="3050" spc="1405">
                <a:solidFill>
                  <a:srgbClr val="161F31"/>
                </a:solidFill>
                <a:latin typeface="Courier New"/>
                <a:cs typeface="Courier New"/>
              </a:rPr>
              <a:t>)</a:t>
            </a:r>
            <a:endParaRPr sz="3050">
              <a:latin typeface="Courier New"/>
              <a:cs typeface="Courier New"/>
            </a:endParaRPr>
          </a:p>
          <a:p>
            <a:pPr marL="254000">
              <a:lnSpc>
                <a:spcPct val="100000"/>
              </a:lnSpc>
              <a:spcBef>
                <a:spcPts val="1689"/>
              </a:spcBef>
              <a:tabLst>
                <a:tab pos="939165" algn="l"/>
              </a:tabLst>
            </a:pPr>
            <a:r>
              <a:rPr dirty="0" sz="3050" spc="-735">
                <a:solidFill>
                  <a:srgbClr val="C1CAD4"/>
                </a:solidFill>
                <a:latin typeface="Courier New"/>
                <a:cs typeface="Courier New"/>
              </a:rPr>
              <a:t>-</a:t>
            </a:r>
            <a:r>
              <a:rPr dirty="0" sz="3050" spc="-440">
                <a:solidFill>
                  <a:srgbClr val="C1CAD4"/>
                </a:solidFill>
                <a:latin typeface="Courier New"/>
                <a:cs typeface="Courier New"/>
              </a:rPr>
              <a:t>-</a:t>
            </a:r>
            <a:r>
              <a:rPr dirty="0" sz="3050">
                <a:solidFill>
                  <a:srgbClr val="C1CAD4"/>
                </a:solidFill>
                <a:latin typeface="Courier New"/>
                <a:cs typeface="Courier New"/>
              </a:rPr>
              <a:t>	</a:t>
            </a:r>
            <a:r>
              <a:rPr dirty="0" sz="3050" spc="-535">
                <a:solidFill>
                  <a:srgbClr val="161F31"/>
                </a:solidFill>
                <a:latin typeface="Courier New"/>
                <a:cs typeface="Courier New"/>
              </a:rPr>
              <a:t>B</a:t>
            </a:r>
            <a:r>
              <a:rPr dirty="0" sz="3050" spc="-335">
                <a:solidFill>
                  <a:srgbClr val="161F31"/>
                </a:solidFill>
                <a:latin typeface="Courier New"/>
                <a:cs typeface="Courier New"/>
              </a:rPr>
              <a:t>T</a:t>
            </a:r>
            <a:r>
              <a:rPr dirty="0" sz="3050" spc="-150">
                <a:solidFill>
                  <a:srgbClr val="161F31"/>
                </a:solidFill>
                <a:latin typeface="Courier New"/>
                <a:cs typeface="Courier New"/>
              </a:rPr>
              <a:t>S</a:t>
            </a:r>
            <a:r>
              <a:rPr dirty="0" sz="3050" spc="-815">
                <a:solidFill>
                  <a:srgbClr val="161F31"/>
                </a:solidFill>
                <a:latin typeface="Courier New"/>
                <a:cs typeface="Courier New"/>
              </a:rPr>
              <a:t> </a:t>
            </a:r>
            <a:r>
              <a:rPr dirty="0" sz="3050" spc="-335">
                <a:solidFill>
                  <a:srgbClr val="2D69B1"/>
                </a:solidFill>
                <a:latin typeface="Courier New"/>
                <a:cs typeface="Courier New"/>
              </a:rPr>
              <a:t>S</a:t>
            </a:r>
            <a:r>
              <a:rPr dirty="0" sz="3050" spc="-535">
                <a:solidFill>
                  <a:srgbClr val="2D69B1"/>
                </a:solidFill>
                <a:latin typeface="Courier New"/>
                <a:cs typeface="Courier New"/>
              </a:rPr>
              <a:t>I</a:t>
            </a:r>
            <a:r>
              <a:rPr dirty="0" sz="3050" spc="-425">
                <a:solidFill>
                  <a:srgbClr val="2D69B1"/>
                </a:solidFill>
                <a:latin typeface="Courier New"/>
                <a:cs typeface="Courier New"/>
              </a:rPr>
              <a:t>O</a:t>
            </a:r>
            <a:r>
              <a:rPr dirty="0" sz="3050" spc="-140">
                <a:solidFill>
                  <a:srgbClr val="2D69B1"/>
                </a:solidFill>
                <a:latin typeface="Courier New"/>
                <a:cs typeface="Courier New"/>
              </a:rPr>
              <a:t> </a:t>
            </a:r>
            <a:r>
              <a:rPr dirty="0" sz="3050" spc="-735">
                <a:solidFill>
                  <a:srgbClr val="161F31"/>
                </a:solidFill>
                <a:latin typeface="Courier New"/>
                <a:cs typeface="Courier New"/>
              </a:rPr>
              <a:t>(</a:t>
            </a:r>
            <a:r>
              <a:rPr dirty="0" sz="3050" spc="-434">
                <a:solidFill>
                  <a:srgbClr val="161F31"/>
                </a:solidFill>
                <a:latin typeface="Courier New"/>
                <a:cs typeface="Courier New"/>
              </a:rPr>
              <a:t>S</a:t>
            </a:r>
            <a:r>
              <a:rPr dirty="0" sz="3050" spc="-459">
                <a:solidFill>
                  <a:srgbClr val="161F31"/>
                </a:solidFill>
                <a:latin typeface="Courier New"/>
                <a:cs typeface="Courier New"/>
              </a:rPr>
              <a:t>erv</a:t>
            </a:r>
            <a:r>
              <a:rPr dirty="0" sz="3050" spc="-450">
                <a:solidFill>
                  <a:srgbClr val="161F31"/>
                </a:solidFill>
                <a:latin typeface="Courier New"/>
                <a:cs typeface="Courier New"/>
              </a:rPr>
              <a:t>i</a:t>
            </a:r>
            <a:r>
              <a:rPr dirty="0" sz="3050" spc="-425">
                <a:solidFill>
                  <a:srgbClr val="161F31"/>
                </a:solidFill>
                <a:latin typeface="Courier New"/>
                <a:cs typeface="Courier New"/>
              </a:rPr>
              <a:t>c</a:t>
            </a:r>
            <a:r>
              <a:rPr dirty="0" sz="3050" spc="-545">
                <a:solidFill>
                  <a:srgbClr val="161F31"/>
                </a:solidFill>
                <a:latin typeface="Courier New"/>
                <a:cs typeface="Courier New"/>
              </a:rPr>
              <a:t>e</a:t>
            </a:r>
            <a:r>
              <a:rPr dirty="0" sz="3050" spc="-55">
                <a:solidFill>
                  <a:srgbClr val="161F31"/>
                </a:solidFill>
                <a:latin typeface="Courier New"/>
                <a:cs typeface="Courier New"/>
              </a:rPr>
              <a:t>s</a:t>
            </a:r>
            <a:r>
              <a:rPr dirty="0" sz="3050" spc="-810">
                <a:solidFill>
                  <a:srgbClr val="161F31"/>
                </a:solidFill>
                <a:latin typeface="Courier New"/>
                <a:cs typeface="Courier New"/>
              </a:rPr>
              <a:t> </a:t>
            </a:r>
            <a:r>
              <a:rPr dirty="0" sz="3050" spc="-434">
                <a:solidFill>
                  <a:srgbClr val="161F31"/>
                </a:solidFill>
                <a:latin typeface="Courier New"/>
                <a:cs typeface="Courier New"/>
              </a:rPr>
              <a:t>I</a:t>
            </a:r>
            <a:r>
              <a:rPr dirty="0" sz="3050" spc="-535">
                <a:solidFill>
                  <a:srgbClr val="161F31"/>
                </a:solidFill>
                <a:latin typeface="Courier New"/>
                <a:cs typeface="Courier New"/>
              </a:rPr>
              <a:t>n</a:t>
            </a:r>
            <a:r>
              <a:rPr dirty="0" sz="3050" spc="-434">
                <a:solidFill>
                  <a:srgbClr val="161F31"/>
                </a:solidFill>
                <a:latin typeface="Courier New"/>
                <a:cs typeface="Courier New"/>
              </a:rPr>
              <a:t>f</a:t>
            </a:r>
            <a:r>
              <a:rPr dirty="0" sz="3050" spc="-434">
                <a:solidFill>
                  <a:srgbClr val="161F31"/>
                </a:solidFill>
                <a:latin typeface="Courier New"/>
                <a:cs typeface="Courier New"/>
              </a:rPr>
              <a:t>o</a:t>
            </a:r>
            <a:r>
              <a:rPr dirty="0" sz="3050" spc="-459">
                <a:solidFill>
                  <a:srgbClr val="161F31"/>
                </a:solidFill>
                <a:latin typeface="Courier New"/>
                <a:cs typeface="Courier New"/>
              </a:rPr>
              <a:t>r</a:t>
            </a:r>
            <a:r>
              <a:rPr dirty="0" sz="3050" spc="-505">
                <a:solidFill>
                  <a:srgbClr val="161F31"/>
                </a:solidFill>
                <a:latin typeface="Courier New"/>
                <a:cs typeface="Courier New"/>
              </a:rPr>
              <a:t>m</a:t>
            </a:r>
            <a:r>
              <a:rPr dirty="0" sz="3050" spc="-434">
                <a:solidFill>
                  <a:srgbClr val="161F31"/>
                </a:solidFill>
                <a:latin typeface="Courier New"/>
                <a:cs typeface="Courier New"/>
              </a:rPr>
              <a:t>a</a:t>
            </a:r>
            <a:r>
              <a:rPr dirty="0" sz="3050" spc="-434">
                <a:solidFill>
                  <a:srgbClr val="161F31"/>
                </a:solidFill>
                <a:latin typeface="Courier New"/>
                <a:cs typeface="Courier New"/>
              </a:rPr>
              <a:t>t</a:t>
            </a:r>
            <a:r>
              <a:rPr dirty="0" sz="3050" spc="-434">
                <a:solidFill>
                  <a:srgbClr val="161F31"/>
                </a:solidFill>
                <a:latin typeface="Courier New"/>
                <a:cs typeface="Courier New"/>
              </a:rPr>
              <a:t>i</a:t>
            </a:r>
            <a:r>
              <a:rPr dirty="0" sz="3050" spc="-434">
                <a:solidFill>
                  <a:srgbClr val="161F31"/>
                </a:solidFill>
                <a:latin typeface="Courier New"/>
                <a:cs typeface="Courier New"/>
              </a:rPr>
              <a:t>q</a:t>
            </a:r>
            <a:r>
              <a:rPr dirty="0" sz="3050" spc="-480">
                <a:solidFill>
                  <a:srgbClr val="161F31"/>
                </a:solidFill>
                <a:latin typeface="Courier New"/>
                <a:cs typeface="Courier New"/>
              </a:rPr>
              <a:t>u</a:t>
            </a:r>
            <a:r>
              <a:rPr dirty="0" sz="3050" spc="-490">
                <a:solidFill>
                  <a:srgbClr val="161F31"/>
                </a:solidFill>
                <a:latin typeface="Courier New"/>
                <a:cs typeface="Courier New"/>
              </a:rPr>
              <a:t>e</a:t>
            </a:r>
            <a:r>
              <a:rPr dirty="0" sz="3050" spc="-434">
                <a:solidFill>
                  <a:srgbClr val="161F31"/>
                </a:solidFill>
                <a:latin typeface="Courier New"/>
                <a:cs typeface="Courier New"/>
              </a:rPr>
              <a:t>s</a:t>
            </a:r>
            <a:r>
              <a:rPr dirty="0" sz="3050" spc="1405">
                <a:solidFill>
                  <a:srgbClr val="161F31"/>
                </a:solidFill>
                <a:latin typeface="Courier New"/>
                <a:cs typeface="Courier New"/>
              </a:rPr>
              <a:t>)</a:t>
            </a:r>
            <a:endParaRPr sz="3050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242300" y="7732990"/>
            <a:ext cx="131445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00" spc="275">
                <a:solidFill>
                  <a:srgbClr val="A5B1BA"/>
                </a:solidFill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747520" y="5892495"/>
            <a:ext cx="320040" cy="0"/>
          </a:xfrm>
          <a:custGeom>
            <a:avLst/>
            <a:gdLst/>
            <a:ahLst/>
            <a:cxnLst/>
            <a:rect l="l" t="t" r="r" b="b"/>
            <a:pathLst>
              <a:path w="320039" h="0">
                <a:moveTo>
                  <a:pt x="0" y="0"/>
                </a:moveTo>
                <a:lnTo>
                  <a:pt x="320040" y="0"/>
                </a:lnTo>
              </a:path>
            </a:pathLst>
          </a:custGeom>
          <a:ln w="28448">
            <a:solidFill>
              <a:srgbClr val="A4B0B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606800" y="5892495"/>
            <a:ext cx="512445" cy="0"/>
          </a:xfrm>
          <a:custGeom>
            <a:avLst/>
            <a:gdLst/>
            <a:ahLst/>
            <a:cxnLst/>
            <a:rect l="l" t="t" r="r" b="b"/>
            <a:pathLst>
              <a:path w="512445" h="0">
                <a:moveTo>
                  <a:pt x="0" y="0"/>
                </a:moveTo>
                <a:lnTo>
                  <a:pt x="512064" y="0"/>
                </a:lnTo>
              </a:path>
            </a:pathLst>
          </a:custGeom>
          <a:ln w="28448">
            <a:solidFill>
              <a:srgbClr val="A4B0B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140">
                <a:solidFill>
                  <a:srgbClr val="0E1523"/>
                </a:solidFill>
              </a:rPr>
              <a:t>N</a:t>
            </a:r>
            <a:r>
              <a:rPr dirty="0" spc="70"/>
              <a:t>o</a:t>
            </a:r>
            <a:r>
              <a:rPr dirty="0" spc="55"/>
              <a:t>t</a:t>
            </a:r>
            <a:r>
              <a:rPr dirty="0" spc="45"/>
              <a:t>e</a:t>
            </a:r>
            <a:r>
              <a:rPr dirty="0" spc="114"/>
              <a:t>bo</a:t>
            </a:r>
            <a:r>
              <a:rPr dirty="0" spc="-5"/>
              <a:t>o</a:t>
            </a:r>
            <a:r>
              <a:rPr dirty="0" spc="45"/>
              <a:t>k</a:t>
            </a:r>
            <a:r>
              <a:rPr dirty="0" spc="-25"/>
              <a:t>L</a:t>
            </a:r>
            <a:r>
              <a:rPr dirty="0" spc="114">
                <a:solidFill>
                  <a:srgbClr val="0E1523"/>
                </a:solidFill>
              </a:rPr>
              <a:t>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31000" y="3327400"/>
            <a:ext cx="6197600" cy="3937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252200" y="2743200"/>
            <a:ext cx="787400" cy="584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562600" y="5486400"/>
            <a:ext cx="1295400" cy="0"/>
          </a:xfrm>
          <a:custGeom>
            <a:avLst/>
            <a:gdLst/>
            <a:ahLst/>
            <a:cxnLst/>
            <a:rect l="l" t="t" r="r" b="b"/>
            <a:pathLst>
              <a:path w="1295400" h="0">
                <a:moveTo>
                  <a:pt x="0" y="0"/>
                </a:moveTo>
                <a:lnTo>
                  <a:pt x="1295400" y="0"/>
                </a:lnTo>
              </a:path>
            </a:pathLst>
          </a:custGeom>
          <a:ln w="25400">
            <a:solidFill>
              <a:srgbClr val="A0B3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33900" y="6496050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 h="0">
                <a:moveTo>
                  <a:pt x="0" y="0"/>
                </a:moveTo>
                <a:lnTo>
                  <a:pt x="533400" y="0"/>
                </a:lnTo>
              </a:path>
            </a:pathLst>
          </a:custGeom>
          <a:ln w="25400">
            <a:solidFill>
              <a:srgbClr val="3434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163316" y="2709465"/>
            <a:ext cx="516890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-2780">
                <a:solidFill>
                  <a:srgbClr val="A8A190"/>
                </a:solidFill>
                <a:latin typeface="Courier New"/>
                <a:cs typeface="Courier New"/>
              </a:rPr>
              <a:t>.</a:t>
            </a:r>
            <a:r>
              <a:rPr dirty="0" sz="1450" spc="-105">
                <a:solidFill>
                  <a:srgbClr val="A8A190"/>
                </a:solidFill>
                <a:latin typeface="Courier New"/>
                <a:cs typeface="Courier New"/>
              </a:rPr>
              <a:t>o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140">
                <a:solidFill>
                  <a:srgbClr val="0E1523"/>
                </a:solidFill>
              </a:rPr>
              <a:t>N</a:t>
            </a:r>
            <a:r>
              <a:rPr dirty="0" spc="70"/>
              <a:t>o</a:t>
            </a:r>
            <a:r>
              <a:rPr dirty="0" spc="55"/>
              <a:t>t</a:t>
            </a:r>
            <a:r>
              <a:rPr dirty="0" spc="45"/>
              <a:t>e</a:t>
            </a:r>
            <a:r>
              <a:rPr dirty="0" spc="114"/>
              <a:t>bo</a:t>
            </a:r>
            <a:r>
              <a:rPr dirty="0" spc="-5"/>
              <a:t>o</a:t>
            </a:r>
            <a:r>
              <a:rPr dirty="0" spc="45"/>
              <a:t>k</a:t>
            </a:r>
            <a:r>
              <a:rPr dirty="0" spc="-25"/>
              <a:t>L</a:t>
            </a:r>
            <a:r>
              <a:rPr dirty="0" spc="114">
                <a:solidFill>
                  <a:srgbClr val="0E1523"/>
                </a:solidFill>
              </a:rPr>
              <a:t>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255500" y="2711694"/>
            <a:ext cx="3674745" cy="1814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850" spc="-195" b="1">
                <a:solidFill>
                  <a:srgbClr val="111A2A"/>
                </a:solidFill>
                <a:latin typeface="Arial"/>
                <a:cs typeface="Arial"/>
              </a:rPr>
              <a:t>S</a:t>
            </a:r>
            <a:r>
              <a:rPr dirty="0" sz="3850" spc="250" b="1">
                <a:solidFill>
                  <a:srgbClr val="111A2A"/>
                </a:solidFill>
                <a:latin typeface="Arial"/>
                <a:cs typeface="Arial"/>
              </a:rPr>
              <a:t>c</a:t>
            </a:r>
            <a:r>
              <a:rPr dirty="0" sz="3850" spc="-80" b="1">
                <a:solidFill>
                  <a:srgbClr val="111A2A"/>
                </a:solidFill>
                <a:latin typeface="Arial"/>
                <a:cs typeface="Arial"/>
              </a:rPr>
              <a:t>i</a:t>
            </a:r>
            <a:r>
              <a:rPr dirty="0" sz="3850" spc="250" b="1">
                <a:solidFill>
                  <a:srgbClr val="111A2A"/>
                </a:solidFill>
                <a:latin typeface="Arial"/>
                <a:cs typeface="Arial"/>
              </a:rPr>
              <a:t>e</a:t>
            </a:r>
            <a:r>
              <a:rPr dirty="0" sz="3850" spc="-180" b="1">
                <a:solidFill>
                  <a:srgbClr val="111A2A"/>
                </a:solidFill>
                <a:latin typeface="Arial"/>
                <a:cs typeface="Arial"/>
              </a:rPr>
              <a:t>n</a:t>
            </a:r>
            <a:r>
              <a:rPr dirty="0" sz="3850" spc="315" b="1">
                <a:solidFill>
                  <a:srgbClr val="111A2A"/>
                </a:solidFill>
                <a:latin typeface="Arial"/>
                <a:cs typeface="Arial"/>
              </a:rPr>
              <a:t>t</a:t>
            </a:r>
            <a:r>
              <a:rPr dirty="0" sz="3850" spc="-180" b="1">
                <a:solidFill>
                  <a:srgbClr val="111A2A"/>
                </a:solidFill>
                <a:latin typeface="Arial"/>
                <a:cs typeface="Arial"/>
              </a:rPr>
              <a:t>i</a:t>
            </a:r>
            <a:r>
              <a:rPr dirty="0" sz="3850" spc="190" b="1">
                <a:solidFill>
                  <a:srgbClr val="111A2A"/>
                </a:solidFill>
                <a:latin typeface="Arial"/>
                <a:cs typeface="Arial"/>
              </a:rPr>
              <a:t>f</a:t>
            </a:r>
            <a:r>
              <a:rPr dirty="0" sz="3850" spc="135" b="1">
                <a:solidFill>
                  <a:srgbClr val="111A2A"/>
                </a:solidFill>
                <a:latin typeface="Arial"/>
                <a:cs typeface="Arial"/>
              </a:rPr>
              <a:t>i</a:t>
            </a:r>
            <a:r>
              <a:rPr dirty="0" sz="3850" spc="125" b="1">
                <a:solidFill>
                  <a:srgbClr val="111A2A"/>
                </a:solidFill>
                <a:latin typeface="Arial"/>
                <a:cs typeface="Arial"/>
              </a:rPr>
              <a:t>q</a:t>
            </a:r>
            <a:r>
              <a:rPr dirty="0" sz="3850" spc="-80" b="1">
                <a:solidFill>
                  <a:srgbClr val="111A2A"/>
                </a:solidFill>
                <a:latin typeface="Arial"/>
                <a:cs typeface="Arial"/>
              </a:rPr>
              <a:t>u</a:t>
            </a:r>
            <a:r>
              <a:rPr dirty="0" sz="3850" spc="210" b="1">
                <a:solidFill>
                  <a:srgbClr val="111A2A"/>
                </a:solidFill>
                <a:latin typeface="Arial"/>
                <a:cs typeface="Arial"/>
              </a:rPr>
              <a:t>e</a:t>
            </a:r>
            <a:r>
              <a:rPr dirty="0" sz="3850" spc="-325" b="1">
                <a:solidFill>
                  <a:srgbClr val="111A2A"/>
                </a:solidFill>
                <a:latin typeface="Arial"/>
                <a:cs typeface="Arial"/>
              </a:rPr>
              <a:t> </a:t>
            </a:r>
            <a:r>
              <a:rPr dirty="0" sz="6600" spc="65">
                <a:solidFill>
                  <a:srgbClr val="38424D"/>
                </a:solidFill>
                <a:latin typeface="Arial"/>
                <a:cs typeface="Arial"/>
              </a:rPr>
              <a:t>k</a:t>
            </a:r>
            <a:r>
              <a:rPr dirty="0" sz="6600" spc="15">
                <a:solidFill>
                  <a:srgbClr val="38424D"/>
                </a:solidFill>
                <a:latin typeface="Arial"/>
                <a:cs typeface="Arial"/>
              </a:rPr>
              <a:t>\</a:t>
            </a:r>
            <a:endParaRPr sz="6600">
              <a:latin typeface="Arial"/>
              <a:cs typeface="Arial"/>
            </a:endParaRPr>
          </a:p>
          <a:p>
            <a:pPr marL="12700" marR="280035" indent="12700">
              <a:lnSpc>
                <a:spcPct val="105300"/>
              </a:lnSpc>
              <a:spcBef>
                <a:spcPts val="245"/>
              </a:spcBef>
            </a:pPr>
            <a:r>
              <a:rPr dirty="0" sz="2850" spc="-50">
                <a:solidFill>
                  <a:srgbClr val="111A2A"/>
                </a:solidFill>
                <a:latin typeface="Arial"/>
                <a:cs typeface="Arial"/>
              </a:rPr>
              <a:t>La</a:t>
            </a:r>
            <a:r>
              <a:rPr dirty="0" sz="2850" spc="130">
                <a:solidFill>
                  <a:srgbClr val="111A2A"/>
                </a:solidFill>
                <a:latin typeface="Arial"/>
                <a:cs typeface="Arial"/>
              </a:rPr>
              <a:t> </a:t>
            </a:r>
            <a:r>
              <a:rPr dirty="0" sz="2850" spc="130">
                <a:solidFill>
                  <a:srgbClr val="242D34"/>
                </a:solidFill>
                <a:latin typeface="Arial"/>
                <a:cs typeface="Arial"/>
              </a:rPr>
              <a:t>r</a:t>
            </a:r>
            <a:r>
              <a:rPr dirty="0" sz="2850" spc="-20">
                <a:solidFill>
                  <a:srgbClr val="242D34"/>
                </a:solidFill>
                <a:latin typeface="Arial"/>
                <a:cs typeface="Arial"/>
              </a:rPr>
              <a:t>i</a:t>
            </a:r>
            <a:r>
              <a:rPr dirty="0" sz="2850" spc="55">
                <a:solidFill>
                  <a:srgbClr val="242D34"/>
                </a:solidFill>
                <a:latin typeface="Arial"/>
                <a:cs typeface="Arial"/>
              </a:rPr>
              <a:t>gueur</a:t>
            </a:r>
            <a:r>
              <a:rPr dirty="0" sz="2850" spc="325">
                <a:solidFill>
                  <a:srgbClr val="242D34"/>
                </a:solidFill>
                <a:latin typeface="Arial"/>
                <a:cs typeface="Arial"/>
              </a:rPr>
              <a:t> </a:t>
            </a:r>
            <a:r>
              <a:rPr dirty="0" sz="2850" spc="75">
                <a:solidFill>
                  <a:srgbClr val="242D34"/>
                </a:solidFill>
                <a:latin typeface="Arial"/>
                <a:cs typeface="Arial"/>
              </a:rPr>
              <a:t>des</a:t>
            </a:r>
            <a:r>
              <a:rPr dirty="0" sz="2850" spc="35">
                <a:solidFill>
                  <a:srgbClr val="242D34"/>
                </a:solidFill>
                <a:latin typeface="Arial"/>
                <a:cs typeface="Arial"/>
              </a:rPr>
              <a:t> </a:t>
            </a:r>
            <a:r>
              <a:rPr dirty="0" sz="2850" spc="95">
                <a:solidFill>
                  <a:srgbClr val="242D34"/>
                </a:solidFill>
                <a:latin typeface="Arial"/>
                <a:cs typeface="Arial"/>
              </a:rPr>
              <a:t>sc</a:t>
            </a:r>
            <a:r>
              <a:rPr dirty="0" sz="2850" spc="10">
                <a:solidFill>
                  <a:srgbClr val="242D34"/>
                </a:solidFill>
                <a:latin typeface="Arial"/>
                <a:cs typeface="Arial"/>
              </a:rPr>
              <a:t>i</a:t>
            </a:r>
            <a:r>
              <a:rPr dirty="0" sz="2850" spc="90">
                <a:solidFill>
                  <a:srgbClr val="242D34"/>
                </a:solidFill>
                <a:latin typeface="Arial"/>
                <a:cs typeface="Arial"/>
              </a:rPr>
              <a:t>ences</a:t>
            </a:r>
            <a:r>
              <a:rPr dirty="0" sz="2850" spc="45">
                <a:solidFill>
                  <a:srgbClr val="242D34"/>
                </a:solidFill>
                <a:latin typeface="Arial"/>
                <a:cs typeface="Arial"/>
              </a:rPr>
              <a:t> </a:t>
            </a:r>
            <a:r>
              <a:rPr dirty="0" sz="2850" spc="300">
                <a:solidFill>
                  <a:srgbClr val="242D34"/>
                </a:solidFill>
                <a:latin typeface="Arial"/>
                <a:cs typeface="Arial"/>
              </a:rPr>
              <a:t>f</a:t>
            </a:r>
            <a:r>
              <a:rPr dirty="0" sz="2850" spc="50">
                <a:solidFill>
                  <a:srgbClr val="242D34"/>
                </a:solidFill>
                <a:latin typeface="Arial"/>
                <a:cs typeface="Arial"/>
              </a:rPr>
              <a:t>ormelle</a:t>
            </a:r>
            <a:r>
              <a:rPr dirty="0" sz="2850" spc="355">
                <a:solidFill>
                  <a:srgbClr val="242D34"/>
                </a:solidFill>
                <a:latin typeface="Arial"/>
                <a:cs typeface="Arial"/>
              </a:rPr>
              <a:t>s</a:t>
            </a:r>
            <a:r>
              <a:rPr dirty="0" sz="2850" spc="570">
                <a:solidFill>
                  <a:srgbClr val="38424D"/>
                </a:solidFill>
                <a:latin typeface="Arial"/>
                <a:cs typeface="Arial"/>
              </a:rPr>
              <a:t>.</a:t>
            </a:r>
            <a:endParaRPr sz="28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45"/>
              <a:t>P</a:t>
            </a:r>
            <a:r>
              <a:rPr dirty="0" spc="200"/>
              <a:t>o</a:t>
            </a:r>
            <a:r>
              <a:rPr dirty="0" spc="204"/>
              <a:t>u</a:t>
            </a:r>
            <a:r>
              <a:rPr dirty="0" spc="114"/>
              <a:t>r</a:t>
            </a:r>
            <a:r>
              <a:rPr dirty="0" spc="170"/>
              <a:t>q</a:t>
            </a:r>
            <a:r>
              <a:rPr dirty="0" spc="-95"/>
              <a:t>u</a:t>
            </a:r>
            <a:r>
              <a:rPr dirty="0" spc="310"/>
              <a:t>o</a:t>
            </a:r>
            <a:r>
              <a:rPr dirty="0" spc="475"/>
              <a:t>i</a:t>
            </a:r>
            <a:r>
              <a:rPr dirty="0" spc="-810"/>
              <a:t> </a:t>
            </a:r>
            <a:r>
              <a:rPr dirty="0" spc="475"/>
              <a:t>c</a:t>
            </a:r>
            <a:r>
              <a:rPr dirty="0" spc="10"/>
              <a:t>h</a:t>
            </a:r>
            <a:r>
              <a:rPr dirty="0" spc="200"/>
              <a:t>o</a:t>
            </a:r>
            <a:r>
              <a:rPr dirty="0" spc="-125"/>
              <a:t>i</a:t>
            </a:r>
            <a:r>
              <a:rPr dirty="0" spc="275"/>
              <a:t>s</a:t>
            </a:r>
            <a:r>
              <a:rPr dirty="0" spc="-25"/>
              <a:t>i</a:t>
            </a:r>
            <a:r>
              <a:rPr dirty="0" spc="95"/>
              <a:t>r</a:t>
            </a:r>
            <a:r>
              <a:rPr dirty="0" spc="-100"/>
              <a:t> </a:t>
            </a:r>
            <a:r>
              <a:rPr dirty="0" spc="155"/>
              <a:t>N</a:t>
            </a:r>
            <a:r>
              <a:rPr dirty="0" spc="60"/>
              <a:t>S</a:t>
            </a:r>
            <a:r>
              <a:rPr dirty="0" spc="340"/>
              <a:t>I</a:t>
            </a:r>
            <a:r>
              <a:rPr dirty="0" spc="-675"/>
              <a:t> </a:t>
            </a:r>
            <a:r>
              <a:rPr dirty="0" sz="6400" spc="210" b="0">
                <a:latin typeface="Arial"/>
                <a:cs typeface="Arial"/>
              </a:rPr>
              <a:t>?</a:t>
            </a:r>
            <a:endParaRPr sz="6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1800" y="2567598"/>
            <a:ext cx="564515" cy="304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35">
                <a:solidFill>
                  <a:srgbClr val="7295AF"/>
                </a:solidFill>
                <a:latin typeface="Times New Roman"/>
                <a:cs typeface="Times New Roman"/>
              </a:rPr>
              <a:t>,,-_</a:t>
            </a:r>
            <a:r>
              <a:rPr dirty="0" sz="1700" spc="140">
                <a:solidFill>
                  <a:srgbClr val="7295AF"/>
                </a:solidFill>
                <a:latin typeface="Times New Roman"/>
                <a:cs typeface="Times New Roman"/>
              </a:rPr>
              <a:t> </a:t>
            </a:r>
            <a:r>
              <a:rPr dirty="0" sz="1900" spc="-254">
                <a:solidFill>
                  <a:srgbClr val="93A5AA"/>
                </a:solidFill>
                <a:latin typeface="Times New Roman"/>
                <a:cs typeface="Times New Roman"/>
              </a:rPr>
              <a:t>-</a:t>
            </a:r>
            <a:r>
              <a:rPr dirty="0" sz="1900" spc="-155">
                <a:solidFill>
                  <a:srgbClr val="93A5AA"/>
                </a:solidFill>
                <a:latin typeface="Times New Roman"/>
                <a:cs typeface="Times New Roman"/>
              </a:rPr>
              <a:t> </a:t>
            </a:r>
            <a:r>
              <a:rPr dirty="0" sz="2200" spc="-320">
                <a:solidFill>
                  <a:srgbClr val="B1BCC1"/>
                </a:solidFill>
                <a:latin typeface="Arial"/>
                <a:cs typeface="Arial"/>
              </a:rPr>
              <a:t>.</a:t>
            </a:r>
            <a:r>
              <a:rPr dirty="0" sz="2200" spc="-75">
                <a:solidFill>
                  <a:srgbClr val="B1BCC1"/>
                </a:solidFill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4000" y="2994696"/>
            <a:ext cx="174625" cy="514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850" spc="95">
                <a:solidFill>
                  <a:srgbClr val="547997"/>
                </a:solidFill>
                <a:latin typeface="Arial"/>
                <a:cs typeface="Arial"/>
              </a:rPr>
              <a:t>\</a:t>
            </a:r>
            <a:endParaRPr sz="38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90800" y="2994696"/>
            <a:ext cx="3440429" cy="15322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850" spc="100" b="1">
                <a:solidFill>
                  <a:srgbClr val="111A2A"/>
                </a:solidFill>
                <a:latin typeface="Arial"/>
                <a:cs typeface="Arial"/>
              </a:rPr>
              <a:t>S</a:t>
            </a:r>
            <a:r>
              <a:rPr dirty="0" sz="3850" spc="110" b="1">
                <a:solidFill>
                  <a:srgbClr val="111A2A"/>
                </a:solidFill>
                <a:latin typeface="Arial"/>
                <a:cs typeface="Arial"/>
              </a:rPr>
              <a:t>t</a:t>
            </a:r>
            <a:r>
              <a:rPr dirty="0" sz="3850" spc="130" b="1">
                <a:solidFill>
                  <a:srgbClr val="111A2A"/>
                </a:solidFill>
                <a:latin typeface="Arial"/>
                <a:cs typeface="Arial"/>
              </a:rPr>
              <a:t>rat</a:t>
            </a:r>
            <a:r>
              <a:rPr dirty="0" sz="3850" spc="40" b="1">
                <a:solidFill>
                  <a:srgbClr val="111A2A"/>
                </a:solidFill>
                <a:latin typeface="Arial"/>
                <a:cs typeface="Arial"/>
              </a:rPr>
              <a:t>é</a:t>
            </a:r>
            <a:r>
              <a:rPr dirty="0" sz="3850" spc="125" b="1">
                <a:solidFill>
                  <a:srgbClr val="111A2A"/>
                </a:solidFill>
                <a:latin typeface="Arial"/>
                <a:cs typeface="Arial"/>
              </a:rPr>
              <a:t>g</a:t>
            </a:r>
            <a:r>
              <a:rPr dirty="0" sz="3850" spc="-80" b="1">
                <a:solidFill>
                  <a:srgbClr val="111A2A"/>
                </a:solidFill>
                <a:latin typeface="Arial"/>
                <a:cs typeface="Arial"/>
              </a:rPr>
              <a:t>i</a:t>
            </a:r>
            <a:r>
              <a:rPr dirty="0" sz="3850" spc="125" b="1">
                <a:solidFill>
                  <a:srgbClr val="111A2A"/>
                </a:solidFill>
                <a:latin typeface="Arial"/>
                <a:cs typeface="Arial"/>
              </a:rPr>
              <a:t>q</a:t>
            </a:r>
            <a:r>
              <a:rPr dirty="0" sz="3850" spc="-80" b="1">
                <a:solidFill>
                  <a:srgbClr val="111A2A"/>
                </a:solidFill>
                <a:latin typeface="Arial"/>
                <a:cs typeface="Arial"/>
              </a:rPr>
              <a:t>u</a:t>
            </a:r>
            <a:r>
              <a:rPr dirty="0" sz="3850" spc="210" b="1">
                <a:solidFill>
                  <a:srgbClr val="111A2A"/>
                </a:solidFill>
                <a:latin typeface="Arial"/>
                <a:cs typeface="Arial"/>
              </a:rPr>
              <a:t>e</a:t>
            </a:r>
            <a:endParaRPr sz="3850">
              <a:latin typeface="Arial"/>
              <a:cs typeface="Arial"/>
            </a:endParaRPr>
          </a:p>
          <a:p>
            <a:pPr marL="12700" marR="5080">
              <a:lnSpc>
                <a:spcPct val="105300"/>
              </a:lnSpc>
              <a:spcBef>
                <a:spcPts val="795"/>
              </a:spcBef>
            </a:pPr>
            <a:r>
              <a:rPr dirty="0" sz="2850" spc="15">
                <a:solidFill>
                  <a:srgbClr val="242D34"/>
                </a:solidFill>
                <a:latin typeface="Arial"/>
                <a:cs typeface="Arial"/>
              </a:rPr>
              <a:t>Compé</a:t>
            </a:r>
            <a:r>
              <a:rPr dirty="0" sz="2850" spc="130">
                <a:solidFill>
                  <a:srgbClr val="242D34"/>
                </a:solidFill>
                <a:latin typeface="Arial"/>
                <a:cs typeface="Arial"/>
              </a:rPr>
              <a:t>t</a:t>
            </a:r>
            <a:r>
              <a:rPr dirty="0" sz="2850" spc="105">
                <a:solidFill>
                  <a:srgbClr val="38424D"/>
                </a:solidFill>
                <a:latin typeface="Arial"/>
                <a:cs typeface="Arial"/>
              </a:rPr>
              <a:t>e</a:t>
            </a:r>
            <a:r>
              <a:rPr dirty="0" sz="2850" spc="15">
                <a:solidFill>
                  <a:srgbClr val="242D34"/>
                </a:solidFill>
                <a:latin typeface="Arial"/>
                <a:cs typeface="Arial"/>
              </a:rPr>
              <a:t>nces</a:t>
            </a:r>
            <a:r>
              <a:rPr dirty="0" sz="2850" spc="5">
                <a:solidFill>
                  <a:srgbClr val="242D34"/>
                </a:solidFill>
                <a:latin typeface="Arial"/>
                <a:cs typeface="Arial"/>
              </a:rPr>
              <a:t> </a:t>
            </a:r>
            <a:r>
              <a:rPr dirty="0" sz="2850" spc="110">
                <a:solidFill>
                  <a:srgbClr val="242D34"/>
                </a:solidFill>
                <a:latin typeface="Arial"/>
                <a:cs typeface="Arial"/>
              </a:rPr>
              <a:t>d</a:t>
            </a:r>
            <a:r>
              <a:rPr dirty="0" sz="2850" spc="105">
                <a:solidFill>
                  <a:srgbClr val="38424D"/>
                </a:solidFill>
                <a:latin typeface="Arial"/>
                <a:cs typeface="Arial"/>
              </a:rPr>
              <a:t>e</a:t>
            </a:r>
            <a:r>
              <a:rPr dirty="0" sz="2850" spc="-75">
                <a:solidFill>
                  <a:srgbClr val="242D34"/>
                </a:solidFill>
                <a:latin typeface="Arial"/>
                <a:cs typeface="Arial"/>
              </a:rPr>
              <a:t>m</a:t>
            </a:r>
            <a:r>
              <a:rPr dirty="0" sz="2850" spc="110">
                <a:solidFill>
                  <a:srgbClr val="242D34"/>
                </a:solidFill>
                <a:latin typeface="Arial"/>
                <a:cs typeface="Arial"/>
              </a:rPr>
              <a:t>a</a:t>
            </a:r>
            <a:r>
              <a:rPr dirty="0" sz="2850" spc="-85">
                <a:solidFill>
                  <a:srgbClr val="242D34"/>
                </a:solidFill>
                <a:latin typeface="Arial"/>
                <a:cs typeface="Arial"/>
              </a:rPr>
              <a:t>n</a:t>
            </a:r>
            <a:r>
              <a:rPr dirty="0" sz="2850" spc="30">
                <a:solidFill>
                  <a:srgbClr val="242D34"/>
                </a:solidFill>
                <a:latin typeface="Arial"/>
                <a:cs typeface="Arial"/>
              </a:rPr>
              <a:t>dées</a:t>
            </a:r>
            <a:r>
              <a:rPr dirty="0" sz="2850" spc="105">
                <a:solidFill>
                  <a:srgbClr val="242D34"/>
                </a:solidFill>
                <a:latin typeface="Arial"/>
                <a:cs typeface="Arial"/>
              </a:rPr>
              <a:t> </a:t>
            </a:r>
            <a:r>
              <a:rPr dirty="0" sz="2850" spc="-20">
                <a:solidFill>
                  <a:srgbClr val="242D34"/>
                </a:solidFill>
                <a:latin typeface="Arial"/>
                <a:cs typeface="Arial"/>
              </a:rPr>
              <a:t>p</a:t>
            </a:r>
            <a:r>
              <a:rPr dirty="0" sz="2850" spc="140">
                <a:solidFill>
                  <a:srgbClr val="242D34"/>
                </a:solidFill>
                <a:latin typeface="Arial"/>
                <a:cs typeface="Arial"/>
              </a:rPr>
              <a:t>a</a:t>
            </a:r>
            <a:r>
              <a:rPr dirty="0" sz="2850" spc="95">
                <a:solidFill>
                  <a:srgbClr val="242D34"/>
                </a:solidFill>
                <a:latin typeface="Arial"/>
                <a:cs typeface="Arial"/>
              </a:rPr>
              <a:t>rtou</a:t>
            </a:r>
            <a:r>
              <a:rPr dirty="0" sz="2850" spc="250">
                <a:solidFill>
                  <a:srgbClr val="242D34"/>
                </a:solidFill>
                <a:latin typeface="Arial"/>
                <a:cs typeface="Arial"/>
              </a:rPr>
              <a:t>t</a:t>
            </a:r>
            <a:r>
              <a:rPr dirty="0" sz="2850" spc="290">
                <a:solidFill>
                  <a:srgbClr val="38424D"/>
                </a:solidFill>
                <a:latin typeface="Arial"/>
                <a:cs typeface="Arial"/>
              </a:rPr>
              <a:t>.</a:t>
            </a:r>
            <a:endParaRPr sz="28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21100" y="4565958"/>
            <a:ext cx="3150870" cy="1571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6200">
              <a:lnSpc>
                <a:spcPct val="100000"/>
              </a:lnSpc>
              <a:tabLst>
                <a:tab pos="1078865" algn="l"/>
                <a:tab pos="2940685" algn="l"/>
              </a:tabLst>
            </a:pPr>
            <a:r>
              <a:rPr dirty="0" sz="5900" spc="-610">
                <a:solidFill>
                  <a:srgbClr val="B1BCC1"/>
                </a:solidFill>
                <a:latin typeface="Times New Roman"/>
                <a:cs typeface="Times New Roman"/>
              </a:rPr>
              <a:t>"'</a:t>
            </a:r>
            <a:r>
              <a:rPr dirty="0" sz="5900" spc="-610">
                <a:solidFill>
                  <a:srgbClr val="B1BCC1"/>
                </a:solidFill>
                <a:latin typeface="Times New Roman"/>
                <a:cs typeface="Times New Roman"/>
              </a:rPr>
              <a:t>	</a:t>
            </a:r>
            <a:r>
              <a:rPr dirty="0" sz="5600" spc="60">
                <a:solidFill>
                  <a:srgbClr val="B1BCC1"/>
                </a:solidFill>
                <a:latin typeface="Arial"/>
                <a:cs typeface="Arial"/>
              </a:rPr>
              <a:t>.</a:t>
            </a:r>
            <a:r>
              <a:rPr dirty="0" sz="5600" spc="-990">
                <a:solidFill>
                  <a:srgbClr val="B1BCC1"/>
                </a:solidFill>
                <a:latin typeface="Arial"/>
                <a:cs typeface="Arial"/>
              </a:rPr>
              <a:t> </a:t>
            </a:r>
            <a:r>
              <a:rPr dirty="0" sz="4550" spc="-535">
                <a:solidFill>
                  <a:srgbClr val="B1BCC1"/>
                </a:solidFill>
                <a:latin typeface="Times New Roman"/>
                <a:cs typeface="Times New Roman"/>
              </a:rPr>
              <a:t>"'</a:t>
            </a:r>
            <a:r>
              <a:rPr dirty="0" sz="4550" spc="-610" u="heavy">
                <a:solidFill>
                  <a:srgbClr val="B1BCC1"/>
                </a:solidFill>
                <a:latin typeface="Times New Roman"/>
                <a:cs typeface="Times New Roman"/>
              </a:rPr>
              <a:t>-</a:t>
            </a:r>
            <a:r>
              <a:rPr dirty="0" sz="4550" spc="-254" u="heavy">
                <a:solidFill>
                  <a:srgbClr val="B1BCC1"/>
                </a:solidFill>
                <a:latin typeface="Times New Roman"/>
                <a:cs typeface="Times New Roman"/>
              </a:rPr>
              <a:t> </a:t>
            </a:r>
            <a:r>
              <a:rPr dirty="0" sz="4550" spc="-530" u="heavy">
                <a:solidFill>
                  <a:srgbClr val="B1BCC1"/>
                </a:solidFill>
                <a:latin typeface="Times New Roman"/>
                <a:cs typeface="Times New Roman"/>
              </a:rPr>
              <a:t>'-</a:t>
            </a:r>
            <a:r>
              <a:rPr dirty="0" sz="4550" spc="-805" u="heavy">
                <a:solidFill>
                  <a:srgbClr val="B1BCC1"/>
                </a:solidFill>
                <a:latin typeface="Times New Roman"/>
                <a:cs typeface="Times New Roman"/>
              </a:rPr>
              <a:t>-</a:t>
            </a:r>
            <a:r>
              <a:rPr dirty="0" sz="4550" spc="-1330" u="heavy">
                <a:solidFill>
                  <a:srgbClr val="B1BCC1"/>
                </a:solidFill>
                <a:latin typeface="Times New Roman"/>
                <a:cs typeface="Times New Roman"/>
              </a:rPr>
              <a:t>-</a:t>
            </a:r>
            <a:r>
              <a:rPr dirty="0" sz="4550" u="heavy">
                <a:solidFill>
                  <a:srgbClr val="B1BCC1"/>
                </a:solidFill>
                <a:latin typeface="Times New Roman"/>
                <a:cs typeface="Times New Roman"/>
              </a:rPr>
              <a:t> </a:t>
            </a:r>
            <a:r>
              <a:rPr dirty="0" sz="4550" spc="-204" u="heavy">
                <a:solidFill>
                  <a:srgbClr val="B1BCC1"/>
                </a:solidFill>
                <a:latin typeface="Times New Roman"/>
                <a:cs typeface="Times New Roman"/>
              </a:rPr>
              <a:t> </a:t>
            </a:r>
            <a:r>
              <a:rPr dirty="0" sz="4550" spc="-2020" u="heavy">
                <a:solidFill>
                  <a:srgbClr val="B1BCC1"/>
                </a:solidFill>
                <a:latin typeface="Times New Roman"/>
                <a:cs typeface="Times New Roman"/>
              </a:rPr>
              <a:t>-</a:t>
            </a:r>
            <a:r>
              <a:rPr dirty="0" sz="4550" spc="-1820" u="heavy">
                <a:solidFill>
                  <a:srgbClr val="B1BCC1"/>
                </a:solidFill>
                <a:latin typeface="Times New Roman"/>
                <a:cs typeface="Times New Roman"/>
              </a:rPr>
              <a:t>·</a:t>
            </a:r>
            <a:r>
              <a:rPr dirty="0" sz="4550" spc="-894" u="heavy">
                <a:solidFill>
                  <a:srgbClr val="B1BCC1"/>
                </a:solidFill>
                <a:latin typeface="Times New Roman"/>
                <a:cs typeface="Times New Roman"/>
              </a:rPr>
              <a:t>·</a:t>
            </a:r>
            <a:r>
              <a:rPr dirty="0" sz="4550" spc="285">
                <a:solidFill>
                  <a:srgbClr val="B1BCC1"/>
                </a:solidFill>
                <a:latin typeface="Times New Roman"/>
                <a:cs typeface="Times New Roman"/>
              </a:rPr>
              <a:t> </a:t>
            </a:r>
            <a:r>
              <a:rPr dirty="0" sz="4550" u="heavy">
                <a:solidFill>
                  <a:srgbClr val="B1BCC1"/>
                </a:solidFill>
                <a:latin typeface="Times New Roman"/>
                <a:cs typeface="Times New Roman"/>
              </a:rPr>
              <a:t> 	</a:t>
            </a:r>
            <a:r>
              <a:rPr dirty="0" sz="4550" spc="1090" u="heavy">
                <a:solidFill>
                  <a:srgbClr val="B1BCC1"/>
                </a:solidFill>
                <a:latin typeface="Times New Roman"/>
                <a:cs typeface="Times New Roman"/>
              </a:rPr>
              <a:t>-</a:t>
            </a:r>
            <a:endParaRPr sz="4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69"/>
              </a:spcBef>
            </a:pPr>
            <a:r>
              <a:rPr dirty="0" sz="2250" spc="-95" i="1">
                <a:solidFill>
                  <a:srgbClr val="B1BCC1"/>
                </a:solidFill>
                <a:latin typeface="Arial"/>
                <a:cs typeface="Arial"/>
              </a:rPr>
              <a:t>&lt;i</a:t>
            </a:r>
            <a:endParaRPr sz="22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46600" y="5615435"/>
            <a:ext cx="127000" cy="133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850" spc="370" i="1">
                <a:solidFill>
                  <a:srgbClr val="B1BCC1"/>
                </a:solidFill>
                <a:latin typeface="Times New Roman"/>
                <a:cs typeface="Times New Roman"/>
              </a:rPr>
              <a:t>0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19709" y="5615435"/>
            <a:ext cx="321310" cy="133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850" spc="-850">
                <a:solidFill>
                  <a:srgbClr val="B1BCC1"/>
                </a:solidFill>
                <a:latin typeface="Times New Roman"/>
                <a:cs typeface="Times New Roman"/>
              </a:rPr>
              <a:t>·</a:t>
            </a:r>
            <a:r>
              <a:rPr dirty="0" sz="850" spc="680">
                <a:solidFill>
                  <a:srgbClr val="B1BCC1"/>
                </a:solidFill>
                <a:latin typeface="Times New Roman"/>
                <a:cs typeface="Times New Roman"/>
              </a:rPr>
              <a:t>·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56829" y="5615435"/>
            <a:ext cx="1510665" cy="133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850" spc="-1260">
                <a:solidFill>
                  <a:srgbClr val="93A5AA"/>
                </a:solidFill>
                <a:latin typeface="Times New Roman"/>
                <a:cs typeface="Times New Roman"/>
              </a:rPr>
              <a:t>,</a:t>
            </a:r>
            <a:r>
              <a:rPr dirty="0" sz="850" spc="980">
                <a:solidFill>
                  <a:srgbClr val="93A5AA"/>
                </a:solidFill>
                <a:latin typeface="Times New Roman"/>
                <a:cs typeface="Times New Roman"/>
              </a:rPr>
              <a:t>,</a:t>
            </a:r>
            <a:r>
              <a:rPr dirty="0" sz="850">
                <a:solidFill>
                  <a:srgbClr val="93A5AA"/>
                </a:solidFill>
                <a:latin typeface="Times New Roman"/>
                <a:cs typeface="Times New Roman"/>
              </a:rPr>
              <a:t>   </a:t>
            </a:r>
            <a:r>
              <a:rPr dirty="0" sz="850" spc="-45">
                <a:solidFill>
                  <a:srgbClr val="93A5AA"/>
                </a:solidFill>
                <a:latin typeface="Times New Roman"/>
                <a:cs typeface="Times New Roman"/>
              </a:rPr>
              <a:t> </a:t>
            </a:r>
            <a:r>
              <a:rPr dirty="0" sz="850" spc="1415">
                <a:solidFill>
                  <a:srgbClr val="B1BCC1"/>
                </a:solidFill>
                <a:latin typeface="Times New Roman"/>
                <a:cs typeface="Times New Roman"/>
              </a:rPr>
              <a:t>-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629900" y="4405262"/>
            <a:ext cx="100965" cy="1841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50" spc="240">
                <a:solidFill>
                  <a:srgbClr val="B1BCC1"/>
                </a:solidFill>
                <a:latin typeface="Arial"/>
                <a:cs typeface="Arial"/>
              </a:rPr>
              <a:t>\</a:t>
            </a:r>
            <a:endParaRPr sz="12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87500" y="6374319"/>
            <a:ext cx="266700" cy="800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6100" spc="-1635">
                <a:solidFill>
                  <a:srgbClr val="BCAF99"/>
                </a:solidFill>
                <a:latin typeface="Times New Roman"/>
                <a:cs typeface="Times New Roman"/>
              </a:rPr>
              <a:t>-</a:t>
            </a:r>
            <a:r>
              <a:rPr dirty="0" sz="6100" spc="-1115">
                <a:solidFill>
                  <a:srgbClr val="BCAF99"/>
                </a:solidFill>
                <a:latin typeface="Times New Roman"/>
                <a:cs typeface="Times New Roman"/>
              </a:rPr>
              <a:t>:</a:t>
            </a:r>
            <a:r>
              <a:rPr dirty="0" sz="6100" spc="-1535">
                <a:solidFill>
                  <a:srgbClr val="242D34"/>
                </a:solidFill>
                <a:latin typeface="Times New Roman"/>
                <a:cs typeface="Times New Roman"/>
              </a:rPr>
              <a:t>(</a:t>
            </a:r>
            <a:r>
              <a:rPr dirty="0" baseline="254901" sz="1275" spc="232">
                <a:solidFill>
                  <a:srgbClr val="BCAF99"/>
                </a:solidFill>
                <a:latin typeface="Arial"/>
                <a:cs typeface="Arial"/>
              </a:rPr>
              <a:t>\</a:t>
            </a:r>
            <a:endParaRPr baseline="254901" sz="1275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46677" y="6374319"/>
            <a:ext cx="187325" cy="800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aseline="-35519" sz="9150" spc="-2947">
                <a:solidFill>
                  <a:srgbClr val="242D34"/>
                </a:solidFill>
                <a:latin typeface="Times New Roman"/>
                <a:cs typeface="Times New Roman"/>
              </a:rPr>
              <a:t>f</a:t>
            </a:r>
            <a:r>
              <a:rPr dirty="0" sz="850" spc="150">
                <a:solidFill>
                  <a:srgbClr val="BCAF99"/>
                </a:solidFill>
                <a:latin typeface="Arial"/>
                <a:cs typeface="Arial"/>
              </a:rPr>
              <a:t>1</a:t>
            </a:r>
            <a:r>
              <a:rPr dirty="0" sz="850" spc="-30">
                <a:solidFill>
                  <a:srgbClr val="BCAF99"/>
                </a:solidFill>
                <a:latin typeface="Arial"/>
                <a:cs typeface="Arial"/>
              </a:rPr>
              <a:t> </a:t>
            </a:r>
            <a:r>
              <a:rPr dirty="0" sz="850" spc="-610">
                <a:solidFill>
                  <a:srgbClr val="BCAF99"/>
                </a:solidFill>
                <a:latin typeface="Arial"/>
                <a:cs typeface="Arial"/>
              </a:rPr>
              <a:t>,</a:t>
            </a:r>
            <a:endParaRPr sz="8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35200" y="6374319"/>
            <a:ext cx="2327275" cy="800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2209165" algn="l"/>
              </a:tabLst>
            </a:pPr>
            <a:r>
              <a:rPr dirty="0" sz="6100" spc="-1415">
                <a:solidFill>
                  <a:srgbClr val="BCAF99"/>
                </a:solidFill>
                <a:latin typeface="Times New Roman"/>
                <a:cs typeface="Times New Roman"/>
              </a:rPr>
              <a:t>:</a:t>
            </a:r>
            <a:r>
              <a:rPr dirty="0" sz="6100" spc="-1160">
                <a:solidFill>
                  <a:srgbClr val="BCAF99"/>
                </a:solidFill>
                <a:latin typeface="Times New Roman"/>
                <a:cs typeface="Times New Roman"/>
              </a:rPr>
              <a:t>-</a:t>
            </a:r>
            <a:r>
              <a:rPr dirty="0" sz="6100" spc="100">
                <a:solidFill>
                  <a:srgbClr val="BCAF99"/>
                </a:solidFill>
                <a:latin typeface="Times New Roman"/>
                <a:cs typeface="Times New Roman"/>
              </a:rPr>
              <a:t> </a:t>
            </a:r>
            <a:r>
              <a:rPr dirty="0" sz="3850" spc="215" b="1">
                <a:solidFill>
                  <a:srgbClr val="111A2A"/>
                </a:solidFill>
                <a:latin typeface="Arial"/>
                <a:cs typeface="Arial"/>
              </a:rPr>
              <a:t>C</a:t>
            </a:r>
            <a:r>
              <a:rPr dirty="0" sz="3850" spc="85" b="1">
                <a:solidFill>
                  <a:srgbClr val="111A2A"/>
                </a:solidFill>
                <a:latin typeface="Arial"/>
                <a:cs typeface="Arial"/>
              </a:rPr>
              <a:t>r</a:t>
            </a:r>
            <a:r>
              <a:rPr dirty="0" sz="3850" spc="-35" b="1">
                <a:solidFill>
                  <a:srgbClr val="111A2A"/>
                </a:solidFill>
                <a:latin typeface="Arial"/>
                <a:cs typeface="Arial"/>
              </a:rPr>
              <a:t>é</a:t>
            </a:r>
            <a:r>
              <a:rPr dirty="0" sz="3850" spc="190" b="1">
                <a:solidFill>
                  <a:srgbClr val="111A2A"/>
                </a:solidFill>
                <a:latin typeface="Arial"/>
                <a:cs typeface="Arial"/>
              </a:rPr>
              <a:t>a</a:t>
            </a:r>
            <a:r>
              <a:rPr dirty="0" sz="3850" spc="175" b="1">
                <a:solidFill>
                  <a:srgbClr val="111A2A"/>
                </a:solidFill>
                <a:latin typeface="Arial"/>
                <a:cs typeface="Arial"/>
              </a:rPr>
              <a:t>t</a:t>
            </a:r>
            <a:r>
              <a:rPr dirty="0" sz="3850" spc="-180" b="1">
                <a:solidFill>
                  <a:srgbClr val="111A2A"/>
                </a:solidFill>
                <a:latin typeface="Arial"/>
                <a:cs typeface="Arial"/>
              </a:rPr>
              <a:t>i</a:t>
            </a:r>
            <a:r>
              <a:rPr dirty="0" sz="3850" spc="114" b="1">
                <a:solidFill>
                  <a:srgbClr val="111A2A"/>
                </a:solidFill>
                <a:latin typeface="Arial"/>
                <a:cs typeface="Arial"/>
              </a:rPr>
              <a:t>f</a:t>
            </a:r>
            <a:r>
              <a:rPr dirty="0" sz="3850" b="1">
                <a:solidFill>
                  <a:srgbClr val="111A2A"/>
                </a:solidFill>
                <a:latin typeface="Arial"/>
                <a:cs typeface="Arial"/>
              </a:rPr>
              <a:t>	</a:t>
            </a:r>
            <a:r>
              <a:rPr dirty="0" sz="3850" spc="-465">
                <a:solidFill>
                  <a:srgbClr val="242D34"/>
                </a:solidFill>
                <a:latin typeface="Arial"/>
                <a:cs typeface="Arial"/>
              </a:rPr>
              <a:t>(</a:t>
            </a:r>
            <a:endParaRPr sz="38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02200" y="6615809"/>
            <a:ext cx="275590" cy="215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00" spc="-55">
                <a:solidFill>
                  <a:srgbClr val="242D34"/>
                </a:solidFill>
                <a:latin typeface="Times New Roman"/>
                <a:cs typeface="Times New Roman"/>
              </a:rPr>
              <a:t>0</a:t>
            </a:r>
            <a:r>
              <a:rPr dirty="0" sz="1500" spc="515">
                <a:solidFill>
                  <a:srgbClr val="242D34"/>
                </a:solidFill>
                <a:latin typeface="Times New Roman"/>
                <a:cs typeface="Times New Roman"/>
              </a:rPr>
              <a:t>0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90800" y="7308309"/>
            <a:ext cx="3708400" cy="862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 sz="2850">
                <a:solidFill>
                  <a:srgbClr val="111A2A"/>
                </a:solidFill>
                <a:latin typeface="Arial"/>
                <a:cs typeface="Arial"/>
              </a:rPr>
              <a:t>Passe</a:t>
            </a:r>
            <a:r>
              <a:rPr dirty="0" sz="2850" spc="95">
                <a:solidFill>
                  <a:srgbClr val="111A2A"/>
                </a:solidFill>
                <a:latin typeface="Arial"/>
                <a:cs typeface="Arial"/>
              </a:rPr>
              <a:t>r</a:t>
            </a:r>
            <a:r>
              <a:rPr dirty="0" sz="2850" spc="60">
                <a:solidFill>
                  <a:srgbClr val="111A2A"/>
                </a:solidFill>
                <a:latin typeface="Arial"/>
                <a:cs typeface="Arial"/>
              </a:rPr>
              <a:t> </a:t>
            </a:r>
            <a:r>
              <a:rPr dirty="0" sz="2850" spc="409">
                <a:solidFill>
                  <a:srgbClr val="111A2A"/>
                </a:solidFill>
                <a:latin typeface="Arial"/>
                <a:cs typeface="Arial"/>
              </a:rPr>
              <a:t>d</a:t>
            </a:r>
            <a:r>
              <a:rPr dirty="0" sz="2850" spc="280">
                <a:solidFill>
                  <a:srgbClr val="111A2A"/>
                </a:solidFill>
                <a:latin typeface="Arial"/>
                <a:cs typeface="Arial"/>
              </a:rPr>
              <a:t>'uti</a:t>
            </a:r>
            <a:r>
              <a:rPr dirty="0" sz="2850" spc="40">
                <a:solidFill>
                  <a:srgbClr val="111A2A"/>
                </a:solidFill>
                <a:latin typeface="Arial"/>
                <a:cs typeface="Arial"/>
              </a:rPr>
              <a:t>l</a:t>
            </a:r>
            <a:r>
              <a:rPr dirty="0" sz="2850" spc="160">
                <a:solidFill>
                  <a:srgbClr val="111A2A"/>
                </a:solidFill>
                <a:latin typeface="Arial"/>
                <a:cs typeface="Arial"/>
              </a:rPr>
              <a:t>i</a:t>
            </a:r>
            <a:r>
              <a:rPr dirty="0" sz="2850" spc="25">
                <a:solidFill>
                  <a:srgbClr val="111A2A"/>
                </a:solidFill>
                <a:latin typeface="Arial"/>
                <a:cs typeface="Arial"/>
              </a:rPr>
              <a:t>sateur</a:t>
            </a:r>
            <a:r>
              <a:rPr dirty="0" sz="2850" spc="350">
                <a:solidFill>
                  <a:srgbClr val="111A2A"/>
                </a:solidFill>
                <a:latin typeface="Arial"/>
                <a:cs typeface="Arial"/>
              </a:rPr>
              <a:t> </a:t>
            </a:r>
            <a:r>
              <a:rPr dirty="0" sz="3050" spc="135">
                <a:solidFill>
                  <a:srgbClr val="242D34"/>
                </a:solidFill>
                <a:latin typeface="Times New Roman"/>
                <a:cs typeface="Times New Roman"/>
              </a:rPr>
              <a:t>à</a:t>
            </a: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850" spc="95">
                <a:solidFill>
                  <a:srgbClr val="242D34"/>
                </a:solidFill>
                <a:latin typeface="Arial"/>
                <a:cs typeface="Arial"/>
              </a:rPr>
              <a:t>c</a:t>
            </a:r>
            <a:r>
              <a:rPr dirty="0" sz="2850" spc="220">
                <a:solidFill>
                  <a:srgbClr val="242D34"/>
                </a:solidFill>
                <a:latin typeface="Arial"/>
                <a:cs typeface="Arial"/>
              </a:rPr>
              <a:t>r</a:t>
            </a:r>
            <a:r>
              <a:rPr dirty="0" sz="2850" spc="40">
                <a:solidFill>
                  <a:srgbClr val="242D34"/>
                </a:solidFill>
                <a:latin typeface="Arial"/>
                <a:cs typeface="Arial"/>
              </a:rPr>
              <a:t>éateu</a:t>
            </a:r>
            <a:r>
              <a:rPr dirty="0" sz="2850" spc="225">
                <a:solidFill>
                  <a:srgbClr val="242D34"/>
                </a:solidFill>
                <a:latin typeface="Arial"/>
                <a:cs typeface="Arial"/>
              </a:rPr>
              <a:t>r</a:t>
            </a:r>
            <a:r>
              <a:rPr dirty="0" sz="2850" spc="290">
                <a:solidFill>
                  <a:srgbClr val="242D34"/>
                </a:solidFill>
                <a:latin typeface="Arial"/>
                <a:cs typeface="Arial"/>
              </a:rPr>
              <a:t>.</a:t>
            </a:r>
            <a:endParaRPr sz="28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573000" y="4619525"/>
            <a:ext cx="131445" cy="342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500" spc="-45">
                <a:solidFill>
                  <a:srgbClr val="B1BCC1"/>
                </a:solidFill>
                <a:latin typeface="Arial"/>
                <a:cs typeface="Arial"/>
              </a:rPr>
              <a:t>•</a:t>
            </a:r>
            <a:endParaRPr sz="25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411200" y="4644235"/>
            <a:ext cx="263525" cy="330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1200">
                <a:solidFill>
                  <a:srgbClr val="B1BCC1"/>
                </a:solidFill>
                <a:latin typeface="Times New Roman"/>
                <a:cs typeface="Times New Roman"/>
              </a:rPr>
              <a:t>/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255500" y="6639596"/>
            <a:ext cx="3824604" cy="15195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850" spc="-195" b="1">
                <a:solidFill>
                  <a:srgbClr val="111A2A"/>
                </a:solidFill>
                <a:latin typeface="Arial"/>
                <a:cs typeface="Arial"/>
              </a:rPr>
              <a:t>P</a:t>
            </a:r>
            <a:r>
              <a:rPr dirty="0" sz="3850" spc="120" b="1">
                <a:solidFill>
                  <a:srgbClr val="111A2A"/>
                </a:solidFill>
                <a:latin typeface="Arial"/>
                <a:cs typeface="Arial"/>
              </a:rPr>
              <a:t>o</a:t>
            </a:r>
            <a:r>
              <a:rPr dirty="0" sz="3850" spc="35" b="1">
                <a:solidFill>
                  <a:srgbClr val="111A2A"/>
                </a:solidFill>
                <a:latin typeface="Arial"/>
                <a:cs typeface="Arial"/>
              </a:rPr>
              <a:t>lyv</a:t>
            </a:r>
            <a:r>
              <a:rPr dirty="0" sz="3850" spc="25" b="1">
                <a:solidFill>
                  <a:srgbClr val="111A2A"/>
                </a:solidFill>
                <a:latin typeface="Arial"/>
                <a:cs typeface="Arial"/>
              </a:rPr>
              <a:t>a</a:t>
            </a:r>
            <a:r>
              <a:rPr dirty="0" sz="3850" spc="-80" b="1">
                <a:solidFill>
                  <a:srgbClr val="111A2A"/>
                </a:solidFill>
                <a:latin typeface="Arial"/>
                <a:cs typeface="Arial"/>
              </a:rPr>
              <a:t>l</a:t>
            </a:r>
            <a:r>
              <a:rPr dirty="0" sz="3850" spc="250" b="1">
                <a:solidFill>
                  <a:srgbClr val="111A2A"/>
                </a:solidFill>
                <a:latin typeface="Arial"/>
                <a:cs typeface="Arial"/>
              </a:rPr>
              <a:t>e</a:t>
            </a:r>
            <a:r>
              <a:rPr dirty="0" sz="3850" spc="-180" b="1">
                <a:solidFill>
                  <a:srgbClr val="111A2A"/>
                </a:solidFill>
                <a:latin typeface="Arial"/>
                <a:cs typeface="Arial"/>
              </a:rPr>
              <a:t>n</a:t>
            </a:r>
            <a:r>
              <a:rPr dirty="0" sz="3850" spc="215" b="1">
                <a:solidFill>
                  <a:srgbClr val="111A2A"/>
                </a:solidFill>
                <a:latin typeface="Arial"/>
                <a:cs typeface="Arial"/>
              </a:rPr>
              <a:t>t</a:t>
            </a:r>
            <a:endParaRPr sz="3850">
              <a:latin typeface="Arial"/>
              <a:cs typeface="Arial"/>
            </a:endParaRPr>
          </a:p>
          <a:p>
            <a:pPr marL="12700">
              <a:lnSpc>
                <a:spcPts val="3410"/>
              </a:lnSpc>
              <a:spcBef>
                <a:spcPts val="1080"/>
              </a:spcBef>
            </a:pPr>
            <a:r>
              <a:rPr dirty="0" sz="2850" spc="55">
                <a:solidFill>
                  <a:srgbClr val="242D34"/>
                </a:solidFill>
                <a:latin typeface="Arial"/>
                <a:cs typeface="Arial"/>
              </a:rPr>
              <a:t>Ouvert</a:t>
            </a:r>
            <a:r>
              <a:rPr dirty="0" sz="2850" spc="220">
                <a:solidFill>
                  <a:srgbClr val="242D34"/>
                </a:solidFill>
                <a:latin typeface="Arial"/>
                <a:cs typeface="Arial"/>
              </a:rPr>
              <a:t>u</a:t>
            </a:r>
            <a:r>
              <a:rPr dirty="0" sz="2850" spc="125">
                <a:solidFill>
                  <a:srgbClr val="242D34"/>
                </a:solidFill>
                <a:latin typeface="Arial"/>
                <a:cs typeface="Arial"/>
              </a:rPr>
              <a:t>re</a:t>
            </a:r>
            <a:r>
              <a:rPr dirty="0" sz="2850" spc="-80">
                <a:solidFill>
                  <a:srgbClr val="242D34"/>
                </a:solidFill>
                <a:latin typeface="Arial"/>
                <a:cs typeface="Arial"/>
              </a:rPr>
              <a:t> </a:t>
            </a:r>
            <a:r>
              <a:rPr dirty="0" sz="2850" spc="65">
                <a:solidFill>
                  <a:srgbClr val="242D34"/>
                </a:solidFill>
                <a:latin typeface="Arial"/>
                <a:cs typeface="Arial"/>
              </a:rPr>
              <a:t>vers</a:t>
            </a:r>
            <a:endParaRPr sz="2850">
              <a:latin typeface="Arial"/>
              <a:cs typeface="Arial"/>
            </a:endParaRPr>
          </a:p>
          <a:p>
            <a:pPr marL="12700">
              <a:lnSpc>
                <a:spcPts val="3410"/>
              </a:lnSpc>
            </a:pPr>
            <a:r>
              <a:rPr dirty="0" sz="2850" spc="365">
                <a:solidFill>
                  <a:srgbClr val="242D34"/>
                </a:solidFill>
                <a:latin typeface="Arial"/>
                <a:cs typeface="Arial"/>
              </a:rPr>
              <a:t>l</a:t>
            </a:r>
            <a:r>
              <a:rPr dirty="0" sz="2850" spc="270">
                <a:solidFill>
                  <a:srgbClr val="242D34"/>
                </a:solidFill>
                <a:latin typeface="Arial"/>
                <a:cs typeface="Arial"/>
              </a:rPr>
              <a:t>'</a:t>
            </a:r>
            <a:r>
              <a:rPr dirty="0" sz="2850" spc="145">
                <a:solidFill>
                  <a:srgbClr val="242D34"/>
                </a:solidFill>
                <a:latin typeface="Arial"/>
                <a:cs typeface="Arial"/>
              </a:rPr>
              <a:t>i</a:t>
            </a:r>
            <a:r>
              <a:rPr dirty="0" sz="2850" spc="75">
                <a:solidFill>
                  <a:srgbClr val="242D34"/>
                </a:solidFill>
                <a:latin typeface="Arial"/>
                <a:cs typeface="Arial"/>
              </a:rPr>
              <a:t>ngé</a:t>
            </a:r>
            <a:r>
              <a:rPr dirty="0" sz="2850" spc="114">
                <a:solidFill>
                  <a:srgbClr val="242D34"/>
                </a:solidFill>
                <a:latin typeface="Arial"/>
                <a:cs typeface="Arial"/>
              </a:rPr>
              <a:t>n</a:t>
            </a:r>
            <a:r>
              <a:rPr dirty="0" sz="2850" spc="60">
                <a:solidFill>
                  <a:srgbClr val="242D34"/>
                </a:solidFill>
                <a:latin typeface="Arial"/>
                <a:cs typeface="Arial"/>
              </a:rPr>
              <a:t>i</a:t>
            </a:r>
            <a:r>
              <a:rPr dirty="0" sz="2850" spc="110">
                <a:solidFill>
                  <a:srgbClr val="242D34"/>
                </a:solidFill>
                <a:latin typeface="Arial"/>
                <a:cs typeface="Arial"/>
              </a:rPr>
              <a:t>e</a:t>
            </a:r>
            <a:r>
              <a:rPr dirty="0" sz="2850" spc="290">
                <a:solidFill>
                  <a:srgbClr val="242D34"/>
                </a:solidFill>
                <a:latin typeface="Arial"/>
                <a:cs typeface="Arial"/>
              </a:rPr>
              <a:t>r</a:t>
            </a:r>
            <a:r>
              <a:rPr dirty="0" sz="2850" spc="20">
                <a:solidFill>
                  <a:srgbClr val="242D34"/>
                </a:solidFill>
                <a:latin typeface="Arial"/>
                <a:cs typeface="Arial"/>
              </a:rPr>
              <a:t>i</a:t>
            </a:r>
            <a:r>
              <a:rPr dirty="0" sz="2850" spc="15">
                <a:solidFill>
                  <a:srgbClr val="242D34"/>
                </a:solidFill>
                <a:latin typeface="Arial"/>
                <a:cs typeface="Arial"/>
              </a:rPr>
              <a:t>e</a:t>
            </a:r>
            <a:r>
              <a:rPr dirty="0" sz="2850" spc="105">
                <a:solidFill>
                  <a:srgbClr val="242D34"/>
                </a:solidFill>
                <a:latin typeface="Arial"/>
                <a:cs typeface="Arial"/>
              </a:rPr>
              <a:t> </a:t>
            </a:r>
            <a:r>
              <a:rPr dirty="0" sz="2850" spc="95">
                <a:solidFill>
                  <a:srgbClr val="242D34"/>
                </a:solidFill>
                <a:latin typeface="Arial"/>
                <a:cs typeface="Arial"/>
              </a:rPr>
              <a:t>et</a:t>
            </a:r>
            <a:r>
              <a:rPr dirty="0" sz="2850" spc="260">
                <a:solidFill>
                  <a:srgbClr val="242D34"/>
                </a:solidFill>
                <a:latin typeface="Arial"/>
                <a:cs typeface="Arial"/>
              </a:rPr>
              <a:t> </a:t>
            </a:r>
            <a:r>
              <a:rPr dirty="0" sz="2850" spc="5">
                <a:solidFill>
                  <a:srgbClr val="111A2A"/>
                </a:solidFill>
                <a:latin typeface="Arial"/>
                <a:cs typeface="Arial"/>
              </a:rPr>
              <a:t>l</a:t>
            </a:r>
            <a:r>
              <a:rPr dirty="0" sz="2850" spc="15">
                <a:solidFill>
                  <a:srgbClr val="111A2A"/>
                </a:solidFill>
                <a:latin typeface="Arial"/>
                <a:cs typeface="Arial"/>
              </a:rPr>
              <a:t>e</a:t>
            </a:r>
            <a:r>
              <a:rPr dirty="0" sz="2850" spc="105">
                <a:solidFill>
                  <a:srgbClr val="111A2A"/>
                </a:solidFill>
                <a:latin typeface="Arial"/>
                <a:cs typeface="Arial"/>
              </a:rPr>
              <a:t> </a:t>
            </a:r>
            <a:r>
              <a:rPr dirty="0" sz="2850" spc="60">
                <a:solidFill>
                  <a:srgbClr val="111A2A"/>
                </a:solidFill>
                <a:latin typeface="Arial"/>
                <a:cs typeface="Arial"/>
              </a:rPr>
              <a:t>data.</a:t>
            </a:r>
            <a:endParaRPr sz="2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51000" y="3098800"/>
            <a:ext cx="787400" cy="1041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540000" y="3022600"/>
            <a:ext cx="1828800" cy="1143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67400" y="3098800"/>
            <a:ext cx="2413000" cy="1066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382000" y="3327400"/>
            <a:ext cx="1346200" cy="8382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308600" y="4699000"/>
            <a:ext cx="4927600" cy="1041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109200" y="3098800"/>
            <a:ext cx="228600" cy="10414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439400" y="3352800"/>
            <a:ext cx="762000" cy="8128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557000" y="3048000"/>
            <a:ext cx="2641600" cy="1117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303000" y="4749800"/>
            <a:ext cx="863600" cy="7874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4325600" y="3352800"/>
            <a:ext cx="482600" cy="7874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163800" y="3098800"/>
            <a:ext cx="711200" cy="10668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749800" y="3352800"/>
            <a:ext cx="711200" cy="8128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0566400" y="4749800"/>
            <a:ext cx="635000" cy="78740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876800" y="2954748"/>
            <a:ext cx="624840" cy="939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7200" spc="3340">
                <a:solidFill>
                  <a:srgbClr val="181F24"/>
                </a:solidFill>
                <a:latin typeface="Arial"/>
                <a:cs typeface="Arial"/>
              </a:rPr>
              <a:t>'</a:t>
            </a:r>
            <a:endParaRPr sz="72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140">
                <a:solidFill>
                  <a:srgbClr val="0E1523"/>
                </a:solidFill>
              </a:rPr>
              <a:t>N</a:t>
            </a:r>
            <a:r>
              <a:rPr dirty="0" spc="70"/>
              <a:t>o</a:t>
            </a:r>
            <a:r>
              <a:rPr dirty="0" spc="55"/>
              <a:t>t</a:t>
            </a:r>
            <a:r>
              <a:rPr dirty="0" spc="45"/>
              <a:t>e</a:t>
            </a:r>
            <a:r>
              <a:rPr dirty="0" spc="114"/>
              <a:t>bo</a:t>
            </a:r>
            <a:r>
              <a:rPr dirty="0" spc="-5"/>
              <a:t>o</a:t>
            </a:r>
            <a:r>
              <a:rPr dirty="0" spc="45"/>
              <a:t>k</a:t>
            </a:r>
            <a:r>
              <a:rPr dirty="0" spc="-25"/>
              <a:t>L</a:t>
            </a:r>
            <a:r>
              <a:rPr dirty="0" spc="114">
                <a:solidFill>
                  <a:srgbClr val="0E1523"/>
                </a:solidFill>
              </a:rPr>
              <a:t>M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638300" y="6192030"/>
            <a:ext cx="14395450" cy="6032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824865" algn="l"/>
              </a:tabLst>
            </a:pPr>
            <a:r>
              <a:rPr dirty="0" sz="4100" spc="-420">
                <a:solidFill>
                  <a:srgbClr val="52626D"/>
                </a:solidFill>
                <a:latin typeface="Arial"/>
                <a:cs typeface="Arial"/>
              </a:rPr>
              <a:t>&gt;</a:t>
            </a:r>
            <a:r>
              <a:rPr dirty="0" sz="4100" spc="-415">
                <a:solidFill>
                  <a:srgbClr val="2675AE"/>
                </a:solidFill>
                <a:latin typeface="Arial"/>
                <a:cs typeface="Arial"/>
              </a:rPr>
              <a:t>_</a:t>
            </a:r>
            <a:r>
              <a:rPr dirty="0" sz="4100">
                <a:solidFill>
                  <a:srgbClr val="2675AE"/>
                </a:solidFill>
                <a:latin typeface="Arial"/>
                <a:cs typeface="Arial"/>
              </a:rPr>
              <a:t>	</a:t>
            </a:r>
            <a:r>
              <a:rPr dirty="0" sz="4550" spc="-635" b="1">
                <a:solidFill>
                  <a:srgbClr val="52626D"/>
                </a:solidFill>
                <a:latin typeface="Courier New"/>
                <a:cs typeface="Courier New"/>
              </a:rPr>
              <a:t>C</a:t>
            </a:r>
            <a:r>
              <a:rPr dirty="0" sz="4550" spc="-535" b="1">
                <a:solidFill>
                  <a:srgbClr val="52626D"/>
                </a:solidFill>
                <a:latin typeface="Courier New"/>
                <a:cs typeface="Courier New"/>
              </a:rPr>
              <a:t>o</a:t>
            </a:r>
            <a:r>
              <a:rPr dirty="0" sz="4550" spc="-819" b="1">
                <a:solidFill>
                  <a:srgbClr val="52626D"/>
                </a:solidFill>
                <a:latin typeface="Courier New"/>
                <a:cs typeface="Courier New"/>
              </a:rPr>
              <a:t>n</a:t>
            </a:r>
            <a:r>
              <a:rPr dirty="0" sz="4550" spc="-545" b="1">
                <a:solidFill>
                  <a:srgbClr val="52626D"/>
                </a:solidFill>
                <a:latin typeface="Courier New"/>
                <a:cs typeface="Courier New"/>
              </a:rPr>
              <a:t>t</a:t>
            </a:r>
            <a:r>
              <a:rPr dirty="0" sz="4550" spc="-535" b="1">
                <a:solidFill>
                  <a:srgbClr val="52626D"/>
                </a:solidFill>
                <a:latin typeface="Courier New"/>
                <a:cs typeface="Courier New"/>
              </a:rPr>
              <a:t>a</a:t>
            </a:r>
            <a:r>
              <a:rPr dirty="0" sz="4550" spc="-735" b="1">
                <a:solidFill>
                  <a:srgbClr val="52626D"/>
                </a:solidFill>
                <a:latin typeface="Courier New"/>
                <a:cs typeface="Courier New"/>
              </a:rPr>
              <a:t>c</a:t>
            </a:r>
            <a:r>
              <a:rPr dirty="0" sz="4550" spc="-535" b="1">
                <a:solidFill>
                  <a:srgbClr val="52626D"/>
                </a:solidFill>
                <a:latin typeface="Courier New"/>
                <a:cs typeface="Courier New"/>
              </a:rPr>
              <a:t>te</a:t>
            </a:r>
            <a:r>
              <a:rPr dirty="0" sz="4550" spc="-440" b="1">
                <a:solidFill>
                  <a:srgbClr val="52626D"/>
                </a:solidFill>
                <a:latin typeface="Courier New"/>
                <a:cs typeface="Courier New"/>
              </a:rPr>
              <a:t>z</a:t>
            </a:r>
            <a:r>
              <a:rPr dirty="0" sz="4550" spc="-925" b="1">
                <a:solidFill>
                  <a:srgbClr val="52626D"/>
                </a:solidFill>
                <a:latin typeface="Courier New"/>
                <a:cs typeface="Courier New"/>
              </a:rPr>
              <a:t> </a:t>
            </a:r>
            <a:r>
              <a:rPr dirty="0" sz="4550" spc="-535" b="1">
                <a:solidFill>
                  <a:srgbClr val="52626D"/>
                </a:solidFill>
                <a:latin typeface="Courier New"/>
                <a:cs typeface="Courier New"/>
              </a:rPr>
              <a:t>v</a:t>
            </a:r>
            <a:r>
              <a:rPr dirty="0" sz="4550" spc="-635" b="1">
                <a:solidFill>
                  <a:srgbClr val="52626D"/>
                </a:solidFill>
                <a:latin typeface="Courier New"/>
                <a:cs typeface="Courier New"/>
              </a:rPr>
              <a:t>o</a:t>
            </a:r>
            <a:r>
              <a:rPr dirty="0" sz="4550" spc="-434" b="1">
                <a:solidFill>
                  <a:srgbClr val="52626D"/>
                </a:solidFill>
                <a:latin typeface="Courier New"/>
                <a:cs typeface="Courier New"/>
              </a:rPr>
              <a:t>t</a:t>
            </a:r>
            <a:r>
              <a:rPr dirty="0" sz="4550" spc="-735" b="1">
                <a:solidFill>
                  <a:srgbClr val="52626D"/>
                </a:solidFill>
                <a:latin typeface="Courier New"/>
                <a:cs typeface="Courier New"/>
              </a:rPr>
              <a:t>r</a:t>
            </a:r>
            <a:r>
              <a:rPr dirty="0" sz="4550" spc="-819" b="1">
                <a:solidFill>
                  <a:srgbClr val="52626D"/>
                </a:solidFill>
                <a:latin typeface="Courier New"/>
                <a:cs typeface="Courier New"/>
              </a:rPr>
              <a:t>e</a:t>
            </a:r>
            <a:r>
              <a:rPr dirty="0" sz="4550" spc="-345" b="1">
                <a:solidFill>
                  <a:srgbClr val="52626D"/>
                </a:solidFill>
                <a:latin typeface="Courier New"/>
                <a:cs typeface="Courier New"/>
              </a:rPr>
              <a:t> </a:t>
            </a:r>
            <a:r>
              <a:rPr dirty="0" sz="4550" spc="-535" b="1">
                <a:solidFill>
                  <a:srgbClr val="52626D"/>
                </a:solidFill>
                <a:latin typeface="Courier New"/>
                <a:cs typeface="Courier New"/>
              </a:rPr>
              <a:t>P</a:t>
            </a:r>
            <a:r>
              <a:rPr dirty="0" sz="4550" spc="-740" b="1">
                <a:solidFill>
                  <a:srgbClr val="52626D"/>
                </a:solidFill>
                <a:latin typeface="Courier New"/>
                <a:cs typeface="Courier New"/>
              </a:rPr>
              <a:t>ro</a:t>
            </a:r>
            <a:r>
              <a:rPr dirty="0" sz="4550" spc="-520" b="1">
                <a:solidFill>
                  <a:srgbClr val="52626D"/>
                </a:solidFill>
                <a:latin typeface="Courier New"/>
                <a:cs typeface="Courier New"/>
              </a:rPr>
              <a:t>f</a:t>
            </a:r>
            <a:r>
              <a:rPr dirty="0" sz="4550" spc="-710" b="1">
                <a:solidFill>
                  <a:srgbClr val="52626D"/>
                </a:solidFill>
                <a:latin typeface="Courier New"/>
                <a:cs typeface="Courier New"/>
              </a:rPr>
              <a:t>e</a:t>
            </a:r>
            <a:r>
              <a:rPr dirty="0" sz="4550" spc="-555" b="1">
                <a:solidFill>
                  <a:srgbClr val="52626D"/>
                </a:solidFill>
                <a:latin typeface="Courier New"/>
                <a:cs typeface="Courier New"/>
              </a:rPr>
              <a:t>s</a:t>
            </a:r>
            <a:r>
              <a:rPr dirty="0" sz="4550" spc="-605" b="1">
                <a:solidFill>
                  <a:srgbClr val="52626D"/>
                </a:solidFill>
                <a:latin typeface="Courier New"/>
                <a:cs typeface="Courier New"/>
              </a:rPr>
              <a:t>s</a:t>
            </a:r>
            <a:r>
              <a:rPr dirty="0" sz="4550" spc="-565" b="1">
                <a:solidFill>
                  <a:srgbClr val="52626D"/>
                </a:solidFill>
                <a:latin typeface="Courier New"/>
                <a:cs typeface="Courier New"/>
              </a:rPr>
              <a:t>e</a:t>
            </a:r>
            <a:r>
              <a:rPr dirty="0" sz="4550" spc="-535" b="1">
                <a:solidFill>
                  <a:srgbClr val="52626D"/>
                </a:solidFill>
                <a:latin typeface="Courier New"/>
                <a:cs typeface="Courier New"/>
              </a:rPr>
              <a:t>u</a:t>
            </a:r>
            <a:r>
              <a:rPr dirty="0" sz="4550" spc="-819" b="1">
                <a:solidFill>
                  <a:srgbClr val="52626D"/>
                </a:solidFill>
                <a:latin typeface="Courier New"/>
                <a:cs typeface="Courier New"/>
              </a:rPr>
              <a:t>r</a:t>
            </a:r>
            <a:r>
              <a:rPr dirty="0" sz="4550" spc="-545" b="1">
                <a:solidFill>
                  <a:srgbClr val="52626D"/>
                </a:solidFill>
                <a:latin typeface="Courier New"/>
                <a:cs typeface="Courier New"/>
              </a:rPr>
              <a:t> </a:t>
            </a:r>
            <a:r>
              <a:rPr dirty="0" sz="4550" spc="-685" b="1">
                <a:solidFill>
                  <a:srgbClr val="52626D"/>
                </a:solidFill>
                <a:latin typeface="Courier New"/>
                <a:cs typeface="Courier New"/>
              </a:rPr>
              <a:t>Pri</a:t>
            </a:r>
            <a:r>
              <a:rPr dirty="0" sz="4550" spc="-375" b="1">
                <a:solidFill>
                  <a:srgbClr val="52626D"/>
                </a:solidFill>
                <a:latin typeface="Courier New"/>
                <a:cs typeface="Courier New"/>
              </a:rPr>
              <a:t>n</a:t>
            </a:r>
            <a:r>
              <a:rPr dirty="0" sz="4550" spc="-575" b="1">
                <a:solidFill>
                  <a:srgbClr val="52626D"/>
                </a:solidFill>
                <a:latin typeface="Courier New"/>
                <a:cs typeface="Courier New"/>
              </a:rPr>
              <a:t>c</a:t>
            </a:r>
            <a:r>
              <a:rPr dirty="0" sz="4550" spc="-590" b="1">
                <a:solidFill>
                  <a:srgbClr val="52626D"/>
                </a:solidFill>
                <a:latin typeface="Courier New"/>
                <a:cs typeface="Courier New"/>
              </a:rPr>
              <a:t>i</a:t>
            </a:r>
            <a:r>
              <a:rPr dirty="0" sz="4550" spc="-685" b="1">
                <a:solidFill>
                  <a:srgbClr val="52626D"/>
                </a:solidFill>
                <a:latin typeface="Courier New"/>
                <a:cs typeface="Courier New"/>
              </a:rPr>
              <a:t>pal</a:t>
            </a:r>
            <a:r>
              <a:rPr dirty="0" sz="4550" spc="-475" b="1">
                <a:solidFill>
                  <a:srgbClr val="52626D"/>
                </a:solidFill>
                <a:latin typeface="Courier New"/>
                <a:cs typeface="Courier New"/>
              </a:rPr>
              <a:t> </a:t>
            </a:r>
            <a:r>
              <a:rPr dirty="0" sz="4550" spc="-535" b="1">
                <a:solidFill>
                  <a:srgbClr val="52626D"/>
                </a:solidFill>
                <a:latin typeface="Courier New"/>
                <a:cs typeface="Courier New"/>
              </a:rPr>
              <a:t>a</a:t>
            </a:r>
            <a:r>
              <a:rPr dirty="0" sz="4550" spc="-710" b="1">
                <a:solidFill>
                  <a:srgbClr val="52626D"/>
                </a:solidFill>
                <a:latin typeface="Courier New"/>
                <a:cs typeface="Courier New"/>
              </a:rPr>
              <a:t>uj</a:t>
            </a:r>
            <a:r>
              <a:rPr dirty="0" sz="4550" spc="-375" b="1">
                <a:solidFill>
                  <a:srgbClr val="52626D"/>
                </a:solidFill>
                <a:latin typeface="Courier New"/>
                <a:cs typeface="Courier New"/>
              </a:rPr>
              <a:t>o</a:t>
            </a:r>
            <a:r>
              <a:rPr dirty="0" sz="4550" spc="-535" b="1">
                <a:solidFill>
                  <a:srgbClr val="52626D"/>
                </a:solidFill>
                <a:latin typeface="Courier New"/>
                <a:cs typeface="Courier New"/>
              </a:rPr>
              <a:t>u</a:t>
            </a:r>
            <a:r>
              <a:rPr dirty="0" sz="4550" spc="-735" b="1">
                <a:solidFill>
                  <a:srgbClr val="52626D"/>
                </a:solidFill>
                <a:latin typeface="Courier New"/>
                <a:cs typeface="Courier New"/>
              </a:rPr>
              <a:t>r</a:t>
            </a:r>
            <a:r>
              <a:rPr dirty="0" sz="4550" spc="-660" b="1">
                <a:solidFill>
                  <a:srgbClr val="52626D"/>
                </a:solidFill>
                <a:latin typeface="Courier New"/>
                <a:cs typeface="Courier New"/>
              </a:rPr>
              <a:t>d</a:t>
            </a:r>
            <a:r>
              <a:rPr dirty="0" sz="4550" spc="-509" b="1">
                <a:solidFill>
                  <a:srgbClr val="52626D"/>
                </a:solidFill>
                <a:latin typeface="Courier New"/>
                <a:cs typeface="Courier New"/>
              </a:rPr>
              <a:t>'</a:t>
            </a:r>
            <a:r>
              <a:rPr dirty="0" sz="4550" spc="-535" b="1">
                <a:solidFill>
                  <a:srgbClr val="52626D"/>
                </a:solidFill>
                <a:latin typeface="Courier New"/>
                <a:cs typeface="Courier New"/>
              </a:rPr>
              <a:t>h</a:t>
            </a:r>
            <a:r>
              <a:rPr dirty="0" sz="4550" spc="-710" b="1">
                <a:solidFill>
                  <a:srgbClr val="52626D"/>
                </a:solidFill>
                <a:latin typeface="Courier New"/>
                <a:cs typeface="Courier New"/>
              </a:rPr>
              <a:t>ui</a:t>
            </a:r>
            <a:r>
              <a:rPr dirty="0" sz="4550" spc="-2075" b="1">
                <a:solidFill>
                  <a:srgbClr val="52626D"/>
                </a:solidFill>
                <a:latin typeface="Courier New"/>
                <a:cs typeface="Courier New"/>
              </a:rPr>
              <a:t> </a:t>
            </a:r>
            <a:r>
              <a:rPr dirty="0" sz="4550" spc="-1335" b="1">
                <a:solidFill>
                  <a:srgbClr val="52626D"/>
                </a:solidFill>
                <a:latin typeface="Courier New"/>
                <a:cs typeface="Courier New"/>
              </a:rPr>
              <a:t>.</a:t>
            </a:r>
            <a:r>
              <a:rPr dirty="0" sz="4550" spc="215" b="1">
                <a:solidFill>
                  <a:srgbClr val="2675AE"/>
                </a:solidFill>
                <a:latin typeface="Courier New"/>
                <a:cs typeface="Courier New"/>
              </a:rPr>
              <a:t>I</a:t>
            </a:r>
            <a:endParaRPr sz="45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049000" y="8844134"/>
            <a:ext cx="5589270" cy="2857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20">
                <a:solidFill>
                  <a:srgbClr val="52626D"/>
                </a:solidFill>
                <a:latin typeface="Arial"/>
                <a:cs typeface="Arial"/>
              </a:rPr>
              <a:t>Source</a:t>
            </a:r>
            <a:r>
              <a:rPr dirty="0" sz="2050" spc="40">
                <a:solidFill>
                  <a:srgbClr val="52626D"/>
                </a:solidFill>
                <a:latin typeface="Arial"/>
                <a:cs typeface="Arial"/>
              </a:rPr>
              <a:t> </a:t>
            </a:r>
            <a:r>
              <a:rPr dirty="0" sz="2050" spc="520">
                <a:solidFill>
                  <a:srgbClr val="52626D"/>
                </a:solidFill>
                <a:latin typeface="Arial"/>
                <a:cs typeface="Arial"/>
              </a:rPr>
              <a:t>:</a:t>
            </a:r>
            <a:r>
              <a:rPr dirty="0" sz="2050" spc="40">
                <a:solidFill>
                  <a:srgbClr val="2D3334"/>
                </a:solidFill>
                <a:latin typeface="Arial"/>
                <a:cs typeface="Arial"/>
              </a:rPr>
              <a:t>i</a:t>
            </a:r>
            <a:r>
              <a:rPr dirty="0" sz="2050" spc="45">
                <a:solidFill>
                  <a:srgbClr val="2D3334"/>
                </a:solidFill>
                <a:latin typeface="Arial"/>
                <a:cs typeface="Arial"/>
              </a:rPr>
              <a:t>nfogra</a:t>
            </a:r>
            <a:r>
              <a:rPr dirty="0" sz="2050" spc="85">
                <a:solidFill>
                  <a:srgbClr val="2D3334"/>
                </a:solidFill>
                <a:latin typeface="Arial"/>
                <a:cs typeface="Arial"/>
              </a:rPr>
              <a:t>p</a:t>
            </a:r>
            <a:r>
              <a:rPr dirty="0" sz="2050" spc="55">
                <a:solidFill>
                  <a:srgbClr val="2D3334"/>
                </a:solidFill>
                <a:latin typeface="Arial"/>
                <a:cs typeface="Arial"/>
              </a:rPr>
              <a:t>h</a:t>
            </a:r>
            <a:r>
              <a:rPr dirty="0" sz="2050" spc="40">
                <a:solidFill>
                  <a:srgbClr val="2D3334"/>
                </a:solidFill>
                <a:latin typeface="Arial"/>
                <a:cs typeface="Arial"/>
              </a:rPr>
              <a:t>i</a:t>
            </a:r>
            <a:r>
              <a:rPr dirty="0" sz="2050">
                <a:solidFill>
                  <a:srgbClr val="2D3334"/>
                </a:solidFill>
                <a:latin typeface="Arial"/>
                <a:cs typeface="Arial"/>
              </a:rPr>
              <a:t>e</a:t>
            </a:r>
            <a:r>
              <a:rPr dirty="0" sz="2050" spc="-10">
                <a:solidFill>
                  <a:srgbClr val="2D3334"/>
                </a:solidFill>
                <a:latin typeface="Arial"/>
                <a:cs typeface="Arial"/>
              </a:rPr>
              <a:t> </a:t>
            </a:r>
            <a:r>
              <a:rPr dirty="0" sz="2050" spc="20">
                <a:solidFill>
                  <a:srgbClr val="2D3334"/>
                </a:solidFill>
                <a:latin typeface="Arial"/>
                <a:cs typeface="Arial"/>
              </a:rPr>
              <a:t>s</a:t>
            </a:r>
            <a:r>
              <a:rPr dirty="0" sz="2050" spc="10">
                <a:solidFill>
                  <a:srgbClr val="2D3334"/>
                </a:solidFill>
                <a:latin typeface="Arial"/>
                <a:cs typeface="Arial"/>
              </a:rPr>
              <a:t>o</a:t>
            </a:r>
            <a:r>
              <a:rPr dirty="0" sz="2050" spc="55">
                <a:solidFill>
                  <a:srgbClr val="2D3334"/>
                </a:solidFill>
                <a:latin typeface="Arial"/>
                <a:cs typeface="Arial"/>
              </a:rPr>
              <a:t>u</a:t>
            </a:r>
            <a:r>
              <a:rPr dirty="0" sz="2050" spc="75">
                <a:solidFill>
                  <a:srgbClr val="2D3334"/>
                </a:solidFill>
                <a:latin typeface="Arial"/>
                <a:cs typeface="Arial"/>
              </a:rPr>
              <a:t>rce</a:t>
            </a:r>
            <a:r>
              <a:rPr dirty="0" sz="2050" spc="-50">
                <a:solidFill>
                  <a:srgbClr val="2D3334"/>
                </a:solidFill>
                <a:latin typeface="Arial"/>
                <a:cs typeface="Arial"/>
              </a:rPr>
              <a:t> </a:t>
            </a:r>
            <a:r>
              <a:rPr dirty="0" sz="2050" spc="30">
                <a:solidFill>
                  <a:srgbClr val="2D3334"/>
                </a:solidFill>
                <a:latin typeface="Arial"/>
                <a:cs typeface="Arial"/>
              </a:rPr>
              <a:t>mat</a:t>
            </a:r>
            <a:r>
              <a:rPr dirty="0" sz="2050" spc="-10">
                <a:solidFill>
                  <a:srgbClr val="2D3334"/>
                </a:solidFill>
                <a:latin typeface="Arial"/>
                <a:cs typeface="Arial"/>
              </a:rPr>
              <a:t>e</a:t>
            </a:r>
            <a:r>
              <a:rPr dirty="0" sz="2050" spc="170">
                <a:solidFill>
                  <a:srgbClr val="2D3334"/>
                </a:solidFill>
                <a:latin typeface="Arial"/>
                <a:cs typeface="Arial"/>
              </a:rPr>
              <a:t>r</a:t>
            </a:r>
            <a:r>
              <a:rPr dirty="0" sz="2050" spc="-114">
                <a:solidFill>
                  <a:srgbClr val="2D3334"/>
                </a:solidFill>
                <a:latin typeface="Arial"/>
                <a:cs typeface="Arial"/>
              </a:rPr>
              <a:t>i</a:t>
            </a:r>
            <a:r>
              <a:rPr dirty="0" sz="2050" spc="55">
                <a:solidFill>
                  <a:srgbClr val="2D3334"/>
                </a:solidFill>
                <a:latin typeface="Arial"/>
                <a:cs typeface="Arial"/>
              </a:rPr>
              <a:t>al</a:t>
            </a:r>
            <a:r>
              <a:rPr dirty="0" sz="2050" spc="20">
                <a:solidFill>
                  <a:srgbClr val="2D3334"/>
                </a:solidFill>
                <a:latin typeface="Arial"/>
                <a:cs typeface="Arial"/>
              </a:rPr>
              <a:t> </a:t>
            </a:r>
            <a:r>
              <a:rPr dirty="0" sz="2050" spc="55">
                <a:solidFill>
                  <a:srgbClr val="181F24"/>
                </a:solidFill>
                <a:latin typeface="Arial"/>
                <a:cs typeface="Arial"/>
              </a:rPr>
              <a:t>p</a:t>
            </a:r>
            <a:r>
              <a:rPr dirty="0" sz="2050" spc="65">
                <a:solidFill>
                  <a:srgbClr val="181F24"/>
                </a:solidFill>
                <a:latin typeface="Arial"/>
                <a:cs typeface="Arial"/>
              </a:rPr>
              <a:t>r</a:t>
            </a:r>
            <a:r>
              <a:rPr dirty="0" sz="2050" spc="-95">
                <a:solidFill>
                  <a:srgbClr val="181F24"/>
                </a:solidFill>
                <a:latin typeface="Arial"/>
                <a:cs typeface="Arial"/>
              </a:rPr>
              <a:t>o</a:t>
            </a:r>
            <a:r>
              <a:rPr dirty="0" sz="2050" spc="120">
                <a:solidFill>
                  <a:srgbClr val="181F24"/>
                </a:solidFill>
                <a:latin typeface="Arial"/>
                <a:cs typeface="Arial"/>
              </a:rPr>
              <a:t>v</a:t>
            </a:r>
            <a:r>
              <a:rPr dirty="0" sz="2050" spc="-10">
                <a:solidFill>
                  <a:srgbClr val="181F24"/>
                </a:solidFill>
                <a:latin typeface="Arial"/>
                <a:cs typeface="Arial"/>
              </a:rPr>
              <a:t>i</a:t>
            </a:r>
            <a:r>
              <a:rPr dirty="0" sz="2050" spc="65">
                <a:solidFill>
                  <a:srgbClr val="181F24"/>
                </a:solidFill>
                <a:latin typeface="Arial"/>
                <a:cs typeface="Arial"/>
              </a:rPr>
              <a:t>ded.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2026-02-16T11:08:51Z</dcterms:created>
  <dcterms:modified xsi:type="dcterms:W3CDTF">2026-02-16T11:08:51Z</dcterms:modified>
</cp:coreProperties>
</file>