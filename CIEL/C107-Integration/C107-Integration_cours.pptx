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2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24ADB3-2C28-2B8C-0159-4DF9F22C5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EFC4D91-6311-C156-D069-F595CAA9E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A01458-9D53-9E1C-150E-A3DDECB4F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A8A7D5-9760-8996-AC71-3EF9B9F9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AAEED8-6AC7-E19D-4F32-6EA0B1BBB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215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C6B848-E0C2-1317-22F8-FCA261E7C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AE2636-2B32-D052-63A4-B26DCEEBE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F6691D6-0ADA-E769-0982-7BBF3B4E0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4AF4D3-F50E-A689-6C20-D524FD4BD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F8FE8A-44AE-7BC5-C750-FD4796F9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2683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7A515A-5A4B-8F6C-1B46-E5DF4450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6AF7E5-615F-D68E-1FB9-8BD2DB8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627F7A-F5E1-53EB-9327-163514C09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147B5E1-44F8-6556-9E71-53D0CB28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9EC90A-AD18-DFC5-F2EE-7A39DAD3C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327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C0FA84-2D43-F038-7F2E-009C0CE4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6C5B6A-5BBA-E199-C8E7-36911838C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B471E2-D98D-D279-0A5E-0FB6E36B7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6A6408-3F9F-DB40-77DC-97A0C276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C05790E-B172-F13C-9771-69BD81C85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4CF5B4-D1B1-081E-F00C-23AF9A7F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19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0AFADC-F9D0-4478-FB46-5E4B6D6E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017803-12CC-5264-4B24-4DB1F27B2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37C737-672D-0B48-B0F4-1CEABBC2D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E062148-E0C7-53DA-A894-0C29A2F6F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4EDE2AD-DA23-7B04-4EB5-2787174D7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77C0FFA-CD46-8C7E-3603-941D895C4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93690F9-CAF4-25FB-FC48-B6B805B6B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6DC2972-C6C5-BE8B-4C54-A1752D470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1689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C410A4-A4E5-292D-AA95-138805314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37E21E6-B4A5-0296-4319-1939108D8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3308C74-89ED-FEE8-CC3D-49B93B6AA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A44ED88-4AAF-DDCE-5F20-7654A7DEF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075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A79F0A1-84CD-B1FF-AB3D-BDE877EC2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E92E00B-28BE-D1D3-C1D8-B51F5753C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6D7CC0-2668-1B52-2EF3-12026AF07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4641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BB2B41-3BC7-4929-F286-F3F11C16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9BDE43-7CC2-5A3C-0DB6-DD10579CA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8943B2-8681-7B18-0223-E39900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24E605-570C-888E-253E-7C1C2E0D9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A8765C-7103-AD9A-000F-3DE22C7B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8213966-31E5-A1B5-BFFA-721696299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8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8EE42-CB3A-583B-2A8A-495902530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7CE8577-2343-5B6C-3EBD-1BDD904DA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584A6B-42B6-1EB1-27AF-F1BBBA0E6A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8B7EA5-AEA1-FB69-BB7A-E7EDA50A1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68A0B7-C347-1C27-6567-3179680DB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9D1167-5115-075F-F9AB-4608E509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742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AF5E4A-B80A-FF96-CC45-E8E9F9FC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28F3E44-276C-EF11-D0B9-DB1691F85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88D4F7-80FE-11F6-87DE-32D7E5037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125433-EAF0-AE97-1531-4E58AA4EF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4D7A65-B23D-2758-00F0-FC9AAC503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1608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88D7924-0962-5DA2-02BB-8C88AB0B9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20183C4-4F8B-BD59-A359-E70DF1897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08EF8E-243C-EA47-BEC9-ACBA4C0F8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43B5C7-078C-1ED0-C01A-E9768E1A2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08C8A5-A8A5-284E-03F8-6CD026730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020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8729925-6458-1BE2-DC4E-86B421E50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C8A29A-6190-E728-4544-EF66261F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D652F3-62AD-AF5A-8885-8EDB4B6A8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13E5AD-D783-689A-DF4A-4D5E2E8AC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D6E4F64-DE69-E70A-456D-91AB301F5B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3253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5363DD-DD69-CE34-C194-2FD9499D09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C107 – Intégration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3639C23-B960-FDBA-82E2-A3DAC2AD69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Eléments de cours</a:t>
            </a:r>
          </a:p>
        </p:txBody>
      </p:sp>
    </p:spTree>
    <p:extLst>
      <p:ext uri="{BB962C8B-B14F-4D97-AF65-F5344CB8AC3E}">
        <p14:creationId xmlns:p14="http://schemas.microsoft.com/office/powerpoint/2010/main" val="301394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062BCC5-153C-C7A9-9119-4970BF7B9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34491" cy="36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212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55136DB0-29A9-FCA8-44EA-660149C3F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055"/>
            <a:ext cx="12192000" cy="382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44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EF2E755-ADC3-925E-9BCE-4074E9EB3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569"/>
            <a:ext cx="12192000" cy="276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47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9095BB6-23C6-21AD-B497-91854AAC2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672"/>
            <a:ext cx="12192000" cy="344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69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B741D0A-611D-DAA1-593C-AAB28AEE4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19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44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96F411D-12A5-3852-F0AB-4293E5030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894"/>
            <a:ext cx="12192000" cy="1856416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0E78AF0-8EB6-857B-604B-28A30BF49F11}"/>
              </a:ext>
            </a:extLst>
          </p:cNvPr>
          <p:cNvSpPr txBox="1"/>
          <p:nvPr/>
        </p:nvSpPr>
        <p:spPr>
          <a:xfrm>
            <a:off x="1170317" y="4339581"/>
            <a:ext cx="65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b="0" dirty="0"/>
          </a:p>
          <a:p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662FAB4-C015-4848-0704-FD5530E681F4}"/>
                  </a:ext>
                </a:extLst>
              </p:cNvPr>
              <p:cNvSpPr txBox="1"/>
              <p:nvPr/>
            </p:nvSpPr>
            <p:spPr>
              <a:xfrm>
                <a:off x="796505" y="2145101"/>
                <a:ext cx="2261773" cy="35627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sSubSup>
                        <m:sSub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662FAB4-C015-4848-0704-FD5530E68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5" y="2145101"/>
                <a:ext cx="2261773" cy="3562707"/>
              </a:xfrm>
              <a:prstGeom prst="rect">
                <a:avLst/>
              </a:prstGeom>
              <a:blipFill>
                <a:blip r:embed="rId3"/>
                <a:stretch>
                  <a:fillRect t="-1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D9F702-720E-CFFB-4602-62A1D6F9DD4F}"/>
                  </a:ext>
                </a:extLst>
              </p:cNvPr>
              <p:cNvSpPr txBox="1"/>
              <p:nvPr/>
            </p:nvSpPr>
            <p:spPr>
              <a:xfrm>
                <a:off x="4796287" y="2150852"/>
                <a:ext cx="2453557" cy="3334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sSubSup>
                        <m:sSub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fr-FR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m:oMathPara>
                </a14:m>
                <a:endParaRPr lang="fr-F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m:rPr>
                              <m:sty m:val="p"/>
                            </m:rPr>
                            <a:rPr lang="fr-FR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⁡(1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D9F702-720E-CFFB-4602-62A1D6F9D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287" y="2150852"/>
                <a:ext cx="2453557" cy="3334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2D9F88D6-A5BF-D284-E41E-0419E260BD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3637"/>
          <a:stretch>
            <a:fillRect/>
          </a:stretch>
        </p:blipFill>
        <p:spPr>
          <a:xfrm>
            <a:off x="471213" y="4637159"/>
            <a:ext cx="2847081" cy="4712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DF2BF31-0ED1-9EFE-1695-B9487801C6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661" y="5485739"/>
            <a:ext cx="2110317" cy="117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74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796278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41</Words>
  <Application>Microsoft Office PowerPoint</Application>
  <PresentationFormat>Grand écran</PresentationFormat>
  <Paragraphs>17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Thème Office</vt:lpstr>
      <vt:lpstr>C107 – Intégration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ICART</dc:creator>
  <cp:lastModifiedBy>R ICART</cp:lastModifiedBy>
  <cp:revision>2</cp:revision>
  <dcterms:created xsi:type="dcterms:W3CDTF">2026-03-09T10:12:15Z</dcterms:created>
  <dcterms:modified xsi:type="dcterms:W3CDTF">2026-03-09T10:18:41Z</dcterms:modified>
</cp:coreProperties>
</file>