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2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21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14938,'1927'0'0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12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9 184,'-4'-9'19023,"-1"30"-14788,0 7-3911,1-2-61,3-17-149,0 0 0,-1 0 0,0 0 1,-5 13-1,-2-2 98,6-14-160,0 0 0,0 0 0,1 1 1,-1-1-1,2 1 0,-1 0 0,-1 13 0,2-7 8,0-1-1,-1 1 0,0 0 0,-5 15 0,-19 48 206,25-71-251,-6 17 14,5-17-14,1 0 0,-1 1 1,0-1-1,0 0 0,-1 0 1,-3 5-1,-35 54 66,38-57-77,0 1-1,1-1 0,-1 0 1,2 1-1,-1 0 1,1-1-1,0 1 0,1 0 1,-1 0-1,3 11 1,-2 1 5,0 317 207,1-328-212,1 0 1,1 0-1,-1-1 1,1 1-1,1 0 1,-1-1 0,2 0-1,6 12 1,-8-16-1,1 1 1,-1-1 0,1 0 0,5 4-1,5 7 65,-12-13-66,0-1-1,-1 0 1,1 1-1,0-1 1,0 0-1,0 0 1,4 1-1,-4-1 1,1 0-1,-1 0 1,0 0-1,0 0 1,0 1-1,0-1 1,0 1-1,3 1 1,-4 0-4,0-1 0,0 1 0,0-1 0,-1 1 0,1 0 0,-1-1 0,1 1 0,-1-1 0,0 1 0,0 0 0,0-1 0,0 1 0,-1 4 0,0 4-2,1-3 6,-1-6-1,1-1-1,0 0 1,0 0 0,0 1-1,0-1 1,0 0-1,0 1 1,0-1 0,0 0-1,0 0 1,1 1-1,-1-1 1,0 0 0,1 0-1,-1 1 1,1-1-1,0 0 1,-1 0-1,1 0 1,0 0 0,-1 0-1,1 0 1,0 0-1,1 1 1,-1-2-54,14 0-2608,-2 0-559,-1 0 0,1-1 0,19-4 0,-16-1-2360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14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43 1016,'0'0'3413,"-3"0"-3148,-14-1 47,9 1-51,0-1 0,1 1 0,-1 0 0,0 1 0,0 0 0,-10 2 0,-8 14 1552,11-7-412,12-8-720,-4 8 5313,32-10-4727,53 1-106,178-4 651,-179 0-1680,77-3 496,-89 3-577,17-1 34,42-16 306,15 18-178,-74 3-144,1775-1 3052,-1755 9-2961,112-3 499,-185-3-643,16-3 37,-27 0 459,-3 5 824,2-7-1613,42-36-6143,-16 10-1404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24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37 488,'0'0'2867,"-5"-7"-317,3 6-2582,1 1 142,-1 0 1,1 0 0,0 0 0,0-1 0,0 1 0,0-1-1,0 1 1,0-1 0,0 1 0,0-1 0,0 1 0,0-1-1,0 0 1,0 0 0,0 1 0,1-1 0,-1 0 0,0 0-1,0 0 1,1 0 0,-1 0 0,-11-15 11542,12 35-11095,0 180 786,-1-185-1333,-1-1 0,0 1 1,-1-1-1,-1 1 0,-5 13 0,-5 20 29,9-28-30,1 1 0,1 0 0,-1 37 0,4 60 4,5-89 34,-5-14-37,0-7-4,0-1 0,0 1 0,0-1 0,1 1 0,0-1 0,2 10 0,0-11 15,-1 1 0,-1-1 0,1 0 0,-1 1 0,1 6 0,-2-8 0,1 0-1,0 0 1,1 0-1,-1 0 1,0-1-1,1 1 1,0 0-1,4 5 1,3 7-6,7 12 15,4 7-289,-14-29-1020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25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0 464,'0'0'6204,"1"3"-5798,2 10 38,-2-13-401,-1 1 0,0-1 1,0 0-1,0 1 1,0-1-1,0 0 1,0 1-1,0-1 0,1 0 1,-1 0-1,0 1 1,0-1-1,0 0 0,1 0 1,-1 1-1,0-1 1,0 0-1,1 0 1,-1 1-1,0-1 0,1 0 1,-1 0-1,0 0 1,0 0-1,1 0 1,-1 1-1,0-1 0,1 0 1,-1 0-1,9 8 8027,12-8-6287,987 0 2436,-1007 0-4241,-1-1-368,0 0-1,0 1 0,0-1 1,-1 0-1,1 1 1,0-1-1,0 0 0,0 1 1,0-1-1,-1 1 1,1-1-1,0 0 0,0 1 1,-1-1-1,1 1 1,0-1-1,-2 0 0,1 0 64,0 1-1,0-1 1,0 1-1,0-1 0,0 1 1,-1-1-1,1 1 1,0-1-1,0 1 0,-1 0 1,-1 0-1,-2-1-1087,-20-3-7902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26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1 960,'0'0'8859,"0"24"-1210,0-19-7537,0-1 1,1 0-1,-1 0 0,1 1 1,0-1-1,0 0 1,1 0-1,-1 0 1,1 0-1,0 0 1,0-1-1,0 1 0,0 0 1,1-1-1,3 4 1,-5-4-60,1 0 1,-1 0-1,1 0 0,-1 0 1,0 0-1,-1 0 1,1 0-1,0 0 1,-1 1-1,1 3 0,-2 39 249,0-22-208,1 216 862,0-237-892,1 1 1,0 0-1,-1 0 0,1-1 1,1 1-1,-1-1 0,0 1 1,3 3-1,6 20 120,-7-6-99,-1 1-1,-1-1 1,-2 26 0,0-7-14,1-36-53,-1 0-1,0 0 0,1 0 0,-2 0 0,1 0 1,0-1-1,-1 1 0,0 0 0,-3 4 1,3-4-12,0-1 1,0 1 0,1 0 0,-1 0 0,1 0-1,-1 0 1,1 0 0,0 0 0,0 6-1,1 420 1220,10-379-1170,-9-46-55,-1 0 1,1-1-1,0 0 1,1 1-1,-1-1 0,4 8 1,5 16 4,10 38 79,-16-53-76,0 0 0,1-1 0,0 0 0,0 1 0,11 14 0,-10-17-19,14 21 105,-13-22-36,-1 0 0,6 13-1,-6-10-31,0-1 48,-1 0 0,0 0 0,-1 1 0,0-1-1,2 17 1,-3-17 9,0 0-1,0 0 0,8 17 1,-8-19-69,1-1 0,-1 1 0,-1 0 1,1-1-1,-1 1 0,1 17 0,-1-13 326,0-8-1162,-1 1-3585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27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665 1 1280,'0'0'8065,"0"0"-7937,1 0 1,-1 0 0,0-1-1,1 1 1,-1 0-1,1 0 1,-1 0 0,0 0-1,1 0 1,-1 0 0,1 0-1,-1 1 1,1-1 0,-1 0-1,0 0 1,1 0-1,-1 0 1,0 0 0,1 1-1,-1-1 1,1 0 0,-3 3 18,-1-1 0,0 1-1,1-1 1,-1 0 0,0 0 0,0 0 0,0-1 0,0 1 0,-1-1 0,1 1 0,-4 0 0,-14 7 551,-320 150 4093,195-95-4410,123-54-751,0 1 0,2 1 0,-27 18 0,46-29 173,-8 8-1308,11-5-654,7-2-1891,22-2-1214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28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694 0 568,'0'0'12128,"-39"21"-10618,-130 70-199,8-6 942,-153 74 543,305-153-2544,8-3-877,6-3-2944,17-6 1929,1 0 0,25-12 0,8-8-3815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28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762 0 512,'0'0'12523,"-28"18"-11112,-97 58-92,-86 45 2494,-185 111-1572,395-231-3406,20-3-2836,4-7 2165,-14 4 789,31-15-3441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28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782 0 1320,'0'0'7665,"-4"2"-7185,-159 85 3696,86-45-2810,-1 0-157,-293 165 2714,356-199-3856,6-3-47,1 0 0,0 0 0,0 0-1,0 1 1,0 1 0,1-1 0,-8 10-1,12-9-816,13-8-2301,21-11 292,9-10-911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29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908 0 1216,'0'0'7847,"-45"27"-6218,-146 88 7,8 0 1366,-164 99 1919,324-199-4760,1 0-64,-1-2-1,-44 20 1,61-30-587,20-15-3590,-1 3 2670,-1 1 1,20-11 0,27-11-4350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29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886 0 1008,'0'0'14855,"-48"29"-13528,-156 91-42,16-8 1118,-157 92 391,318-188-2820,-41 32 0,62-40 95,6-5-814,8-5-3000,99-46-2634,-42 15 769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29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919 0 760,'0'0'8777,"-34"22"-7089,-113 75-93,-37 18 1447,2-14-444,-126 78-162,301-175-2448,1 0-32,0 0-1,0 0 1,0 1 0,0-1 0,1 1-1,-1 1 1,1-1 0,-5 8 0,9-12-1117,15-3-574,15-4-81,1-1 1,55-23-1,-5-3-5038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30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722 1 1096,'0'0'14911,"-48"31"-13696,-158 102-68,54-42 436,99-62-900,23-11-308,-20 10 148,2 2 0,-59 48 1,104-76-557,1 0 3,0-1 0,0 1 0,0-1 0,0 1-1,1 0 1,-1 0 0,1 0 0,-1-1 0,1 2 0,-1-1-1,1 0 1,0 0 0,0 0 0,0 0 0,-1 5 0,6-7-981,23-3-312,9-7-744,0-1 0,43-20 0,2-8-4285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30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547 0 1688,'0'0'15217,"-37"28"-13883,-122 87-341,126-93-363,-64 35 1,70-43-388,-19 10 116,-88 45-43,121-63-2145,20-11-2791,9-5 1985,22-13-4707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30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0 4113,'0'0'9946,"-253"109"-13203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31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492 1 2617,'0'0'10827,"-31"28"-8862,-101 96-296,4-10 945,-38 18-493,132-110-2344,34-22 26,0 0 138,0 0 1,0 0-1,0 0 1,0 0-1,0 0 1,0 0-1,0 0 1,1 1-410,-1-1 409,0 0 1,0 0 0,0 0-1,0 0 1,0 0-1,0 0 1,0 1-1,0-1 1,0 0-1,0 0 1,0 0-1,0 0 1,0 0-1,0 0 1,0 0-1,0 0 1,0 0-1,0 1 1,0-1-1,0 0 1,0 0 0,0 0-1,0 0 1,0 0-1,0 0 1,0 0-1,0 0 1,-1 0-59,7 0-551,0 0 1,0-1 0,-1 0-1,1-1 1,0 1 0,-1-1-1,1 0 1,4-3-1,3 0-678,41-18-5595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31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661 0 1120,'0'0'10021,"-40"26"-8322,-134 85-76,21-6 1064,131-89-2257,-23 16 440,-144 113 1334,186-142-2223,-20 19 197,22-21-230,-1 1-1,1-1 0,0 1 1,0-1-1,0 1 1,1 0-1,-1-1 0,0 1 1,1 0-1,-1-1 0,1 1 1,-1 0-1,1 3 0,2-4-1180,15-1 146,-1-1 0,0-1 1,1-1-1,-1-1 0,0 0 0,30-12 1,19-11-5189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31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702 1 1720,'0'0'12191,"-36"18"-10584,-115 61-252,119-63-727,2 2 0,-33 25 0,41-26-274,-58 39 815,-35 25-15,76-52-863,4-4-193,-51 49 1,85-73-211,0 0-13,0 0 0,0 0 0,0-1 1,0 1-1,0 0 0,1 0 0,-1 0 0,0 0 0,1 0 1,-1 0-1,1 0 0,-1 0 0,1 1 0,-1-1 0,1 0 1,0 0-1,-1 2 0,8-2-5189,-4-1 4365,23-3-3365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32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616 1 80,'0'0'13518,"-47"24"-12035,-153 81-234,28-14 582,171-90-1814,-178 98 1680,175-97-1716,3-2-10,0 1 1,0-1 0,1 0-1,-1 1 1,0-1-1,0 0 1,1 1-1,-1-1 1,0 1 0,1 0-1,-1-1 1,1 1-1,-1-1 1,1 1-1,-1 0 1,1-1 0,-1 2-1,6-2-2911,12-5 947,-1 0 0,21-9 0,9-7-5935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32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394 0 1040,'0'0'20165,"-247"155"-19565,201-128-304,6-3-144,5-3-152,14-9-272,16-9-1073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32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 0 5457,'0'0'15355,"-212"161"-15026,182-143-329,0-3-225,10-6-919,0-6-1024,9-3-2145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32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1 1240,'0'0'15180,"-61"109"-14988,46-100-192,10 0-297,0-6-911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32.8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7930,'116'133'4481,"-157"-112"-2961,1 0 232,5 0-543,15-2-889,10-7-320,10-3-1305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37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0 800,'0'0'14707,"-15"21"-11394,10-21-2209,5 3-96,-5-3-279,0 0-217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38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1088,'0'0'10257,"-4"0"-9206,-4 3 2845,34-3 805,-10 0-5880,119 0 1475,-24 0-1094,-45 0-4420,-227 0-3504,161 0 8971,-1 0 1,1 0 0,-1 1-1,0-1 1,1 0-1,-1 1 1,1-1 0,-1 0-1,1 1 1,0-1-1,-1 0 1,1 1 0,-1-1-1,1 1 1,0-1-1,-1 1 1,1-1-1,0 1 1,0-1 0,-1 1-1,1 0 1,0-1-1,0 1 1,0-1 0,0 1-1,-1-1 1,1 1-1,0 0 1,0-1 0,0 2-1,0 24 2215,0-18-1747,-5 152 2663,4-115-3025,-2-1 0,-1 1 1,-12 47-1,15-79-410,1-12 2,0 0-1,0-1 1,0 1-1,0 0 1,-1 0-1,1 0 1,0 0-1,0 0 1,0 0-1,-1 0 1,1 0-1,0 0 1,-1-1-1,1 1 1,-1 1-1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39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1 656,'0'0'8022,"-6"5"-6589,-17 15-300,23-20-1040,0 0 1,-1 0-1,1 0 1,0 1-1,0-1 1,0 0-1,0 0 1,0 0-1,-1 0 1,1 0-1,0 0 1,0 0-1,0 0 1,0 0-1,0 0 1,-1 1-1,1-1 1,0 0-1,0 0 1,0 0-1,0 0 1,0 0 0,0 1-1,0-1 1,0 0-1,0 0 1,0 0-1,0 0 1,-1 1-1,1-1 1,0 0-1,0 0 1,0 0-1,0 0 1,0 1-1,0-1 1,0 0-1,0 0 1,1 0-1,-1 0 1,0 1-1,0-1 1,0 0-1,0 0 1,0 0-1,0 0 1,0 0-1,0 1 1,0-1-1,0 0 1,1 0-1,-1 0 1,0 0-1,0 0 1,0 0-1,0 0 1,0 1-1,0-1 1,1 0-1,-1 0 1,0 0-1,0 0 1,0 0 0,0 0-1,1 0 1,-1 0-1,0 0 1,13 0-449,-10 0 911,63 0 387,172 0-1714,-261-9-17125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40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15 464,'0'0'8442,"4"-2"-7020,12-11 7085,-30 22-8329,-1 0 1,1 1-1,-17 16 0,-11 8-75,-113 84 209,154-117-308,0-1-1,1 1 1,-1 0 0,1 0-1,-1 0 1,1 0 0,-1 0-1,1 0 1,-1 0 0,1 0-1,0 0 1,-1 0-1,1 0 1,0 0 0,0 0-1,0 2 1,0-3 3,0 1 0,0 0 1,0-1-1,0 1 0,0 0 0,0-1 0,0 1 0,0-1 0,0 1 1,1 0-1,-1-1 0,0 1 0,0 0 0,1-1 0,-1 1 0,0-1 1,1 1-1,-1-1 0,1 1 0,-1-1 0,1 1 0,-1-1 0,1 1 1,-1-1-1,1 0 0,-1 1 0,1-1 0,0 1 0,175 37 1202,2 1-76,-176-38-1360,9 3 488,-10-3-1298,-8 0-2077,-19-1-1140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47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46 640,'0'0'10521,"1"-3"-8909,1-6 1350,-1-1-1,0-13 2371,-1 30-5240,1 10-1,-1-10-39,1 0 0,-1 0 0,-1 0 0,1 0 0,-1 0 0,-1 0 0,1 0 0,-3 7 0,-5 3 13,-16 23 1,5-7-40,-2 3 28,-15 27-11,36-60-51,0-1 0,0 1-1,0-1 1,1 1-1,-1-1 1,1 1 0,-1 0-1,1-1 1,0 1-1,0 3 1,0-4-20,0-2 3,162 0-1101,-162 0 1113,1 1 0,0-1-1,0 0 1,-1 0 0,1-1-1,0 1 1,0 0-1,-1 0 1,1 0 0,0 0-1,0-1 1,-1 1 0,1 0-1,0-1 1,-1 1-1,1 0 1,0-1 0,-1 1-1,1-1 1,-1 1 0,1-1-1,-1 1 1,1-1-1,-1 0 1,1 1 0,-1-1-1,1 0 1,-1 1 0,1-2-1,-1-1-129,1 0 0,-1 0 0,1 0 0,-1-1 0,0 1 0,-1-4 0,1-5 76,0-66 695,0 90-471,-1 6 112,-1-1-1,0 1 0,-8 26 1,6-29-32,0-1 1,1 1-1,1 0 0,-1 26 1,3-25 449,0-4-3099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53.4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13 9874,'0'0'7714,"-10"-12"-17020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54.2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0 1032,'0'0'13312,"0"5"-11272,-1 13-348,1-18-1488,-1 1 0,1-1 0,0 0 1,0 1-1,-1-1 0,1 0 0,0 1 0,-1-1 1,1 0-1,-1 0 0,1 1 0,0-1 0,-1 0 1,1 0-1,-1 0 0,1 0 0,0 1 0,-1-1 1,1 0-1,-1 0 0,1 0 0,-1 0 0,1 0 1,-1 0-1,-2 0 1212,9-1 130,9 0-6298,-14 1 4317,-1-1-1,1 1 1,-1 0-1,1-1 1,4-5-4792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58.0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142 112 416,'0'0'1398,"16"-3"1313,-16 2-2413,1 0 0,0 0-1,0 0 1,0 0 0,0 0 0,-1 0 0,1 0 0,-1 0-1,1 0 1,-1-1 0,1 1 0,-1 0 0,1 0-1,-1-1 1,0 1 0,0 0 0,0 0 0,0-1 0,0 1-1,0 0 1,0-2 0,0-58 3852,0 60-4150,-1 1-1,1-1 1,0 0-1,0 0 1,-1 1-1,1-1 1,0 0 0,-1 0-1,1 1 1,-1-1-1,1 0 1,-1 1-1,1-1 1,-1 1-1,0-1 1,1 1-1,-1-1 1,1 1-1,-1-1 1,0 1 0,0 0-1,1-1 1,-1 1-1,0 0 1,-1-1-1,2 1-61,-2-5 1754,-1 14 91,3 184 237,-1-185-1941,0 1-1,0 0 0,-1-1 0,-3 11 0,2-10 3,1-1 0,0 1 0,0 0-1,0 12 1,-3 58 106,5 123-54,0-199-118,-1 0 0,1 0-1,-1 0 1,0 0-1,0-1 1,0 1 0,0 0-1,-1-1 1,1 1-1,-1-1 1,1 1 0,-1-1-1,0 0 1,0 1-1,0-1 1,0 0 0,-4 2-1,-7 9 98,7-6-62,-7 8 99,0 0-1,-11 17 0,21-26-91,0-1-1,0 0 0,0 1 0,1 0 0,0 0 0,0 0 0,0 0 0,1 0 0,0 0 0,-1 12 0,2 79 1337,11-99-1407,-7 0 2,0 0-1,0 0 0,0-1 0,0 0 1,0 0-1,-1 0 0,0 0 0,1 0 1,4-8-1,24-38-88,-25 37 42,-1 0-1,0 0 1,0-1-1,-2 1 1,1-1-1,-2 0 1,0-1-1,0 1 0,-2-1 1,1-17-1,-1 18-155,-1 10 147,1-1 0,-1 1 0,0-1 0,0 1 0,-1-1 0,1 1 0,-1-1 0,1 1-1,-1 0 1,0-1 0,0 1 0,-2-4 0,-7-6-17,8 10 70,-1 0-1,1 0 1,0 0-1,-1-1 1,2 1-1,-1-1 0,0 0 1,1 1-1,-1-1 1,1 0-1,0 0 1,0 0-1,0-7 0,1 5-13,-1 1 0,1-1-1,1 0 1,-1 0 0,1 1-1,0-1 1,0 0 0,1 1-1,-1-1 1,1 1 0,0 0-1,1-1 1,5-8 0,-4 9 21,0-1 0,0 1 0,-1-1 1,0 0-1,0 0 0,0 0 0,-1-1 0,0 1 1,0 0-1,0-1 0,-1 0 0,1-6 0,-2 68 19,2-16 161,-3 1 0,-5 43 0,2-50 132,2 63 1,3-60-156,-1-22-9,2 0 0,0 0 0,6 22 0,-4-23-9,-1 1-1,-1-1 1,2 23 0,-4 98 765,1-141-1462,0-1 1,1 1 0,0-1 0,0 1 0,1 0-1,0 0 1,0 0 0,0 0 0,6-7 0,13-29-2972,-11 18 764,-2 0 1,9-38-1,-11 17-3111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39:59.4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0 421 1192,'0'0'6058,"0"-24"-5509,0-106 609,0 128-882,1 0 1,-1-1-1,1 1 1,0 0 0,0 0-1,0 0 1,0 0 0,0 0-1,0 0 1,0 0 0,0 0-1,1 1 1,-1-1-1,1 0 1,-1 1 0,1-1-1,0 1 1,3-3 0,-2 2-187,-1 0-1,1 0 1,0-1 0,-1 0 0,0 1 0,1-1 0,-1 0 0,3-5 0,-4 3-13,0 1-1,-1-1 1,1 1 0,-1 0 0,0-1 0,0 1 0,-1-6-1,0-7 217,1-59 5033,-1 74-5168,1-1 0,0 1-1,0-1 1,0 0 0,0 1-1,1-1 1,0-3 0,578-21 2689,-523 21-2829,89-3 13,-43 9-125,-77 0 1386,-35 0-1535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0:05.1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83 891 368,'0'0'5668,"3"2"-4807,11 8-214,-13-9-565,0 0 1,0 0-1,0-1 0,0 1 0,0 0 0,0 0 1,-1 0-1,1 0 0,0 0 0,0 0 0,-1 0 0,1 0 1,-1 0-1,1 0 0,-1 1 0,1-1 0,-1 0 1,0 0-1,1 1 0,-1-1 0,0 0 0,0 0 1,0 1-1,0-1 0,0 0 0,0 0 0,-5 11 9340,0-16-5316,-21-24-3591,24 24-486,-1 1-1,1-1 0,1 0 1,-1 0-1,1 1 1,-2-7-1,-3-6 35,4 6 46,2 10-95,0-1 1,0 0-1,0 0 1,0 0-1,-1 0 1,1 0-1,0 1 1,-1-1-1,1 0 1,0 0-1,-1 0 1,0-1-1,-1 1 33,1-1 0,0 0 0,0 0-1,0 0 1,0 0 0,1 0 0,-1 0 0,0 0-1,1 0 1,0 0 0,-1 0 0,1 0 0,0 0-1,0 0 1,0-1 0,0-2 0,0 3-29,-10-37 330,9 38-338,1-1 1,-1 0-1,-1 1 0,1 0 1,0-1-1,0 1 0,0 0 1,-1-1-1,-1 0 1,-4-5 18,6 5-6,-1 0 1,1 0-1,0-1 0,0 1 1,0 0-1,0-1 0,0 0 0,0 1 1,1-1-1,-1 1 0,1-6 0,0-33 407,1 20-291,-1-143 1711,11 143-1770,-7 12-31,0 1-1,0 0 1,1 0 0,0 0-1,11-12 1,6-9 74,-21 26-112,1 1 0,-1-1 0,0 1-1,0-1 1,0 0 0,0 1 0,-1-1 0,1 0 0,-1 0 0,1-4 0,-1 4-6,1 1-1,0-1 1,0 0 0,0 0 0,0 0-1,0 1 1,0-1 0,3-3 0,6-15 0,-4 5 1,-4 14-4,-1-1-1,0 1 1,0-1-1,0 1 1,-1-1-1,1 0 1,0-4 0,4-24 4,-5 20-6,0 5 1,0 0-1,0 0 1,0 0-1,1-1 0,2-8 1,2-13 6,-3 19 4,1 0-9,-2 6-10,-1 3-12,1-2-134,0 1 164,0-1-1,0 1 1,0-1 0,0 1 0,0 0 0,0 0 0,1-1-1,-1 1 1,3-2 0,1-2-6,0 0-9,-1 0-1,0-1 1,5-11-1,-4 9-9,-2 5 12,-2 2-10,24 1-162,463 0 420,-392-6-158,-39 0-94,13 3-25,46 0 47,-35 0 2,20 0-23,-52 4 11,83-4 12,-105 1-2,-18 2-5,0 0-1,0-1 1,-1 0-1,16-4 1,-10 2-13,-1 1 1,1 0-1,-1 1 1,28 2-1,-15-1 3,407 0-82,-432 0 74,1 1 1,0-1 8,0 0 0,0 1 1,0-1-1,0 0 0,0 0 0,0 0 0,0 0 0,3-1 0,12 0 19,-16 1-25,0 1 5,0 0-1,-1-1 1,1 0 0,0 1 0,0-1 0,0 0 0,-1 1 0,1-1 0,0 0 0,0 0 0,0 1 0,0-1 0,-1 0 0,1 0 0,0 0 0,0 0 0,0 0 0,0 0 0,1-1 0,6 0 6,41 1 822,-49 21-524,0 322 84,-10-278-306,9-57-75,1 0 1,-2 0 0,1 0 0,-1 0 0,0 0 0,-1-1 0,-5 13 0,6-16-7,-12 42 5,1-24-1,9-17 9,2-1 0,-1 1 0,0 0 0,1 0 0,-2 6 1,-12 41 23,11-27-25,2-12-7,1-1 1,0 1-1,0 14 1,2 125 114,1-147-125,-1-1 0,1 1-1,0-1 1,0 1 0,1-1-1,0 0 1,1 5 0,7 18-16,-7-20 58,-1 1 1,1-1 0,0 0 0,1 0 0,6 9 0,10 19 104,21 44-103,-27-44-29,-10-21 11,1 0 1,1-1-1,1 0 0,0 0 1,15 21-1,-13-23-8,0 1 0,0-1 0,-1 2 0,-1-1 0,11 26 0,-13-28 19,0 0 0,0-1 0,1 1 0,13 16 0,12 18 53,14 49-32,-42-85-53,-1 0 0,0-1 0,-1 1 0,1 0 0,-1 0 0,-1 0 0,0 0 0,-1 9 0,1-2 0,1 32 8,0-18 7,-4 46-1,1-61-13,-1 0 1,-6 14 0,5-15-1,1 0 1,-4 19 0,-3 65 5,8-69-9,-1 3 10,-1-8-4,1 1 0,2 0 0,2 45 1,0-19-3,-1-23-3,1-7 2,-1 0-1,-1 0 1,-1-1-1,-6 29 1,4-29-1,1 0 0,1 1-1,0-1 1,3 26 0,-1-24-12,0-19 11,0 0 0,1 0 0,-1-1 0,1 1 0,-1 0 0,1 0 0,0-1 0,0 1 0,0 0 0,0-1 0,0 1-1,0-1 1,0 0 0,0 1 0,1-1 0,-1 0 0,0 1 0,1-1 0,1 1 0,11 11 15,-13-12-15,-1 0 1,1 1 0,-1-1-1,0 0 1,0 0 0,1 1-1,-1-1 1,0 0 0,0 1-1,0-1 1,0 0 0,-1 0-1,1 3 1,0 13 6,19 74 65,-17-85-68,2 10 57,1-1 1,1 1 0,0-1 0,17 28 0,-16-26-44,-7-17-21,0 1 1,0 0-1,0 0 0,0 0 0,1 0 0,-1 0 0,0 0 1,1 0-1,-1-1 0,0 1 0,1 0 0,-1 0 0,1-1 1,-1 1-1,1 0 0,0-1 0,-1 1 0,1 0 0,0-1 1,0 1-1,-1-1 0,1 1 0,0-1 0,0 1 0,0-1 0,-1 0 1,1 1-1,0-1 0,0 0 0,0 0 0,0 0 0,0 1 1,0-1-1,0 0 0,-1 0 0,3-1 0,33 2-1424,-24 0 316,1-1-1,-1 0 1,20-4-1,3-6-4515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0:09.6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334 58 80,'0'0'8970,"5"-2"-7195,3 0-1181,-5 1-229,1 0 0,-1 0-1,0 0 1,1-1 0,-1 1 0,4-3-1,-6 2 88,1 1 0,-1 0 0,1 0 0,-1-1 0,0 1 0,1-1-1,-1 1 1,0-1 0,0 1 0,0-1 0,0 0 0,-1 1 0,2-3-1,5-10 2521,-7 14-2929,1 0 0,-1 0 0,0 0 0,0 0 0,0 0 0,0 0-1,0 0 1,0 0 0,0-1 0,0 1 0,0 0 0,1 0 0,-1 0 0,0 0-1,0 0 1,0 0 0,0 0 0,0 0 0,0-1 0,0 1 0,0 0-1,0 0 1,0 0 0,0 0 0,0 0 0,0 0 0,0-1 0,0 1 0,0 0-1,0 0 1,0 0 0,0 0 0,0 0 0,0 0 0,0-1 0,0 1 0,0 0-1,0 0 1,0 0 0,0 0 0,-1 0 0,1 0 0,0 0 0,0 0 0,0-1-1,0 1 1,0 0 0,0 0 0,0 0 0,0 0 0,-1 0 0,1 0 0,0 0-1,0 0 1,0 0 0,0 0 0,0 0 0,0 0 0,0 0 0,-1 0-1,1 0 1,0 0 0,-10 1 412,-11 6-450,0 1 0,1 1 0,-25 15 0,7-4 4,-25 10 9,31-16 1,1 1 0,1 1 0,-39 29-1,66-42-31,2-3 4,0 1 1,0 0-1,0-1 1,0 1-1,0 0 0,1-1 1,-1 1-1,0 0 1,0 0-1,1 0 1,-1 0-1,1 0 1,-1 0-1,1 0 0,-1 0 1,1 0-1,0 0 1,-1 0-1,1 0 1,0 0-1,0 0 1,0 0-1,-1 0 0,1 0 1,1 2-1,-1-3 13,0 1-1,0-1 1,0 0 0,0 1-1,1-1 1,-1 0-1,0 1 1,0-1-1,1 0 1,-1 0 0,0 1-1,0-1 1,1 0-1,-1 0 1,0 1-1,1-1 1,-1 0 0,0 0-1,1 0 1,-1 0-1,0 1 1,1-1 0,-1 0-1,0 0 1,1 0-1,-1 0 1,1 0-1,-1 0 1,1 0 0,2 1 20,34 6 110,38 4 0,-40-7-95,52 12 0,-63-9-12,-1-1-10,37 14 0,-57-19-384,1 1 1,0-2-1,0 1 1,0 0-1,-1-1 1,8 1-1,-8-1-202,-1 0 1,0 0-1,0-1 0,0 1 1,0 0-1,0-1 1,0 1-1,0-1 0,0 1 1,0-1-1,0 0 0,-1 0 1,1 0-1,2-2 0,6-10-4640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0:10.6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242 130 888,'0'0'12459,"1"2"-11023,-1-1-1387,0-1 0,0 0 0,1 0 0,-1 0 0,0 1 0,0-1 0,0 0 0,0 0 0,0 1 0,0-1 0,0 0 0,0 0 0,1 1 1,-1-1-1,0 0 0,0 0 0,0 1 0,0-1 0,0 0 0,-1 0 0,1 1 0,0-1 0,0 0 0,0 0 0,0 1 0,0-1 0,0 0 0,0 0 0,0 1 0,0-1 0,-1 0 0,1 0 0,0 0 0,0 1 0,0-1 0,-1 0 0,1 0 0,0 1 0,-14 0 1461,7-1-1286,4 0-87,0 0 1,0 0-1,0-1 0,0 1 0,0 0 0,0-1 0,0 0 1,0 0-1,0 0 0,1 0 0,-1 0 0,0 0 1,0-1-1,1 0 0,-1 1 0,1-1 0,0 0 0,-1 0 1,1 0-1,0 0 0,0-1 0,0 1 0,0 0 0,1-1 1,-1 0-1,1 1 0,-1-1 0,1 0 0,0 0 0,0 1 1,0-1-1,1 0 0,-1 0 0,0-6 0,1-1 259,0 9-362,-1-1 0,1 0 0,0 0 0,0 1 0,0-1 1,0 0-1,0 0 0,0 1 0,0-1 0,1 0 0,-1 0 0,0 1 1,1-1-1,0 0 0,-1 1 0,1-1 0,0 1 0,0-1 0,0 1 1,0-1-1,0 1 0,0-1 0,3-1 0,3 0-36,0-1-1,0 2 0,1-1 0,-1 1 1,0 0-1,16-1 0,48-2-72,-69 5 73,183 0-138,-180 0 126,0 0 0,0 1-1,0 0 1,0 0 0,0 0 0,-1 1-1,1-1 1,-1 1 0,8 4 0,-10-4 6,0-1 1,0 0 0,0 1 0,0-1-1,0 1 1,-1 0 0,1-1 0,-1 1-1,0 0 1,1 0 0,-1 0 0,0 0-1,0 0 1,0 0 0,0 1 0,0-1-1,-1 0 1,1 0 0,-1 1 0,1-1-1,-1 0 1,0 3 0,0-1 6,0 0 0,0 0 0,0 0 0,-1 0 0,0 0 0,0 0 0,0 0 0,-2 6 1,2-8 6,-1 1 1,0-1 0,0 1 0,0-1 0,0 0 0,0 0 0,0 0 0,0 0 0,-1 0 0,1 0 0,-5 2-1,-49 27 265,-61 22-1,33-15 34,69-31-242,0 1 1,-15 11 0,26-16-58,0 0 1,0 0-1,0 0 1,0 1-1,1-1 0,-1 1 1,1 0-1,0 0 1,1 0-1,-1 1 1,-4 8-1,7-13 8,0 1 0,-1 0 0,1-1 0,0 1 0,0 0 0,0-1 0,-1 1 0,1 0 0,0-1 0,0 1 0,0 0 0,0-1 0,0 1 0,0 0 0,0 0 0,0-1 0,1 1 0,-1 0 0,0-1 0,0 1 0,1 0-1,-1-1 1,0 1 0,1-1 0,-1 1 0,0 0 0,1-1 0,-1 1 0,1-1 0,-1 1 0,1-1 0,-1 1 0,1-1 0,-1 0 0,1 1 0,1 0 0,1 0 15,1 0 0,-1-1 0,1 1 0,-1-1 0,1 1 0,4-1 0,2 1 14,177 2 177,-121-3-189,-64 0-20,-1 0 0,0 0 0,1 0 0,-1-1 1,0 1-1,0 0 0,1 0 0,-1-1 0,0 1 0,0-1 0,0 1 1,0-1-1,1 1 0,-1-1 0,0 0 0,0 1 0,0-1 0,0 0 1,0 0-1,-1 0 0,1 0 0,0 0 0,0 0 0,0 0 0,-1 0 1,1 0-1,-1 0 0,1 0 0,-1-1 0,1 1 0,-1-2 0,2-4 120,-2 1-1,1-1 1,-1 0 0,0 1-1,-1-8 1,0-4 191,1 17-296,0-1-1,0 0 1,-1 1 0,1-1 0,-1 0-1,1 1 1,-1-1 0,0 1 0,0-1-1,1 1 1,-1-1 0,0 1 0,0 0-1,0-1 1,-1 1 0,1 0 0,0 0-1,0 0 1,-1 0 0,-1-1-1,-4-3 108,-2 0-1,-12-5 0,14 7-71,-54-21 176,-1 2-1,-68-13 0,35 10-152,25 6-21,67 19-62,2 0 0,0-1-1,1 1 1,-1 0 0,0 0-1,0 0 1,0 0-1,1-1 1,-1 1 0,0 0-1,0-1 1,1 1-1,-1-1 1,0 1 0,1-1-1,-1 1 1,0-1-1,1 1 1,-1-1 0,0 0-1,4 0-232,120 1-4847,-70 0-230,15 0-10608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6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5 472,'4'-5'19371,"-3"8"-19415,-1-1 1,1 1-1,-1 0 1,0-1 0,1 1-1,-1-1 1,0 1-1,-1 5 1,0 6-593,1 39-3978,0-29-50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6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3697,'0'0'3425,"10"100"-6978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7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1072,'0'0'9730,"0"124"-10250,0-100-672,5-5-913,0-4-727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7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2777,'0'0'8241,"0"82"-8145,0-70-96,-10 6-232,0-3-1088,0 1-1473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7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1528,'0'0'6594,"0"76"-8819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8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2737,'0'0'4088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8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3145,'0'0'2416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0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8426,'0'0'4857,"151"0"-4929,-131 0-400,16 0-649,-6 0-927,5 0-3385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7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5921,'0'0'5826,"0"90"-6163,0-74-767,0-1-664,0-6-2577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0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7842,'0'0'3728,"81"12"-8497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0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6489,'0'0'9754,"40"3"-11378,-30 0-48,5-3-3377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0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5089,'247'-12'4873,"-247"18"-4873,0-3-1688,-26-3-3049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2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6825,'0'0'3233,"21"0"-7514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2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3729,'0'0'11250,"66"-9"-11242,-46 9-8,-5 0-136,0 3-552,15 3-168,-4-3-1049,-6-3-2504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3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1 640,'0'0'14651,"36"0"-14651,-31 0-576,10 6-944,-5 0-1721,0-3-5105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3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9618,'0'0'2881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3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0 536,'0'0'1104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3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1488,'46'69'807,"-37"-50"14260,-3-19-12407,-3 0-2682,-2 0-254,0 2-645,0 1 122,0 0 0,0 0 1,-1 0-1,1 1 0,-1-1 1,0 3-1,0 10-6228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4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2961,'0'0'10298,"76"0"-10298,-56 0-192,10 0-960,0 0-1937,-5 0-4265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4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4945,'0'0'10154,"60"-6"-10154,-45 6-360,1 0-568,9 0-360,10 0-761,0 0-615,-4 0-2241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4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 7250,'0'0'8265,"86"-10"-8265,-71 10-224,10 0-376,16 0-560,-1 0-1353,-5 0-3968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4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1328,'0'0'10587,"60"18"-14628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4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7162,'0'0'1560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0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1424,'0'0'5489,"0"3"-4454,5 20 4905,-1-13-8807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1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1240,'0'0'6554,"5"49"-10099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1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1640,'0'9'921,"0"-3"-641,0 0 2040,10 1-1024,-5-4-671,0 0-17,0 0-200,0 3-360,-5 0-48,0 0-1273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1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2665,'0'0'9890,"0"54"-9666,0-42-224,0-3-120,0 9-288,0-5-1265,0-1-1279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2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0 3393,'0'0'6409,"-45"79"-10602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2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1536,'0'0'5377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2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1 1792,'0'0'12467,"-81"136"-12411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3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3505,'0'0'7609,"0"88"-7609,0-64-304,5-3-1376,0-2-4353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4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6305,'0'0'5289,"-5"90"-6009,5-77-856,0-1-2321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4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1456,'0'0'6874,"-20"54"-6874,20-48-384,0 0-1425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4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2657,'0'0'7929,"0"67"-11666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4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2617,'0'0'2000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5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2785,'0'0'2152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9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1880,'0'0'15582,"4"-5"-13900,15-13-604,-18 17-1006,1 0 1,0 1-1,-1-1 1,1 0-1,0 1 1,0-1-1,-1 1 1,1-1-1,0 1 0,0 0 1,0 0-1,0 0 1,0 0-1,0 0 1,-1 0-1,3 1 1,8 0-42,181 2-5294,-131 0 702,-6 0-3035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9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3449,'0'0'10994,"81"0"-11122,-56 0-360,-5 0-584,16 0-1033,-11 0-503,-10 0-2577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09.8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4601,'0'0'7081,"96"12"-8657,-81-9-1168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1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2777,'0'0'14443,"25"0"-14315,-15 0-128,10 0-264,-5 0-841,11 0-239,9 0-480,0 0-2137,-9 0-3273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2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5025,'0'0'8394,"96"0"-8746,-66 0-552,-9 0-1265,4 0-1744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2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4081,'0'0'8602,"101"0"-8970,-56 0-985,-4 0-1415,-6 0-4714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2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1816,'0'0'13427,"111"6"-13763,-66-3-696,-4 1-1064,-1-4-2081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17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80 888,'0'0'3957,"1"2"-3222,0 1-365,2 7 4697,12-10-2737,-10 0-2116,0-1 0,-1 0 0,1 0 1,-1 0-1,1 0 0,6-4 0,6-1 30,-7 2 153,-10 4-391,0 0 0,0 0-1,0-1 1,0 1 0,0 0-1,0 0 1,0 0 0,0 0 0,0 0-1,0 0 1,0 0 0,0 0 0,0-1-1,0 1 1,0 0 0,0 0-1,0 0 1,-1 0 0,1 0 0,0 0-1,0 0 1,0 0 0,0 0-1,0 0 1,0-1 0,0 1 0,0 0-1,0 0 1,0 0 0,0 0-1,0 0 1,-1 0 0,1 0 0,0 0-1,0 0 1,0 0 0,0 0 0,0 0-1,0 0 1,0 0 0,0 0-1,-1 0 1,1 0 0,0 0 0,0 0-1,0 0 1,-23 0 119,7 3-80,0 0 0,0 1 1,0 1-1,1 1 0,0 0 1,0 1-1,-15 9 0,29-15-34,-1 0 0,1 0 0,0 0 0,-1 0-1,1 0 1,0 0 0,0 0 0,0 0 0,-2 2-1,3-3-9,0 0 0,0 1 0,0-1 1,0 0-1,0 0 0,0 0 0,0 0 0,0 0 0,0 0 0,0 0 0,0 0 0,0 0 0,0 1 0,0-1 0,0 0 0,0 0 0,0 0 0,0 0 0,0 0 0,0 0 0,0 0 0,0 0 0,0 0 1,0 0-1,0 0 0,1 1 0,-1-1 0,0 0 0,0 0 0,0 0 0,0 0 0,0 0 0,0 0 0,0 0 0,0 0 0,0 0 0,0 0 0,0 0 0,1 0 0,-1 0 0,0 0 0,0 0 0,0 0 1,0 0-1,0 0 0,0 0 0,0 0 0,1 0 0,11-2-91,80-30-558,-37 12 54,-5 2 98,-49 18 484,0 0 11,-1 0 0,0 0 0,0 0 0,1 0 0,-1-1 0,0 1-1,0 0 1,1 0 0,-1 0 0,0 0 0,0 0 0,1 0 0,-1 0-1,0-1 1,0 1 0,0 0 0,1 0 0,-1 0 0,0 0 0,0-1-1,0 1 1,0 0 0,0 0 0,1-1 0,-1 1 0,0 0 0,0 0-1,0-1 1,0 1 0,0 0 0,0 0 0,0-1 0,0 1-130,-3 0 116,-12-1 6,0 1-1,1 1 1,-1 0 0,1 1 0,-26 7-1,22-3 153,0 0-1,0 2 1,1 0-1,-1 0 1,-28 21-1,44-28-100,2-1-37,0 0-1,0 0 1,-1 1-1,1-1 1,0 0-1,0 0 1,-1 0-1,1 0 1,0 0-1,0 1 1,0-1-1,-1 0 0,1 0 1,0 0-1,0 1 1,0-1-1,0 0 1,0 0-1,-1 1 1,1-1-1,0 0 1,0 0-1,0 1 1,0-1-1,0 0 0,0 1 1,4-1 104,-1 0-83,34 1-197,-1-2-1,1-2 1,53-10-1,175-71-3147,-265 84 3352,-8 1 249,-14 4-60,-31 16 1028,-66 37 0,73-34-542,45-23-676,-6 2 170,1 0 1,0 0-1,0 1 1,0 0-1,0 0 1,-7 8-1,13-12-199,0 0 1,1 0-1,-1 0 0,0 0 0,0-1 0,0 1 0,0 0 0,0 0 0,1 0 1,-1 0-1,0 0 0,0 0 0,0 0 0,0 0 0,1 1 0,-1-1 1,0 0-1,0 0 0,0 0 0,0 0 0,0 0 0,0 0 0,1 0 1,-1 0-1,0 0 0,0 0 0,0 0 0,0 1 0,0-1 0,0 0 1,0 0-1,1 0 0,-1 0 0,0 0 0,0 0 0,0 1 0,0-1 0,0 0 1,0 0-1,0 0 0,0 0 0,0 0 0,0 1 0,0-1 0,0 0 1,0 0-1,0 0 0,0 0 0,0 0 0,0 1 0,0-1 0,0 0 1,0 0-1,0 0 0,0 0 0,0 0 0,0 1 0,0-1 0,0 0 1,-1 0-1,1 0 0,0 0 0,0 0 0,0 0 0,0 1 0,0-1 1,0 0-1,17-1-124,0-1 0,0 0 0,1-1 0,26-8 0,69-31-1202,-83 31 1077,-19 6 163,8-2 1,-1 0 0,21-13-1,-71 32 1204,-55 41-1,31-17-353,54-35-683,6-1-42,13-1-89,0 0 0,-1-1-1,1-1 1,18-5 0,64-26-1284,-32 11 402,-37 13 496,14-3-925,72-34 0,-113 46 1340,-2 1 23,-1 0-1,1-1 1,-1 1-1,1 0 1,-1 0 0,1 0-1,-1-1 1,0 1-1,1 0 1,-1-1-1,1 1 1,-1 0 0,0-1-1,1 1 1,-1-1-1,1 1 1,-1 0 0,0-1-1,0 1 1,1-1-1,-1-1 1161,-9 3-920,0 0 1,0 1-1,0 0 0,0 0 0,1 1 1,-1 0-1,1 1 0,-13 6 0,2-1 146,9-4-180,-8 2 132,0 1-1,1 1 1,1 1 0,-1 0-1,-28 25 1,44-35-341,1 0 0,0 1 0,-1-1-1,1 0 1,0 0 0,0 0 0,-1 1-1,1-1 1,0 0 0,0 1 0,-1-1 0,1 0-1,0 1 1,0-1 0,0 0 0,-1 1-1,1-1 1,0 0 0,0 1 0,0-1-1,0 0 1,0 1 0,0-1 0,0 1 0,12 1 155,6-3-258,0-1 1,0-1-1,-1 0 1,29-9-1,69-30-2106,-114 41 2183,172-79-3053,-165 76 3021,5-6 460,-13 7 492,-10 6-336,-63 38 701,35-18-677,11-9-131,7-3-7,0 0 0,1 2 0,-21 16 1,39-26-331,8-3-78,-5 0-46,11-1-95,0 0-1,0-1 0,0-1 0,0 0 1,18-7-1,63-30-2034,-52 17 1289,-26 13 1591,-18 10-209,-14 0 199,0 0-1,-18 4 1,27-3-617,1 1 1,0 0-1,0-1 1,0 2-1,1-1 1,-1 1-1,0 0 1,-8 5-1,14-7-207,-1-1-1,1 0 0,-1 1 1,1-1-1,-1 1 0,1-1 1,0 1-1,-1-1 1,1 1-1,0-1 0,-1 1 1,1-1-1,0 1 0,-1-1 1,1 1-1,0-1 0,0 1 1,0 0-1,0-1 0,0 1 1,0-1-1,-1 1 0,1 0 1,0-1-1,1 2 0,-1-1-684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20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132 315 5721,'0'0'5616,"26"-19"-5118,80-60 115,-74 53-187,-31 25-403,-1 1 0,1 0 1,-1-1-1,1 1 0,-1-1 1,0 1-1,1-1 0,-1 0 0,0 1 1,1-1-1,-1 1 0,0-1 1,0 0-1,0 1 0,1-1 0,-1 0 1,1-6 221,2 1 123,-1 0-1,-1-1 1,1 1-1,-1 0 1,1-12 0,-13 18-171,-4 1-90,-1 0-1,0 1 1,1 1 0,0 1-1,-19 6 1,-74 35 1212,104-43-1213,-24 13 359,27-15-455,0 1 1,0 0-1,0-1 0,0 1 1,0 0-1,0 0 0,0 0 1,0-1-1,0 1 0,0 0 0,1 0 1,-1 0-1,0 1 0,1-1 1,-1 0-1,1 0 0,-1 0 1,0 2-1,1-3-7,1 1 0,-1-1 0,0 0 0,0 1 0,0-1-1,1 0 1,-1 0 0,0 1 0,1-1 0,-1 0 0,0 0 0,1 0 0,-1 1 0,0-1 0,1 0 0,-1 0 0,0 0 0,1 0-1,-1 0 1,0 0 0,1 0 0,-1 1 0,0-1 0,1 0 0,-1 0 0,1-1 0,-1 1 0,0 0 0,1 0 0,-1 0-1,0 0 1,1 0 0,2 0 88,10-1 36,-1 0 0,1-1 0,-1 0 0,23-8 1,53-24-13,-52 19-114,121-49-442,80-30-1809,-222 87 2190,-15 7 60,-1 0 1,1 0-1,0 0 0,0 0 1,0 0-1,0 0 0,0 0 1,0 0-1,0 0 0,0 0 1,0 0-1,0 0 0,0 0 1,0 0-1,0 0 0,0 0 1,0 0-1,0 0 0,0 0 1,0 0-1,0 0 0,0 0 1,0 0-1,0 0 0,0 0 1,0 0-1,0 0 0,0 0 1,0-1-1,0 1 0,0 0 1,0 0-1,0 0 0,0 0 1,-11 4 103,-38 16 588,0 2 0,-50 32 0,49-26-295,-36 18 289,-4 1 473,-103 73 1,187-116-1115,-16 13 103,21-16-144,0 0-1,0-1 1,1 1 0,-1 0-1,0 0 1,0 1-1,0-1 1,1 0 0,-1 0-1,0 0 1,1 0-1,-1 1 1,1-1 0,0 0-1,-1 2 1,8-2-75,13-2 127,-1-1-1,0-1 1,-1 0-1,20-7 1,82-29-203,-68 21-112,565-202-2712,-614 219 2970,4-2-1,-1 1 0,0-1 0,9-6-1,-53 25 192,-306 168 2498,235-123-2131,81-46-433,14-8-48,-1 1 0,1 0 0,1 1 1,-19 16-1,26-18-63,11-6-39,8-2 48,0-2-1,0 1 1,0-2 0,0 1 0,0-2-1,20-10 1,-3 3-83,510-217-4465,-529 224 4405,-17 6-153,-20 8 166,-130 69 756,98-46-306,6-4-44,-320 183 2701,353-199-2819,2 0 0,0 1-1,0 1 1,-15 17 0,29-28-168,2-2-12,0-1 1,1 1 0,-1 0 0,0 0 0,1-1 0,-1 1 0,0 0 0,1 0 0,-1 0 0,1 0 0,0 0-1,-1 0 1,1-1 0,0 1 0,-1 0 0,1 2 0,0-2-85,18-1 80,1-1 0,-1 0 0,0-1 0,0-1 0,0-1 0,23-7 0,307-109-2194,-10-30-46,-324 143 2216,-11 6-110,-19 7-234,-193 107 1211,106-56-198,-329 175 2162,421-226-2698,6-4-59,2 0 0,-1 0 1,0 1-1,-5 3 0,9-6-44,0 0-1,0 0 0,0 0 0,0 0 1,0 0-1,0 0 0,0 0 0,0 0 1,-1 0-1,1 1 0,0-1 0,0 0 1,0 0-1,0 0 0,0 0 0,0 0 1,0 0-1,0 0 0,0 0 0,0 0 1,0 0-1,0 0 0,0 0 0,0 0 1,0 0-1,0 0 0,0 0 0,0 0 1,-1 1-1,1-1 0,0 0 0,0 0 1,0 0-1,0 0 0,0 0 0,0 0 1,0 0-1,0 0 0,0 0 0,0 0 1,0 0-1,0 0 0,0 1 0,1-1 1,-1 0-1,0 0 0,0 0 0,0 0 1,0 0-1,0 0 0,0 0 0,0 0 1,0 0-1,0 0 0,0 0 0,0 0 1,0 0-1,9 1 18,-7-1-4,16-1 36,0-1 0,-1 0 0,1-2 0,22-6 0,75-30-254,-69 23-26,430-172-3984,-465 183 4174,-5 3 30,1 0 1,0 0 0,7-7-1,-11 7 54,-7 4-8,-294 150 1846,221-110-1275,-239 134 1463,309-172-2016,6-2-46,-1-1 1,1 1-1,-1 0 1,1 0-1,-1-1 1,1 1-1,-1 0 1,1 0-1,0 0 1,0 0-1,0 1 1,-1-1-1,1 0 1,0 0-1,0 1 1,1-1-1,-1 1 1,0-1-1,-1 3 1,5-3-47,25-2 52,0-2 0,0 0 0,47-13 1,81-33-922,-136 42 790,24-7-179,2-1-58,0-1 0,-1-3 0,44-24 0,-78 36 321,-9 6-81,-10 2 81,1-1 0,0 1 0,0 1 0,0 0 0,0 0-1,0 0 1,0 1 0,-11 6 0,4-3 33,-50 23 160,-174 80 633,7 14 93,219-116-795,-1 1 0,1 0 0,-12 12 0,15-6 4,9-14-94,0 0 0,0 1 0,0-1 1,0 0-1,0 1 0,0-1 0,0 0 0,0 1 0,0-1 0,0 0 1,1 1-1,-1-1 0,0 0 0,0 1 0,0-1 0,0 0 1,0 1-1,1-1 0,-1 0 0,0 0 0,0 1 0,1-1 1,-1 0-1,0 0 0,0 1 0,1-1 0,-1 0 0,0 0 1,1 0-1,-1 0 0,0 0 0,1 1 0,-1-1 0,0 0 0,1 0 1,-1 0-1,0 0 0,1 0 0,-1 0 0,0 0 0,1 0 1,-1 0-1,1 0 0,-1 0 0,0 0 0,1 0 0,0-1 1,1 1 7,33 0 126,1-1-1,49-8 1,10-13-1518,-1-3 1,171-72-1,-259 95 1346,20-10-64,48-28-1,-94 42 162,-7 5 103,-1 1-1,-27 13 0,-59 31 478,62-28-340,-318 166 2124,357-183-2349,0 1 103,-22 16 1,35-24-176,-5 5 22,5-5-25,0 0 0,0 0 1,0 0-1,0 0 0,0 0 0,-1 0 1,1 1-1,0-1 0,0 0 0,0 0 1,0 0-1,0 0 0,0 0 0,0 0 1,0 0-1,0 0 0,0 1 0,0-1 1,0 0-1,0 0 0,0 0 0,0 0 1,0 0-1,0 0 0,0 0 0,0 1 1,0-1-1,0 0 0,0 0 0,0 0 1,0 0-1,0 0 0,0 0 0,0 1 1,0-1-1,0 0 0,0 0 0,0 0 1,0 0-1,0 0 0,0 0 1,1 0-1,-1 0 0,0 0 0,0 0 1,0 1-1,0-1 0,0 0 0,0 0 1,0 0-1,0 0 0,1 0 0,-1 0 1,0 0-1,0 0 0,0 0 0,0 0 1,0 0-1,0 0 0,0 0 0,1 0 1,7 1 39,1-1 1,-1 0-1,1-1 1,0 0-1,12-3 1,44-14 68,-50 13-107,570-196-3238,-574 197 3118,20-10-203,-30 13 237,-7 2-64,-15 4 279,1 1 0,1 0 0,-1 2 0,-19 10 1,-9 3 225,-362 161 2352,369-157-2377,40-24-373,7-1 5,20-1-80,1-2 1,-1 0 0,29-8-1,84-27-759,-7 1 353,-97 28 433,22-4 42,-57 13 47,0 0 1,0 0-1,0 0 0,0 0 1,-1 0-1,1 0 1,0 0-1,0 0 1,0 0-1,0 0 1,0 0-1,0 1 1,0-1-1,0 0 0,0 0 1,0 0-1,0 0 1,0 0-1,0 0 1,0 0-1,0 0 1,0 0-1,0 0 1,0 0-1,0 0 0,0 0 1,0 0-1,0 0 1,0 0-1,0 0 1,1 0-1,-1 0 1,0 0-1,0 0 1,0 0-1,0 0 0,0 0 1,0 0-1,0 0 1,0 0-1,0 0 1,0 0-1,0 0 1,0 0-1,0 0 1,0 0-1,0 0 0,0 0 1,0 0-1,0 0 1,0 0-1,0 0 1,0 0-1,0 0 1,-5 5 94,-12 5 199,-295 178 2846,310-186-3223,0-1 0,0 0 0,0 1 0,0-1 0,0 1 0,0-1 0,1 1 0,-1 0 0,1 0 0,-1 0 0,-1 3 0,18-5-8197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22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192 1 1224,'0'0'10981,"3"0"-9132,4 1-1592,-3 0 2496,-16 5-1216,-34 15-865,-59 39-1,99-56-587,-30 20 524,40-23-568,18-1-49,0-1 0,0-1 0,40-8 0,60-22-1084,84-20-1217,-189 49 2291,-16 3 5,-4 2 55,-42 25 744,-124 80 1436,149-93-1952,1 0 65,-32 27 1,50-40-322,1 0-12,-1-1 0,1 0-1,0 0 1,-1 0 0,1 1 0,0-1-1,0 0 1,-1 1 0,1-1 0,0 0-1,0 1 1,0-1 0,-1 0 0,1 1-1,0-1 1,0 0 0,0 1-1,0-1 1,0 0 0,0 1 0,0-1-1,0 1 1,10 0-245,3-2 174,1 0-1,-1-1 1,1-1 0,17-5-1,58-23-614,-57 19 383,-19 7 215,259-88-3017,-256 89 3071,-14 3-36,-9 5 107,-188 110 2492,126-72-1855,-5 2-42,-79 49 407,149-91-1019,-20 15 108,23-16-127,0 0 0,0 0 0,0 0 0,0 0 0,0 0 0,0 0 1,0 0-1,0 0 0,0 0 0,1 0 0,-1 1 0,0-1 0,1 0 0,-1 1 0,0 1 0,1-3-134,33 1-101,-1-2 0,1-1 0,37-8 0,-1-8-774,80-29 1,-108 33 877,-122 61 372,39-26 100,-249 140 2729,285-157-2990,-15 12 212,20-16-291,0 1-1,0 0 1,0 0 0,0 0-1,0 0 1,1 0 0,-1 0-1,1 0 1,-1 0 0,0 1-1,1-1 1,0 0 0,-1 0-1,1 0 1,0 1 0,-1 1-1,7-2-42,-6-1 44,30 0-3,0-1 1,57-9-1,168-62-2914,-201 55 2000,62-25-767,-110 39 1721,-5 3 219,-7 1 39,-13 4-38,-1 1 1,1 1-1,1 0 0,-26 15 1,18-9-55,10-5-102,-209 105 1574,10 15-171,211-125-1479,-15 10 121,0 0 0,-30 30 0,46-40-141,-1 3-109,5-6 99,-1 0-1,1 1 1,-1-1-1,1 0 1,-1 0-1,1 1 1,-1-1-1,1 0 1,-1 0-1,1 0 1,-1 0-1,1 0 0,0 0 1,-1 0-1,1 0 1,-1 0-1,1 0 1,0 0-1,0 0 1,29 0-52,0-1 0,1-1 1,49-11-1,194-64-2722,-189 43 2320,-123 52 1242,-53 34 0,40-22-263,17-11-176,4-3-33,1 1 0,0 2-1,-28 24 1,51-37-295,10-5-49,47-4-458,1-3 0,98-23 1,-131 25 288,0 0-18,0 0 1,0 2 0,25-1-1,-44 9 71,-1-2 166,0-1 0,0 0 0,0 0 0,-1-1 0,1 1-1,-1 0 1,0 0 0,0-1 0,0 1 0,0-1 0,-3 3 0,-33 26 408,22-18-233,-56 41 378,-71 60 110,118-84-559,28-29-152,118-4-83,-120 3 68,-1 2-275,0 0 324,-1 0 0,1 0 0,-1-1-1,1 1 1,-1-1 0,0 1 0,0 0 0,0-1 0,0 1 0,0-1-1,0 0 1,0 1 0,0-1 0,0 0 0,-1 0 0,-1 2 0,-32 22 141,13-10-57,20-13-82,-1 0-1,1 0 0,-1 0 1,1 0-1,0 0 1,0 1-1,0-1 0,0 1 1,1 0-1,-1-1 1,1 1-1,-1 0 0,1 0 1,0 0-1,0 0 1,0 0-1,0 0 0,1 0 1,-1 0-1,1 1 1,0-1-1,0 5 0,0-3 50,0 0 0,0 0 0,0 1 0,-1-1 0,0 0 0,0 0 0,-1 0-1,1 0 1,-1-1 0,0 1 0,0 0 0,-1-1 0,0 1 0,1-1-1,-1 0 1,-1 0 0,-4 5 0,-3 1 72,16-25-10741,21-16 328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24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 54 3025,'0'0'8080,"-4"-9"-7236,3 6-785,-1 0-1,1 0 0,-1 0 1,0 0-1,0 0 0,0 0 1,0 1-1,0-1 1,-1 1-1,-3-4 0,3 5-16,0-1-1,0 1 0,0-1 0,0 1 0,0 0 1,-1 1-1,1-1 0,0 0 0,0 1 0,-1 0 1,1-1-1,0 1 0,-1 1 0,-5 0 0,-24 4 595,1 2 0,0 1 0,0 2 0,1 1 0,0 1-1,1 1 1,-47 29 0,77-41-617,-2 0 33,0-1 0,0 1 0,1 0 0,-1 0 0,1 0 0,-1 1 0,1-1 1,-1 0-1,1 0 0,0 1 0,-1-1 0,1 1 0,0-1 0,0 1 1,0 0-1,0-1 0,1 1 0,-1 0 0,0 0 0,1 0 0,-1 2 0,1-3-42,0-1 0,1 0 0,-1 1 0,0-1-1,1 0 1,-1 1 0,1-1 0,-1 0 0,0 0-1,1 1 1,-1-1 0,1 0 0,-1 0-1,1 0 1,-1 0 0,1 1 0,-1-1 0,1 0-1,-1 0 1,1 0 0,-1 0 0,1 0-1,-1 0 1,1 0 0,-1-1 0,1 1 0,-1 0-1,1 0 1,4 0 79,28 0 302,10 1-333,1-3-1,50-7 1,10-13-1084,52-9-976,-137 30 1818,-19 1 186,0 0-1,0 0 1,0 0-1,0 0 1,1 0-1,-1 0 1,0 0-1,0 0 1,0 0-1,0 0 1,0 0 0,0 0-1,0 0 1,0 0-1,1 0 1,-1 0-1,0 0 1,0 0-1,0 0 1,0 0-1,0 1 1,0-1-1,0 0 1,0 0 0,0 0-1,0 0 1,0 0-1,1 0 1,-1 0-1,0 0 1,0 0-1,0 0 1,0 0-1,0 0 1,0 1-1,0-1 1,0 0 0,0 0-1,0 0 1,0 0-1,0 0 1,0 0-1,0 0 1,0 0-1,0 0 1,0 1-1,0-1 1,0 0-1,0 0 1,0 0 0,0 0-1,0 0 1,0 0-1,0 0 1,0 0-1,0 1 1,0-1-1,0 0 1,0 0-1,-1 0 1,-21 15 584,9-8-336,-339 235 3408,346-237-3632,4-4-21,0 0 1,0 0 0,0 0-1,0 0 1,1 0 0,-1 1-1,0-1 1,1 1 0,-1 0 0,1-1-1,0 1 1,-1 0 0,-1 3-1,3-4-105,4-1-174,23-2 121,1-2 1,-1 0 0,48-15 0,-11 3-364,-32 9 140,-31 14 19,-2-4 362,1 0 1,0 0 0,-1 0-1,0-1 1,0 1-1,0 0 1,0 0 0,0 0-1,0-1 1,-1 1-1,1-1 1,-1 1 0,0-1-1,-2 3 1,-5 5 196,-20 16 1,18-17-76,-51 43 559,-42 39 515,79-67-471,-43 53-1,66-76-727,1 0-1,0 1 1,0-1 0,0 1 0,0-1-1,1 1 1,-1 0 0,0-1-1,1 1 1,-1 0 0,1-1-1,-1 1 1,1 0 0,0 3-1,2-5-129,7 0 73,126-2-722,-101 0 307,-1-2-1,34-9 1,-38 5 194,-20 5 194,-1 0-1,1 1 1,0 0-1,1 1 1,9-1-1,-24 8-162,-86 59 1287,-2 1 12,75-51-773,0 0-1,-28 32 1,44-45-261,1 0-15,-1 0 1,1-1-1,-1 1 0,1 0 0,0 0 0,0 0 0,-1 0 0,1 0 0,1 0 0,-1 0 0,-1 3 0,18-5-65,30 0-239,-1-3-1,69-11 0,-86 7-100,-14 3 116,0 2 1,-1-1-1,24 0 0,-36 3 288,-1 1-1,0-1 0,0 0 0,0 1 1,0-1-1,0 1 0,0-1 0,0 0 1,0 1-1,0-1 0,0 1 0,0-1 1,0 0-1,0 1 0,0-1 0,0 1 0,-1-1 1,1 0-1,0 1 0,0-1 0,-3 7 131,0-1 0,-1 0 0,0 1-1,0-2 1,0 1 0,-9 9-1,-36 31 395,43-41-441,-32 25 442,-60 37-1,-16 11 353,113-77-879,0 0-5,0-1 0,1 1 0,-1-1 0,0 1 0,1-1-1,-1 1 1,0-1 0,1 1 0,-1 0 0,1-1-1,-1 1 1,1 0 0,-1 0 0,1-1 0,0 1 0,-1 0-1,1 0 1,0 0 0,-1 1 0,1-1-121,6-1-18,41 0-35,-14 2-314,-1-2 1,1-2-1,61-10 0,-89 11 432,7-4-45,-11 4 58,-1 3-96,-5 8 142,-5 1 133,0-1 0,-1 0 0,-1-1 0,1 0 0,-22 12 0,3-2 69,-38 26 334,-56 40 460,101-67-839,1 0 0,1 1 0,-22 27 0,39-42-156,3-3-6,1-1-1,-1 1 1,0-1 0,1 1 0,-1 0 0,1-1 0,-1 1-1,1 0 1,0-1 0,-1 1 0,1 0 0,0-1 0,-1 1 0,1 0-1,0 1 1,4-2-4,47-3-234,0-2 0,80-20 0,-24 4-935,-18 6 470,-84 15 712,-5 0 6,0 0 0,0 1 0,0-1 0,0 0 0,0 0 0,0 1 0,0-1 0,0 0 0,0 0 0,0 1 0,0-1 0,0 0 0,0 0 0,0 1 0,0-1 0,0 0 0,0 0 0,-1 1 0,1-1 0,0 0 0,0 0 0,0 1 0,0-1 0,0 0 0,-1 0 0,1 0 0,0 0 0,0 1 0,0-1 0,-1 0 0,1 0 0,0 0 0,-1 0 0,-28 23 628,-35 18 0,5-3-95,10-5-78,-82 60-31,130-93-454,1 1 1,-1-1 0,0 1 0,0-1-1,1 1 1,-1-1 0,0 1 0,1 0 0,-1-1-1,1 1 1,-1 0 0,0 0 0,1-1-1,0 1 1,-1 0 0,1 0 0,-1 0-1,1 0 1,0 0 0,0-1 0,0 1-1,-1 0 1,1 0 0,0 0 0,0 0-1,0 0 1,1 1 0,4-2-188,25 0-61,1-1 1,-1-1-1,44-10 0,36-15-880,-108 27 1021,-2 1-75,0 1 190,-1-1-1,1 1 1,0-1-1,-1 1 0,1-1 1,-1 0-1,0 1 0,1-1 1,-1 0-1,0 1 1,0-1-1,0 0 0,0 0 1,0 0-1,-1 2 0,-23 15 132,12-8-92,-58 54 309,31-26-55,37-36-270,1-1-7,1 0 0,0 0 0,0 0 0,-1 0 1,1 0-1,0 0 0,0 1 0,0-1 0,0 0 1,0 1-1,1-1 0,-1 1 0,0-1 0,1 1 1,-1-1-1,1 1 0,-1-1 0,1 1 0,0-1 1,-1 4-1,7-5-62,24 0 19,26 1-1886,107-13 1,-148 9 1414,25-1 1,-40 4 508,0 0 0,0 0 0,0 0 0,0 0 0,0 0 0,1 0 0,-1 0 0,0 0 0,0 0 0,0 0 0,0 0 0,0 0 1,0 0-1,1 0 0,-1 0 0,0 0 0,0 0 0,0 0 0,0 0 0,0 0 0,0 0 0,0 0 0,1 1 0,-1-1 0,0 0 0,0 0 0,0 0 1,0 0-1,0 0 0,0 0 0,0 0 0,0 0 0,0 0 0,0 1 0,0-1 0,0 0 0,0 0 0,1 0 0,-1 0 0,0 0 0,0 0 0,0 0 0,0 1 1,0-1-1,0 0 0,0 0 0,0 0 0,0 0 0,0 0 0,0 0 0,-1 1 0,1-1 0,0 0 0,0 0 0,0 0 0,0 0 0,0 3 89,0 0-1,-1 0 0,1 0 0,-1 0 1,0 0-1,0 0 0,0 0 0,0 0 1,-1 0-1,1-1 0,-3 4 0,-23 29 944,12-17-572,-6 8 561,-20 33 1,35-47-819,0-1 0,0 1 0,1 0 0,0 0 0,1 0 0,-2 14 0,5-25-615,1 6 941,15-4-10886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27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25 1824,'0'0'9757,"13"-3"-8846,38-10-274,-36 9-292,-13 0 1787,-4 4-2017,-10 4 207,-20 17 761,1 1-1,1 2 0,-43 43 0,71-66-1057,0 1-1,0 0 1,0 0-1,1 0 1,-1 0-1,1 0 1,-1 0-1,1 0 1,0 1-1,0-1 1,0 1-1,0-1 1,0 0-1,0 1 1,0 4-1,1-7-24,0 0 0,0 1 0,0-1 0,0 0-1,0 0 1,0 0 0,0 1 0,0-1 0,0 0-1,0 0 1,0 0 0,1 1 0,-1-1 0,0 0-1,0 0 1,0 0 0,0 0 0,0 1 0,0-1-1,0 0 1,1 0 0,-1 0 0,0 0-1,0 0 1,0 0 0,0 0 0,1 1 0,-1-1-1,0 0 1,0 0 0,0 0 0,1 0 0,-1 0-1,0 0 1,0 0 0,0 0 0,0 0 0,1 0-1,-1 0 1,0 0 0,0 0 0,0 0 0,1 0-1,-1 0 1,0 0 0,0 0 0,0 0 0,1-1-1,2 1 30,18-1 14,-1 0 0,1-2 0,21-5 0,64-21-936,-57 14 66,296-85-4992,-361 106 6160,1 1 0,1 0-1,-1 1 1,1 1 0,-18 14-1,8-7 154,-30 23 910,1 2 0,-54 53 0,99-85-1163,0 0 0,0 0 1,-10 19-1,17-22-219,1-6-341,3 0-407,25 0-24,-1-2 0,0-1 0,0-1 0,28-8 0,0-4 76,48-12 267,-91 28 471,-11 4 125,-8 3 84,-7 4 381,-25 14 0,3-2 3,-51 40 1173,-81 77-1,156-131-1673,9-6-116,0-1-1,0 1 1,0 0 0,0 0-1,1 0 1,-1 0-1,1 0 1,0 0 0,-4 7-1,6-8-115,3-2-236,35-2-318,1-1-1,62-12 1,74-31-1849,-173 45 2830,-3 2-280,1 0 1,-1 0 0,1 0-1,-1 0 1,1 0 0,-1 0-1,0 0 1,0 0 0,1 0-1,-1 0 1,0 0-1,0 0 1,-1 0 0,-1 1 74,-170 147 2995,147-128-2697,16-12-296,-1 0 0,1 1 0,-13 14 0,26-23-134,14-2-110,0-1 1,0-1 0,0-1 0,27-9 0,-3 0-507,83-17-1546,-124 30 2147,0 0 1,0 0 0,0 0 0,0 0-1,0 0 1,0 0 0,0 0 0,0 0-1,0 0 1,0 1 0,0-1 0,0 0-1,0 0 1,0 0 0,0 0 0,0 0-1,0 0 1,0 0 0,0 0 0,0 0-1,0 0 1,0 0 0,0 0 0,0 0-1,0 0 1,0 0 0,0 0 0,0 0-1,0 0 1,0 0 0,0 0 0,0 0-1,0 0 1,0 0 0,1 0 0,-1 0-1,0 0 1,0 0 0,0 0 0,0 0-1,0 0 1,0 0 0,0 0 0,0 0-1,0 0 1,0 0 0,0 0 0,0 0-1,0 0 1,0 0 0,0 0 0,0 0-1,0 0 1,0 0 0,0 0 0,0 0 0,0 0-1,0 0 1,0 0 0,-3 4 108,-53 39 684,-14 11-178,-18 30 29,76-72-598,5-2-7,6-9-35,1 0-1,-1 1 0,0-1 0,0 0 0,0 0 1,0 1-1,0-1 0,0 0 0,-1 0 1,1 0-1,-2 1 0,2-1-14,18-1-1047,66-3-604,-89 6 1616,-43 20 985,-86 60 0,-41 46 782,162-119-1579,-2 2 133,1 0-1,-19 20 0,33-31-256,0 0 0,-1 0-1,1 1 1,0-1 0,0 0-1,0 1 1,0-1-1,1 1 1,-1-1 0,0 1-1,1-1 1,-1 1 0,1 0-1,-1-1 1,1 1-1,0 3 1,-1-5-18,1 0 0,0 1 0,0-1 0,0 0 0,0 0 0,0 0 0,0 1 0,0-1 0,1 0 0,-1 0-1,0 0 1,0 1 0,0-1 0,0 0 0,0 0 0,0 0 0,0 0 0,0 1 0,0-1 0,0 0 0,1 0 0,-1 0 0,0 0 0,0 0 0,0 1 0,0-1-1,0 0 1,1 0 0,-1 0 0,0 0 0,0 0 0,0 0 0,1 0 0,-1 0 0,0 0 0,0 0 0,0 1 0,1-1 0,7 1 23,0-1 1,0 1-1,14-2 1,1 1-56,26-3-605,1-3-1,94-22 1,-30 5-354,-77 19 853,-50 16 551,-43 24 230,-92 64 921,108-71-890,-58 56-1,92-79-623,-17 19 89,21-23-144,1 0-1,0 0 0,-1 0 1,1 0-1,0 0 1,0 0-1,0 0 1,1 0-1,-1 0 0,0 0 1,1 1-1,-1 2 1,5-4-28,31-1-275,0-1 0,0-2-1,38-8 1,-30 0-148,0 0-434,84-9 0,-110 19 737,-17 1 154,0 0 0,1 0 1,-1 0-1,0 0 0,0 0 0,0 0 0,1 0 0,-1 0 0,0 0 0,0 0 1,0-1-1,0 1 0,1 0 0,-1 0 0,0 0 0,0 1 0,0-1 0,1 0 1,-1 0-1,0 0 0,0 0 0,0 0 0,1 0 0,-1 0 0,0 0 0,0 0 1,0 0-1,0 0 0,1 0 0,-1 1 0,0-1 0,0 0 0,0 0 0,0 0 0,0 0 1,1 1-1,-1-1 0,0 0 0,0 0 0,0 0 0,0 0 0,0 1 0,0-1 1,0 0-1,0 0 0,0 0 0,0 1 0,0-1 0,0 0 0,0 0 0,0 0 1,0 1-1,0-1 0,0 0 0,0 0 0,0 0 0,0 0 0,0 1 0,0-1 0,0 0 1,0 0-1,0 0 0,-1 1 0,1-1 0,0 0 0,0 0 0,0 0 0,-1 1 35,-2 4 65,0 0 0,0-1 0,-1 1 0,1-1 0,-1 0 0,0 0 0,-1 0 0,1-1 0,0 1 0,-11 5 0,-7 6 139,-72 65 756,92-78-979,-21 20 168,22-20-173,0-1 0,0 1 0,-1 0 0,1-1 0,0 1 1,1 0-1,-1-1 0,0 1 0,0 0 0,1 0 0,-1 0 0,1 0 1,-1 2-1,5-3-41,37-1 69,5 1-874,1-2 0,70-10 1,-115 10 670,-6 4 116,-66 44 954,-61 48 441,103-72-1050,8-6 6,0 0 1,-18 22-1,37-38-299,1 0-3,-1-1-1,1 1 0,-1-1 0,1 1 1,-1 0-1,1-1 0,0 1 0,-1 0 1,1-1-1,0 1 0,-1 0 0,1-1 1,0 1-1,0 0 0,-1 1 0,1-2-33,4 0 4,62 0-1242,-65 0 1111,-1 2 37,0 2 164,0-1 0,0 0 1,0 1-1,-1-1 0,1 1 0,-1-1 0,0 0 0,0 0 1,0 1-1,0-1 0,-1 0 0,1 0 0,-1 0 1,0 0-1,1-1 0,-5 5 0,0 0-23,0-1 0,0 0 0,-11 8 0,17-14-51,-4 1-256,3-7-1860,1-17-4159,0-11-6105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28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0 1344,'0'0'8449,"3"0"-7258,5 1-532,-10 2 391,-16 3 1049,2 1-1784,-3 2 332,0 1 0,1 2 0,0 0-1,-28 24 1,42-33-574,3-2-60,0 0 1,0 0-1,0 0 0,0 0 1,1 0-1,-1-1 1,0 2-1,0-1 0,1 0 1,-1 0-1,0 0 0,1 0 1,-1 0-1,1 0 1,-1 3-1,1-4-56,23 0-347,1-2 0,-1-1 0,0-1-1,0-1 1,0-1 0,0-1 0,30-13-1,-47 16 458,-7 2 368,-8 1-1181,-5 1-1902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32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3003 106 4001,'0'0'8707,"-6"-2"-8284,-17-8-52,17 7-6,-10 3 576,-63 0 62,78 0-935,0-5 7,1 4-81,0 0 0,0 0 0,0 0 0,0 0 0,0 0 0,0 0-1,0 0 1,0 0 0,0 0 0,0 0 0,0 0 0,1 0-1,-1 0 1,0 0 0,1 0 0,-1 0 0,1 0 0,-1 1-1,1-1 1,-1 0 0,1 0 0,0 0 0,-1 1 0,1-1 0,0 0-1,-1 1 1,2-1 0,15-8-163,1 1 0,37-11 0,1 1 68,-52 16 66,5-3 257,-25 7 27,-10 3 169,0 1 1,0 1-1,-49 22 1,21-8 300,45-17-592,-12 2 484,2 2 1,-1 0-1,1 2 1,-28 17-1,45-26-547,2-1-54,0 1 0,-1-1-1,1 0 1,0 0 0,-1 0 0,1 1 0,0-1-1,0 0 1,-1 0 0,1 1 0,0-1 0,0 0-1,-1 1 1,1-1 0,0 0 0,0 1 0,0-1-1,0 0 1,-1 1 0,1-1 0,0 0 0,0 1 0,0-1-1,0 0 1,0 1 0,0 0-49,29-1-459,-1-2 176,1-1 0,-1-1 0,44-11 1,-13-4-358,21-5-63,-77 24 741,2-1 102,-10 8 17,-23 18 547,-34 23 0,-4 3 70,63-48-694,-16 12 183,1 2 0,0-1 1,1 2-1,-18 24 0,29-30-107,6-11-116,0-1-1,0 0 1,0 1 0,0-1-1,0 0 1,0 1-1,0-1 1,1 0-1,-1 1 1,0-1-1,0 0 1,0 1 0,0-1-1,0 0 1,0 0-1,1 1 1,-1-1-1,0 0 1,0 0-1,0 1 1,1-1-1,-1 0 1,0 0 0,0 1-1,1-1 1,-1 0-1,0 0 1,1 0-1,-1 0 1,0 0-1,1 1 1,-1-1 0,0 0-1,0 0 1,1 0-1,-1 0 1,0 0-1,1 0 1,-1 0-1,0 0 1,1 0 0,-1 0-1,0 0 1,1 0-1,-1 0 1,0 0-1,1-1 1,-1 1-1,0 0 1,1 0 0,-1 0-1,3-1 9,24 1-92,0-1 1,-1-1 0,45-10-1,229-78-2315,-293 87 2396,-16 5-29,-53 26 748,1 2 0,-67 46 0,95-55-439,0 0 1,1 2-1,2 2 0,-29 28 0,56-49-274,2-3-13,0 0 0,0 0-1,0 0 1,0 0 0,0 1-1,0-1 1,0 0 0,0 1-1,0-1 1,1 1 0,-1-1-1,1 1 1,-1-1 0,1 1-1,-1-1 1,1 3-1,9-4-312,38 0-774,1-1 1,68-12 0,-67 1 203,-29 6 640,-1 2-1,1 0 0,33-1 1,-53 5 253,0 0 0,0 0 0,0 0 1,0 0-1,0 0 0,0 0 0,0 0 0,1 0 0,-1 0 1,0 0-1,0 0 0,0 0 0,0 0 0,0 0 0,0 0 1,0 0-1,0 0 0,1 0 0,-1 0 0,0 0 0,0 0 1,0 1-1,0-1 0,0 0 0,0 0 0,0 0 0,0 0 1,0 0-1,0 0 0,0 0 0,0 0 0,0 1 0,1-1 1,-1 0-1,0 0 0,0 0 0,0 0 0,0 0 0,0 0 1,0 0-1,0 1 0,0-1 0,0 0 0,0 0 0,0 0 0,-1 0 1,1 0-1,0 0 0,0 0 0,0 1 0,0 1 41,0 1 21,-1 0 0,1 0 0,-1 0 0,1 0 0,-1 0 0,0 0 0,0 0 0,0-1 0,-1 1-1,1 0 1,-1 0 0,-2 2 0,-27 30 649,21-24-553,-186 189 2883,127-127-1841,69-73-1200,0 0 0,0 0 0,0 0-1,-1 0 1,1 0 0,0 0 0,0 0 0,0 0-1,0 0 1,0 1 0,0-1 0,0 0 0,0 0-1,0 0 1,0 0 0,0 0 0,0 0-1,0 0 1,0 0 0,0 0 0,0 0 0,0 1-1,0-1 1,0 0 0,0 0 0,0 0 0,0 0-1,0 0 1,0 0 0,0 0 0,0 0 0,0 0-1,0 0 1,0 1 0,0-1 0,0 0 0,0 0-1,0 0 1,0 0 0,0 0 0,0 0-1,0 0 1,0 0 0,0 0 0,0 0 0,0 0-1,0 0 1,1 1 0,-1-1 0,0 0 0,0 0-1,0 0 1,0 0 0,0 0 0,0 0 0,0 0-1,0 0 1,0 0 0,0 0 0,1 0 0,7 0-83,-5 0 67,26-2-131,-1-2 0,-1-1 1,42-13-1,-26 7-218,3 1-101,29-9-298,-73 18 656,-2 3-54,-1-1 154,1 1 0,-1-1 1,1 1-1,-1-1 0,0 0 0,1 1 1,-1-1-1,0 0 0,0 0 0,0 1 1,0-1-1,-2 1 0,1 1 26,-72 70 963,30-32-512,-155 154 1434,189-187-1805,8-7-77,0 1 0,0-1 0,1 1 0,-1-1 0,0 1 0,0 0-1,1 0 1,-2 2 0,5-3-14,40-4-378,-1-1 0,65-15 0,-40 6-212,178-30-1401,-241 43 1910,-7 3 54,-35 22 776,-57 27 0,-2 1 17,77-40-590,-91 57 735,86-52-720,2 0 1,-29 29-1,48-39-252,8-4-2,15-3-7,-14-1 71,161-3-1558,-164 3 1426,-5 2-122,-37 21 699,-73 57 0,108-76-411,-24 19 470,-55 55 0,84-77-509,-1 1 5,-1 1 1,0 0-1,1 0 1,-1 0-1,1 0 0,0 0 1,0 0-1,0 0 1,1 1-1,-1-1 0,-1 6 1,13-8 35,17-1-101,1-2 0,48-8 0,-50 4-205,163-27-1833,-178 32 1938,-10 1 12,-1 2 39,0-1 109,0 0 0,0-1 0,0 1 1,0 0-1,0-1 0,0 1 1,-1 0-1,1-1 0,0 1 0,0 0 1,-1-1-1,1 1 0,-1-1 1,1 1-1,0-1 0,-1 1 0,1-1 1,-1 1-1,-14 12 315,1-2 0,-2 0 0,-26 15 0,-2 0 147,-160 115 1391,197-136-1778,-1 1-1,2-1 0,-1 2 1,1-1-1,0 1 0,-10 14 0,15-21-79,1 0-1,0 1 0,-1-1 0,1 0 0,0 1 0,0-1 0,0 0 0,-1 1 0,1-1 0,0 0 0,0 1 0,0-1 0,0 1 0,0-1 0,0 0 0,0 1 1,0-1-1,0 1 0,0-1 0,0 0 0,0 1 0,0-1 0,0 1 0,0-1 0,0 0 0,0 1 0,0-1 0,0 0 0,0 1 0,1-1 0,-1 1 0,0-1 1,0 0-1,1 1 0,-1-1 0,0 0 0,0 0 0,1 1 0,-1-1 0,0 0 0,1 0 0,-1 1 0,0-1 0,1 0 0,-1 0 0,0 0 0,1 0 0,-1 1 1,1-1-1,23 0 40,-17 0-42,50 0-49,14 1-1168,84-10 1,-133 8 895,-21 1 238,-10 7-8,-52 38 750,-69 56 751,124-96-1337,1 0 1,0 1-1,0-1 1,-4 7 0,7-9-58,1 0 0,-1-1-1,1 1 1,0 0 0,-1 0 0,2 0 0,-1 0 0,0 0 0,1 1 0,-1-1 0,1 5-1,0-8-11,0 0 0,0 1-1,0-1 1,0 0 0,0 0-1,0 0 1,0 1-1,0-1 1,0 0 0,0 0-1,0 0 1,0 0 0,0 1-1,0-1 1,1 0 0,-1 0-1,0 0 1,0 0-1,0 1 1,0-1 0,0 0-1,0 0 1,1 0 0,-1 0-1,0 0 1,0 0-1,0 1 1,0-1 0,1 0-1,-1 0 1,0 0 0,0 0-1,0 0 1,1 0 0,-1 0-1,0 0 1,0 0-1,0 0 1,1 0 0,16 2-107,1-1 1,34-2 0,-12 0-143,-18 1 85,22 1-693,83-11 0,-65-1 345,-90 18 744,0 2 0,0 0 0,-32 17 0,-80 48 580,132-69-749,-27 18 326,32-21-366,1 0-1,0 0 1,0 0-1,0 0 1,0 0 0,0 1-1,0-1 1,0 0-1,1 1 1,-3 5-1,4-8-28,0 0 5,0 0 0,-1 1 0,1-1 0,0 0-1,0 0 1,0 0 0,0 0 0,0 1 0,0-1 0,0 0-1,0 0 1,0 0 0,0 0 0,0 1 0,0-1 0,0 0-1,0 0 1,0 0 0,0 0 0,0 1 0,0-1 0,0 0 0,0 0-1,0 0 1,0 0 0,0 1 0,0-1 0,0 0 0,0 0-1,0 0 1,0 0 0,0 1 0,0-1 0,1 0 0,-1 0-1,0 0 1,0 0 0,0 0 0,0 0 0,0 1 0,0-1-1,1 0 1,-1 0 0,0 0 0,0 0 0,0 0 0,0 0-1,1 0 1,-1 0 0,0 0 0,0 0 0,0 0 0,1 0-1,-1 0 1,0 0 0,0 0 0,0 0 0,0 0 0,1 0-1,-1 0 1,0 0 0,0 0 0,0 0 0,0 0 0,1 0-1,-1 0 1,12 0 9,59 0-1320,127-16 0,-178 13 1024,-28 9 453,-96 59 1497,61-40-1098,2 1 1,-58 48-1,98-74-566,1 0-1,0 1 0,-1-1 0,1 0 0,0 0 0,-1 1 1,1-1-1,0 0 0,-1 0 0,1 1 0,0-1 0,0 0 1,-1 1-1,1-1 0,0 0 0,0 1 0,0-1 0,0 0 1,-1 1-1,1-1 0,0 1 0,0-1 0,0 0 1,0 2-1,14-1-128,18-1 111,-3 1-183,0-1-1,0-2 0,37-6 0,20-15-831,-80 22 856,-6 2-31,-3 3 170,-92 62 848,52-38-473,-21 12 186,-35 27 205,94-64-710,1 0-1,0 0 1,0 1 0,0-1 0,0 1 0,0 0 0,1 0 0,0 1 0,-4 7-1,6-12-25,1 1 0,0-1 0,0 1 0,-1-1-1,1 1 1,0-1 0,0 1 0,0-1 0,0 1 0,0-1-1,0 1 1,0-1 0,0 1 0,0 0 0,0-1-1,0 1 1,0-1 0,1 1 0,-1-1 0,0 1 0,0-1-1,0 1 1,1-1 0,-1 1 0,0-1 0,1 1-1,-1-1 1,0 0 0,1 1 0,-1-1 0,1 0-1,-1 1 1,0-1 0,1 0 0,-1 1 0,1-1 0,0 0-1,2 1-41,-1 0-1,1 0 0,0-1 1,0 1-1,5-1 1,-1 0 46,107 3-1617,-94-3 1434,-20 10 184,0-9 20,-1 1 0,0 0 0,1-1 0,-1 1 1,0-1-1,0 0 0,0 1 0,0-1 1,-1 0-1,1 1 0,0-1 0,0 0 0,-1 0 1,-2 1-1,-25 14 333,12-7-128,6-3-103,-14 9 323,-1 1 0,-27 24 0,52-39-437,0-1-1,0 1 0,1 0 0,-1 0 0,0 0 0,0 0 1,0 0-1,1 0 0,-1 0 0,1 0 0,-1 0 1,1 0-1,-1 0 0,1 0 0,-1 0 0,1 1 0,0-1 1,0 0-1,0 0 0,-1 0 0,1 3 0,1-4-4,-1 0 0,0 0-1,0 0 1,0 1 0,0-1-1,0 0 1,0 0 0,0 0-1,1 0 1,-1 1-1,0-1 1,0 0 0,0 0-1,0 0 1,1 0 0,-1 0-1,0 0 1,0 0 0,0 0-1,0 1 1,1-1 0,-1 0-1,0 0 1,0 0 0,0 0-1,1 0 1,-1 0 0,0 0-1,0 0 1,1 0-1,-1 0 1,0 0 0,0 0-1,0 0 1,1-1 0,-1 1-1,0 0 1,197 2-816,-99-3 529,-98 1 294,1 0 0,-1 0-1,0 0 1,0 0 0,0 0-1,0 1 1,0-1 0,0 0 0,0 0-1,0 0 1,0 0 0,0 0-1,0 1 1,0-1 0,0 0 0,0 0-1,0 0 1,0 0 0,0 1-1,0-1 1,0 0 0,0 0 0,0 0-1,0 0 1,0 0 0,0 1-1,0-1 1,0 0 0,0 0 0,0 0-1,0 0 1,0 0 0,-1 1-1,1-1 1,0 0 0,0 0 0,0 0-1,0 0 1,0 0 0,0 0-1,0 0 1,-1 0 0,1 0 0,0 1-1,0-1 1,0 0 0,0 0-1,0 0 1,-1 0 0,1 0 0,0 0-1,0 0 1,0 0 0,0 0-1,-1 0 1,1 0 0,0 0-1,-47 8 345,-88 5 0,82-10-145,-670 24 707,696-27-908,-1071 12-681,1097-11 663,1-1-1,0 0 0,0 0 1,0 1-1,0-1 1,0 0-1,0 1 1,0-1-1,0 0 1,0 1-1,0-1 1,0 0-1,0 0 0,0 1 1,0-1-1,0 0 1,0 1-1,0-1 1,0 0-1,1 1 1,-1-1-1,0 0 1,0 0-1,0 1 0,0-1 1,1 0-1,-1 0 1,0 1-1,4 0 15,-1 0-1,0 0 1,0 0-1,1 0 1,-1-1-1,1 1 1,-1-1-1,1 0 1,4 0-1,4 0-13,472-9-1758,-3-30-580,-279 21 1187,-181 17 1099,65-10-56,-85 11 145,0 0-1,0 0 0,0 0 1,0 0-1,-1 0 0,1-1 0,0 1 1,0 0-1,0-1 0,-1 1 0,1 0 1,0-1-1,-1 1 0,1-1 0,1 0 1,-3 0 8,0 1 0,1-1 0,-1 1 0,0 0 0,0-1 0,1 1 0,-1 0 1,0-1-1,0 1 0,1 0 0,-1 0 0,0 0 0,0 0 0,0 0 0,1 0 0,-1 0 0,0 0 1,-1 0-1,-273 2 980,-5 20-517,15-1-169,-189 4-50,-137 8-74,556-31-186,-268 25 171,263-20-185,26 0-78,14-7 60,0 0 1,0 0-1,0 1 1,-1-1 0,1 0-1,0 0 1,0 0 0,0 0-1,0 0 1,0 0-1,0 1 1,0-1 0,-1 0-1,1 0 1,0 0 0,0 0-1,0 1 1,0-1-1,0 0 1,0 0 0,0 0-1,0 1 1,0-1-1,0 0 1,0 0 0,0 0-1,0 1 1,0-1 0,0 0-1,0 0 1,0 0-1,0 0 1,0 1 0,0-1-1,0 0 1,1 0 0,-1 0-1,0 0 1,0 1-1,0-1 1,0 0 0,0 0-1,0 0 1,1 0 0,-1 0-1,0 0 1,0 1-1,0-1 1,0 0 0,1 0-1,-1 0 1,0 0-1,0 0 1,0 0 0,0 0-1,1 0 1,-1 0 0,0 0-1,0 0 1,0 0-1,1 0 1,-1 0 0,0 0-1,0 0 1,1 0 0,16 2-641,0 0 1,1-1 0,26-2-1,0 0-2378,2 1-3529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41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 2921,'1'0'21760,"-58"0"-28627,22 0-4842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43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229 131 1744,'-11'-3'20270,"11"3"-20110,-54-6 1208,20-2-1016,-53-18 1,84 25-340,0 0 0,0 0 0,0-1 0,1 1 0,-1-1 0,1 1 0,-1-1 0,1 0 0,0 0 0,-1 0 0,-2-5 0,4 6-13,0-1 0,0 1-1,0-1 1,0 0 0,0 1 0,1-1-1,-1 0 1,1 1 0,-1-1-1,1 0 1,-1 0 0,1 0 0,0 0-1,0 1 1,0-1 0,0 0-1,1 0 1,-1 0 0,0 1 0,1-4-1,0 5-5,-1-1-1,0 1 0,0-1 1,1 1-1,-1-1 1,0 1-1,1 0 0,-1-1 1,0 1-1,1-1 1,-1 1-1,1 0 1,-1 0-1,1-1 0,-1 1 1,1 0-1,0-1 1,7-2-29,0 0 1,0 0 0,0 1 0,0 0-1,1 0 1,13 0 0,57 1-215,-46 2 80,-30-2 149,0 1-1,0 1 0,0-1 1,0 0-1,0 1 1,0 0-1,0 0 1,0-1-1,0 2 1,0-1-1,2 2 1,-3-2 4,0 0 1,-1 1 0,1-1 0,-1 1 0,1-1-1,-1 1 1,0 0 0,1-1 0,-1 1 0,0 0-1,0 0 1,0 0 0,-1 0 0,1 0 0,0 0-1,-1 0 1,1 3 0,1 4-46,-1 1-1,0-1 1,-1 1 0,0 0 0,-2 13 0,1-18 55,0 1-1,0-1 1,0 0 0,-1 0 0,0 0 0,0 0 0,0 0 0,-1 0 0,0-1 0,0 1 0,-3 4 0,-83 77 25,58-58 23,-33 39 0,63-67-45,1 0 0,-1 1 0,1-1 0,-1 1 0,1-1 0,-1 1 0,1-1 1,0 1-1,-1-1 0,1 1 0,0 0 0,-1-1 0,1 1 0,0-1 1,0 1-1,-1 0 0,1-1 0,0 1 0,0 0 0,0-1 0,0 1 1,0 0-1,0-1 0,0 1 0,0-1 0,0 1 0,0 0 0,1-1 0,-1 1 1,0 0-1,0-1 0,1 1 0,-1-1 0,0 1 0,1 0 0,-1-1 1,0 1-1,1-1 0,-1 1 0,1-1 0,-1 0 0,1 1 0,-1-1 0,1 1 1,-1-1-1,1 0 0,-1 1 0,1-1 0,0 0 0,0 1 0,5 1 67,0 0 0,-1-1 0,1 0-1,9 1 1,-7-1-35,41 5 125,77-2 0,-125 8-7194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44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2 143 3673,'0'0'11106,"1"-3"-10362,0 1-524,-1 0 0,1-1-1,-1 1 1,0-1 0,1 1-1,-1 0 1,0-1-1,-1 1 1,1 0 0,0-1-1,-1 1 1,0-4 0,0 4-120,1 0-1,-1-1 1,1 1 0,-1-1 0,1 1 0,0-1 0,0 1 0,0-1 0,0 1 0,1-1 0,-1 1 0,1 0-1,-1-1 1,1 1 0,0-1 0,0 1 0,0 0 0,0 0 0,1 0 0,-1-1 0,0 1 0,1 1 0,-1-1 0,3-2-1,4-1-49,0 0-1,0 0 1,0 1-1,1 0 0,-1 0 1,1 1-1,17-4 1,-8 4-51,0 0 1,0 1 0,20 1 0,-38 1-5,1 0 0,0 0 0,-1 0-1,1 0 1,0 0 0,-1 0 0,1 1-1,-1-1 1,1 0 0,0 0 0,-1 1 0,1-1-1,-1 0 1,1 1 0,-1-1 0,1 0-1,-1 1 1,1-1 0,-1 1 0,1-1-1,-1 1 1,1-1 0,-1 1 0,0-1 0,1 1-1,-1-1 1,0 1 0,0-1 0,1 1-1,-1 0 1,0-1 0,0 2 0,1 25-35,-2-14 54,1-8 0,0 8 58,-3 23 0,2-31-60,0 0 0,0-1 0,0 1 0,-1-1-1,0 0 1,0 1 0,0-1 0,-5 7 0,-60 71 129,41-53-35,-39 60 0,64-87-101,0 1-1,0-1 1,0 1-1,0 0 1,0-1-1,1 1 1,-1 0-1,1 0 1,0 0-1,0 0 1,0 3-1,0 0 0,0-6 6,1 1 0,-1 0 0,0-1 0,0 1 0,1-1 0,-1 1 0,0-1 0,1 1 0,-1-1 0,1 1 0,-1-1 1,0 0-1,1 1 0,-1-1 0,1 0 0,-1 1 0,1-1 0,-1 0 0,1 1 0,-1-1 0,1 0 0,0 0 0,-1 0 0,2 1 1,18 3 264,-16-3-200,22 3 209,-1-2 0,45-1-1,-41-1-363,-28 0-28,0-1-1,-1 1 1,1 0-1,0 0 0,0 1 1,-1-1-1,1 0 1,0 0-1,0 0 1,-1 0-1,1 1 0,0-1 1,-1 0-1,1 1 1,0-1-1,-1 0 1,2 1-1,0 8-5128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44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314 48 3121,'0'0'12900,"0"-5"-11753,0-20 713,0 24-1815,0 1 1,-1-1-1,1 1 1,0-1-1,0 1 0,0 0 1,-1-1-1,1 1 0,0-1 1,-1 1-1,1 0 0,0-1 1,-1 1-1,1 0 0,0-1 1,-1 1-1,1 0 1,-1 0-1,1-1 0,0 1 1,-1 0-1,1 0 0,-1 0 1,0-1-1,-13-2 272,12 2-214,-19-1 251,1 0 1,0 1-1,-27 2 1,4 0 142,38 0-404,-1 0 1,1-1-1,0 2 1,-1-1-1,1 1 1,0-1-1,0 2 1,0-1-1,0 0 1,0 1-1,1 0 1,-1 0-1,1 0 1,-7 7-1,5-5 53,1 1 0,0 0-1,0 0 1,0 0 0,0 1-1,1-1 1,0 1 0,1 0-1,-5 12 1,6-9-33,0-1 1,1 0-1,0 1 1,0-1-1,2 13 0,-1-6-31,0-14-75,0-1 1,0 1 0,1 0 0,-1-1-1,0 1 1,1-1 0,-1 1 0,1 0-1,0-1 1,-1 0 0,1 1 0,0-1 0,0 1-1,0-1 1,0 0 0,0 0 0,0 1-1,0-1 1,0 0 0,1 0 0,-1 0-1,0 0 1,1 0 0,-1-1 0,1 1 0,-1 0-1,3 0 1,4 2 36,0-1 0,1 0 0,-1 0 0,11 0 0,-10-1 3,55 3 207,75-3 1,-63-2-595,-37 1-546,-21 0-6850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45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1 3017,'0'0'14455,"4"0"-13355,9 0-505,-13 0-588,0 0 0,0 0 1,0 0-1,0 0 0,0 0 0,0 0 1,0 0-1,0 0 0,0 0 0,-1 0 1,1 0-1,0 0 0,0 0 0,0 0 1,0 0-1,0 0 0,0 0 0,0 0 1,0 0-1,0 0 0,0 0 0,0 1 1,0-1-1,0 0 0,0 0 0,0 0 1,0 0-1,0 0 0,0 0 0,0 0 1,0 0-1,0 0 0,0 0 0,0 0 1,0 0-1,0 0 0,0 1 0,0-1 1,0 0-1,0 0 0,0 0 0,0 0 1,0 0-1,0 0 0,0 0 0,0 0 1,0 0-1,0 0 0,0 0 0,0 0 1,0 0-1,0 0 0,0 0 0,1 0 1,-1 0-1,0 1 0,0-1 0,0 0 1,0 0-1,0 0 0,0 0 0,0 0 1,0 0-1,0 0 0,0 0 1,0 0-1,0 0 0,1 0 0,-8 5 170,-27 18 600,-2-1 0,-49 21-1,19-9-416,-35 20 128,100-53-489,0-1-2,0 1-1,-1 0 0,1-1 0,0 1 0,0 0 0,-1 0 1,1 0-1,0 0 0,0-1 0,0 2 0,0-1 0,0 0 1,1 0-1,-1 0 0,0 0 0,0 1 0,1-1 0,-1 0 1,1 0-1,-2 3 0,3-3 12,0 0 1,0-1-1,-1 1 0,1-1 0,0 1 1,0-1-1,0 1 0,0-1 1,0 0-1,-1 1 0,1-1 1,0 0-1,0 0 0,0 0 1,0 0-1,0 1 0,0-1 1,1-1-1,3 2 42,123 14 399,17 3-250,-137-16-260,0 0-1,0 0 1,0 1-1,9 4 1,12 9-3213,-28-15 2498,1-1 0,-1 1 1,1-1-1,-1 1 0,1-1 0,-1 1 0,1-1 0,-1 0 0,1 0 0,2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46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5617,'0'0'12208,"19"-4"-11066,-1 1-894,14-4 391,65-6-1,44 10-812,-153 3-3104,-101 0 4275,113 0-283,-1 31 442,1-5-452,3 31-1,-2-48-631,0 0-1,1 1 1,1-1 0,0-1-1,0 1 1,0 0 0,6 8-1,5 5 104,27 35 0,-9-16-102,-30-38-180,0 1-1,0-1 1,0 1 0,0-1-1,-1 1 1,1 0-1,-1 0 1,0 0-1,0 0 1,-1 0 0,1 0-1,-1 0 1,0 0-1,0 4 1,0-6-66,-1-1 0,1 0 0,0 0 0,-1 0 0,1 0-1,-1 0 1,1 0 0,-1 0 0,1 0 0,-1 0 0,0 0 0,1-1 0,-1 1 0,0 0 0,0 0-1,0-1 1,0 1 0,1 0 0,-1-1 0,0 1 0,0-1 0,0 1 0,0-1 0,0 1-1,-1-1 1,1 0 0,0 0 0,0 1 0,0-1 0,-2 0 0,-5 1-1386,-1 0 1,-15 0 0,20-1 998,-35-1-217,29 1 1623,0-1 0,1-1-1,-17-3 1,26 5-729,-1 0 0,1 0 1,0 0-1,0 0 0,-1 0 0,1 0 0,0 0 0,0 0 1,-1-1-1,1 1 0,0 0 0,0 0 0,-1 0 0,1 0 1,0 0-1,0 0 0,-1-1 0,1 1 0,0 0 1,0 0-1,0 0 0,-1 0 0,1-1 0,0 1 0,0 0 1,0 0-1,0-1 0,-1 1 0,1 0 0,0 0 0,0-1 1,0 1-1,0 0 0,0 0 0,0-1 0,0 1 0,0 0 1,0 0-1,0-1 0,0 1 0,0 0 0,0-1 1,0 1-1,0 0 0,0 0 0,0-1 0,6-4 3357,0 4-3892,99-3 2614,-20 1-1571,-75 3-700,110-6-1364,-149 12-10317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56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227 237 2697,'0'0'19633,"-1"-3"-18113,-6 0-1320,1 0 0,-1 0 0,-8-2 0,-6-2-166,-25-8 15,19 6-32,-39-19 0,64 28-13,0-2 1,0 1-1,1 0 1,-1 0 0,0 0-1,0-1 1,1 1-1,-1-1 1,1 1 0,-1-1-1,1 0 1,0 0-1,-1 1 1,1-1 0,-1-3-1,1 1-20,0-1 1,0 1-1,0-1 1,0 1-1,1-1 0,0-6 1,0 9 11,1 0 0,-1 0 0,0 0 0,1 1 0,-1-1 0,1 0 0,0 0 0,-1 0 0,1 1 0,0-1 0,0 1 0,0-1 0,0 0 0,0 1 0,1 0 0,-1-1 1,0 1-1,1 0 0,-1 0 0,1-1 0,-1 1 0,3-1 0,5-2 4,-1 0 1,1 0-1,12-3 1,-10 3-11,23-5-24,0 0 0,1 2 0,0 2 0,0 1 0,61 2 0,-94 2 23,0 0-1,1 0 1,-1 0 0,0 0 0,1 0-1,-1 1 1,0-1 0,0 1-1,1-1 1,-1 1 0,0 0 0,0 0-1,2 1 1,-3-1-1,0 1 0,0-1 0,0 0 1,0 1-1,0-1 0,0 1 0,-1-1 0,1 1 0,-1-1 0,1 1 0,-1-1 0,1 1 0,-1 0 0,0-1 0,0 1 1,0-1-1,0 1 0,0 2 0,0 1-3,-1 1 1,1 0 0,-1-1-1,0 1 1,0-1-1,0 1 1,-1-1 0,0 0-1,0 1 1,-4 6-1,0-3 35,0-1-1,-1 1 1,0-1-1,-13 11 0,-106 96 102,40-38-96,85-76-24,-50 49 39,46-45-37,-1 1 0,2 1 0,-1-1-1,1 1 1,0 0 0,-5 9 0,8-12-2,0-1-1,0 1 0,1-1 1,-1 0-1,1 1 1,-1-1-1,1 8 0,0-7 10,0-4-6,0 0 0,0 0 0,1 1 0,-1-1 0,0 0 0,0 0 0,0 1 0,0-1 0,0 0 0,0 0 0,0 0 0,0 1 0,0-1-1,0 0 1,1 0 0,-1 0 0,0 0 0,0 1 0,0-1 0,0 0 0,0 0 0,1 0 0,-1 0 0,0 0 0,0 0 0,0 0-1,1 1 1,-1-1 0,0 0 0,0 0 0,0 0 0,1 0 0,-1 0 0,0 0 0,19 3 202,0 0-1,-1-1 1,37-1 0,-14-1-44,82 3-24,-122-3-174,-1 0-1,0 0 1,1 0 0,-1 1 0,0-1 0,1 0-1,-1 0 1,0 0 0,1 0 0,-1 0 0,0 0 0,1 0-1,-1 0 1,0 1 0,0-1 0,1 0 0,-1 0-1,0 0 1,0 1 0,1-1 0,-1 0 0,0 0 0,0 1-1,0-1 1,1 0 0,-1 0 0,0 1 0,0-1-1,0 0 1,0 1 0,0-1 0,1 1 0,-2 11-2090,1-7-257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56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131 240 2537,'0'0'11338,"-11"-14"-9947,-37-45-153,33 35-129,13 12-17,2 4-446,-2-10 934,0-28 0,2 45-1555,0 0-1,1-1 0,-1 1 1,0 0-1,1 0 0,-1 0 0,1 0 1,-1 0-1,1 0 0,0 0 0,0 0 1,-1 0-1,1 0 0,0 0 1,0 0-1,0 0 0,0 0 0,0 1 1,0-1-1,0 0 0,0 1 0,0-1 1,0 1-1,2-1 0,33-11 137,-30 11-114,34-7-2,-1 2-1,2 1 0,72 2 1,-110 3-57,0 0 0,0 0 0,0 0 0,-1 0 0,1 1 0,0-1 0,0 1 1,0 0-1,3 1 0,-5-1 3,0-1 1,0 1 0,0 0-1,0 0 1,-1 0-1,1 0 1,0 0 0,-1 0-1,1 0 1,0 0-1,-1 0 1,1 0 0,-1 1-1,0-1 1,1 0-1,-1 0 1,0 0 0,0 1-1,0-1 1,0 0-1,0 0 1,0 3 0,0 0 4,0 0 0,0 0 0,0 0 1,-1 1-1,0-1 0,1 0 0,-1 0 1,-1 0-1,1 0 0,-1 0 0,1-1 1,-1 1-1,0 0 0,0-1 0,-5 6 1,-5 4 45,0-2 1,-1 1 0,-14 9 0,-50 31 64,40-28-81,-6 4-9,-65 47 152,104-72-141,0 0-1,0 1 0,0-1 1,0 1-1,-4 6 0,7-7 19,-1-1 0,1 0 0,0 1 0,0-1 0,0 1 0,0 0 0,1-1 0,-1 1 0,1 0-1,0-1 1,-1 6 0,1-7-28,1 0 1,-1 0-1,0 0 0,0 0 0,1 0 0,-1 0 0,1-1 0,-1 1 1,0 0-1,1 0 0,0 0 0,-1 0 0,1-1 0,-1 1 1,1 0-1,0-1 0,0 1 0,-1 0 0,1-1 0,0 1 1,0-1-1,0 0 0,0 1 0,0-1 0,-1 1 0,3-1 0,28 8 306,-26-8-271,65 8 256,110-3-1,-163-5-331,3-1-594,-12 1 409,0 0-1,15 1 1,-21 0-976,1-1 0,0 1 0,0 0 0,-1 0 0,1 0 1,4 2-1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56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 1 9570,'0'0'14227,"-187"136"-13523,147-100-272,10-2-248,5-10-112,9-6-72,6-6-232,0-6-704,5 0-984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57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4657,'0'0'20012,"121"9"-18547,-60 12-177,4 1-568,-4 2-408,-1-3-312,-9 0-200,-11 3-1016,-15 4-1393,-9-7-3320,-11-9-4537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57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52 5617,'0'0'14618,"-10"19"-13672,-30 58-136,38-74-728,1 1 0,0-1 1,0 0-1,0 1 0,0-1 0,0 0 0,1 1 0,-1-1 0,1 1 0,0-1 0,0 1 0,1 5 0,0-6-39,0-1 0,0 1 0,0-1 0,0 0 0,0 1-1,0-1 1,1 0 0,-1 0 0,1 0 0,0 0 0,-1 0 0,1 0 0,3 2 0,3 1 64,-1-1 1,1 1 0,1-1-1,-1-1 1,0 0-1,18 4 1,-22-6-53,32 7 168,0-3 1,0-1-1,0-1 1,43-3-1,-53 0-182,-14 0-14,0-1-1,0 1 0,0-2 0,21-4 0,-29 5-15,0-1-1,0 1 1,0-1 0,0 0-1,-1 0 1,1 0 0,-1 0-1,0-1 1,1 0 0,-1 1 0,0-1-1,0 0 1,-1 0 0,1-1-1,-1 1 1,0 0 0,3-6-1,-2 3 8,-1-1 0,0 1-1,0-1 1,0 1 0,-1-1 0,0 0-1,0 1 1,-1-12 0,0 14 12,0-1 0,0 1 0,-1-1 0,0 1 0,0-1 1,0 1-1,0-1 0,-1 1 0,1 0 0,-1 0 0,0 0 0,-1 0 1,-4-7-1,1 5 46,-1 0-1,0 1 1,0 0 0,0 0 0,-1 0 0,1 1 0,-1 0 0,-12-3 0,-4-2 161,-42-7 0,28 10-235,-1 1-1,-63 2 0,94 3-107,0 0 1,0 1-1,0 0 0,0 0 0,0 1 0,0 0 1,-11 4-1,16-4-80,0-1 1,0 1-1,0-1 0,0 1 1,1 0-1,-1 0 0,1 0 1,-1 0-1,1 1 0,0-1 1,0 1-1,0 0 0,0-1 1,0 1-1,0 0 0,1 0 1,0 0-1,-1 0 1,1 0-1,-1 5 0,1 3-1654,0 0-1,0 1 1,1 10 0,1-5-1816,-1 15-7257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57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5233,'0'0'19860,"56"124"-19316,-56-97-295,0-6-81,0 1-168,0-7-801,-10-3-1247,-5-6-2121,5-6-2272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58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81 7922,'0'0'11346,"30"-13"-10763,94-40-127,-82 39-207,-41 14-235,0 0-1,1-1 1,-1 1-1,0 0 1,0 0-1,0 0 1,0 0-1,0 0 0,0 1 1,0-1-1,2 1 1,2 0 12,-4-1-25,-1 1 0,1-1 0,0 0 0,-1 1 0,1-1 0,0 1 0,-1-1 0,1 1 0,-1-1 0,1 1 0,-1-1 0,1 1 0,-1 0 0,1-1 0,-1 1 0,1 0 0,-1-1 0,0 1 0,1 0-1,-1 0 1,0-1 0,0 1 0,0 0 0,0 0 0,1-1 0,-1 1 0,0 1 0,-1 26 94,0-22-33,0-2-17,1-1 0,-1 1 0,0 0-1,0-1 1,0 1 0,-1-1 0,1 0-1,-1 1 1,0-1 0,0 0 0,0 0-1,0 0 1,-4 4 0,-4 2 137,-1 1 0,-15 10 0,6-5 59,-11 9 40,8-7-106,1 0 0,1 2 0,0 0 0,-20 26 0,38-40-135,-1 0 1,1 1-1,0-1 0,-5 13 0,8-17-30,-1 1 1,1 0 0,0-1-1,-1 1 1,1 0-1,0-1 1,0 1-1,0 0 1,0-1-1,1 4 1,-1-4-5,0 0 0,1-1 0,-1 1 0,1 0 0,-1 0-1,0-1 1,1 1 0,-1 0 0,1-1 0,-1 1 0,1-1 0,0 1 0,-1-1 0,1 1 0,0-1 0,-1 1 0,1-1 0,0 1-1,0-1 1,-1 0 0,1 1 0,0-1 0,1 0 0,27 5 10,1-1 1,-1-1-1,53-2 1,-51-2-376,38 2-1059,73-4-5407,-84-7 1366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59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17 9738,'0'0'10821,"17"-2"-10701,5 0-96,-2-1-12,37 1-1,-53 2-39,-3 0 9,0 0-1,0 0 1,0 0 0,0 0 0,1 0 0,-1 0 0,0 0 0,0-1 0,0 1 0,0 0-1,2-2 1,-2 2-190,-3-3-440,0 3 542,-1-1 1,1 1 0,-1-1 0,1 1 0,-1 0 0,1 0 0,-1 0 0,-2 1 0,-11 0-81,11-1 156,-8-1 15,0 1 0,0 1 0,0 0 0,0 0-1,0 1 1,0 1 0,-24 8 0,20-3 171,1 1 0,-30 21 1,38-24 33,0 0 0,1 1 0,0 0 0,1 0 0,-1 0 1,1 1-1,-6 11 0,10-16-104,1 0 0,0 0-1,0 0 1,0 1 0,1-1 0,-1 0-1,1 0 1,-1 1 0,1-1 0,0 0 0,1 4-1,-1 3 162,0-9-234,1-1 1,-1 1 0,0-1-1,0 1 1,1 0-1,-1-1 1,0 1-1,1-1 1,-1 1-1,1-1 1,-1 1 0,1-1-1,-1 1 1,1-1-1,-1 0 1,1 1-1,-1-1 1,1 1-1,-1-1 1,1 0 0,0 0-1,-1 1 1,1-1-1,0 0 1,-1 0-1,1 0 1,0 0-1,-1 0 1,2 0 0,25 2 130,-24-3-92,399 1 183,-391 0-243,0 1-1,-1-1 0,1 2 0,11 2 0,-20-4 6,1 1-1,-1 0 1,1 0 0,-1 0-1,1 0 1,-1 0 0,0 0-1,0 1 1,0-1-1,1 1 1,-1-1 0,-1 1-1,1 0 1,0 0 0,0 0-1,-1 0 1,1 0 0,-1 0-1,0 0 1,1 1-1,1 4 1,-2 1 25,0 0 0,0-1 0,0 1 0,-1 0 0,0 0-1,-1 8 1,0 8 97,1-20-87,0-1 1,0 0-1,-1 1 0,1-1 0,-1 1 0,0-1 0,1 0 1,-2 1-1,1-1 0,0 0 0,-3 5 0,1-4 7,0-1-1,-1 1 0,1-1 0,0 1 0,-1-1 0,0 0 0,-6 4 0,1-2 40,0-1 1,1 0-1,-2 0 0,1-1 1,0 0-1,-1 0 1,1-1-1,-16 2 0,-10-2-32,-37-2 0,35 0-235,22 0 27,-85-4-2502,87 3 1170,0-1 0,0 0 0,0-1 0,1-1 0,-18-7 0,6-2-6047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1:59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525 0 1424,'0'0'17779,"-20"8"-17031,-147 49 723,84-33-819,-138 49 430,220-72-1061,-26 12 83,27-12-105,-1-1 0,1 0 0,-1 1 0,1-1-1,0 0 1,-1 1 0,1-1 0,0 0 0,-1 1 0,1-1 0,0 1 0,0-1-1,-1 1 1,1-1 0,0 1 0,0-1 0,0 0 0,-1 1 0,1 0 0,0 0-1,1 0 0,-1-1 0,0 1 0,0-1 0,1 1 0,-1-1 0,0 1 1,1-1-1,-1 0 0,1 1 0,-1-1 0,0 1 0,1-1 0,-1 0 1,1 1-1,-1-1 0,1 0 0,-1 0 0,1 1 0,0-1 0,-1 0 1,2 0-1,64 21 601,92 18-1,-85-24-504,-37-7-88,-17-5-61,0 1 0,-1 1 0,20 8 0,-32-7-1072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2:00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9658,'0'0'8917,"10"-1"-8676,96-4 73,-68 5-5373,-41-1 5164,-1 1 1,1 0-1,-1 0 1,1 1-1,0-1 1,-1 1-1,1-1 1,0 1-1,-1 0 1,1 1-1,0-1 1,0 0-1,0 1 1,0 0-1,0-1 1,0 1-1,0 0 1,1 1-1,-1-1 0,1 0 1,-1 1-1,-3 5 1,1 0 214,1 0-1,0 0 1,0 1 0,1-1 0,0 1 0,0 0-1,1 0 1,-2 14 0,2 8 214,1 37 1,1-41-395,0-22-126,0 0-1,1 0 1,-1 0-1,1 0 0,1 0 1,-1 0-1,1 0 1,-1 0-1,1-1 1,1 1-1,3 6 0,3 1-111,0-1 0,19 18 0,-18-19-188,15 17-1342,-24-25 1304,1 0 1,-1 0-1,0 0 1,0 1-1,0-1 1,0 0-1,0 0 1,-1 1-1,1-1 1,-1 1-1,0-1 1,1 4-1,-1-5 214,-1-1-1,1 1 1,0 0-1,0-1 1,-1 1 0,1-1-1,-1 1 1,1 0-1,0-1 1,-1 1-1,1-1 1,-1 1 0,1-1-1,-1 1 1,1-1-1,-1 0 1,0 1-1,1-1 1,-1 0 0,0 1-1,1-1 1,-1 0-1,1 0 1,-1 0-1,0 0 1,0 1 0,1-1-1,-1 0 1,0 0-1,-1 0 1,-1 0-533,-22 4-2997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2:00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4729,'1'0'13376,"238"-3"-7182,-10 0-6092,-228 3-179,-1 0 1,1 0-1,-1 0 0,1 0 0,-1 0 1,1 0-1,-1 0 0,1 0 0,-1 0 1,1 0-1,-1 0 0,1 0 0,-1 1 1,1-1-1,-1 0 0,1 0 0,-1 1 0,1-1 1,0 7-1429,-2-4 489,1 12-3963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2:11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59 760,'0'-3'18330,"0"-10"-14623,0 12-3609,1 1 0,-1-1 1,0 1-1,0-1 0,1 1 0,-1-1 0,1 1 1,-1-1-1,0 1 0,1-1 0,-1 1 0,1 0 1,-1-1-1,1 1 0,-1 0 0,1-1 1,0 1-1,-1 0 0,1 0 0,-1 0 0,1-1 1,0 1-1,0 0 0,19-4 707,-16 3-566,48-7 571,79-2 0,-67 9-6671,-260-3-461,-6-1 7396,196 5-781,0 0 0,0 0 0,1 1 1,-1 0-1,-8 2 0,11-2-130,0 1 0,0-1 1,0 1-1,0-1 0,0 1 0,1 0 1,-1 0-1,0 0 0,1 1 1,0-1-1,-2 3 0,0-1-49,0 1 0,1-1 1,0 1-1,0 0 0,0 0 0,1 0 0,-1 0 1,1 0-1,0 0 0,1 0 0,-1 1 0,1-1 1,0 1-1,1-1 0,-1 11 0,1-11-45,0-3-56,0-1 0,0 1 0,0 0 0,0 0 0,0-1 0,0 1 0,1 0 0,-1-1 0,1 3 0,0-3-11,-1-1-1,1 1 1,0 0-1,-1-1 1,1 0-1,0 1 1,-1-1-1,1 1 1,0-1 0,0 0-1,-1 1 1,1-1-1,0 0 1,0 0-1,0 0 1,-1 1-1,1-1 1,0 0 0,0 0-1,0 0 1,0 0-1,0-1 1,406-2 403,-403 3-409,-1 0 0,1 0 0,-1 1 0,1-1 0,-1 1 1,0 0-1,1 0 0,-1 0 0,0 0 0,5 2 0,-7-2-1,1 0 0,-1 0 0,1 1 0,-1-1 0,0 0 0,0 1 0,1-1 0,-1 1-1,0-1 1,0 1 0,0 0 0,0-1 0,-1 1 0,1 0 0,0 0 0,-1-1 0,1 1 0,-1 0 0,1 4 0,0 12-2,-1 24-1,-1-16 13,1-21-5,0-1 1,-1 0-1,0 1 1,0-1-1,0 0 1,-1 0-1,1 0 1,-1 0 0,0 0-1,0-1 1,0 1-1,-1 0 1,1-1-1,-1 0 1,0 1 0,-6 5-1,-1-1 2,-1 0-1,1-1 1,-1 1-1,-18 7 1,11-7 77,-1 0 0,0-1 1,-1-1-1,0-1 0,0-1 1,-25 2-1,-123-1 731,121-5-712,39 0-71,2 0-46,0 0 0,-1 0 0,1 0 0,-1-1 0,1 0 1,0 0-1,-1-1 0,-5-2 0,7 1 490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2:12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1072,'0'0'20229,"0"97"-19861,0-79-224,0-6-144,0 0-568,0-3-1513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2:12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58 11018,'0'0'11073,"36"-6"-10767,113-22-49,-62 11 127,-82 15-237,-7 0-191,-14 0-193,-9 2 148,-59 1 79,70 1 21,1-1 0,-1 2 0,1 0 0,-17 6 0,-2 3 182,-36 20 1,57-26-103,0 1-1,0 0 1,1 0 0,0 1 0,1 0 0,-14 15-1,22-21-76,-1 0-1,1 0 0,0 1 1,0-1-1,-1 0 0,1 1 1,1-1-1,-1 1 0,0-1 1,1 1-1,-1-1 0,1 1 1,0 0-1,0-1 0,0 4 1,0-6-13,0 1 0,0-1 1,0 0-1,0 0 0,0 0 0,0 0 1,0 1-1,0-1 0,0 0 1,0 0-1,0 0 0,0 0 0,0 1 1,1-1-1,-1 0 0,0 0 0,0 0 1,0 0-1,0 0 0,0 1 0,0-1 1,0 0-1,1 0 0,-1 0 1,0 0-1,0 0 0,0 0 0,0 0 1,1 0-1,-1 0 0,0 0 0,0 0 1,0 0-1,0 0 0,1 0 1,-1 0-1,0 0 0,0 0 0,0 0 1,0 0-1,1 0 0,23 3 110,0-1 0,35-3-1,-22 0-119,242 1-1330,-264 1 1335,0-1 0,0 2 0,1 0 0,21 7 0,-30-7-3,1 0 1,0 1-1,-1 1 0,0-1 1,1 1-1,-1 0 0,-1 1 1,1 0-1,11 10 0,-16-12 4,1 0-1,-1 1 0,0-1 0,0 1 1,0-1-1,0 1 0,-1 0 1,0 0-1,1 0 0,-1 0 1,0 0-1,-1 0 0,1 0 0,-1 0 1,0 0-1,0 0 0,-1 5 1,1-7 12,0 0 1,0 1-1,0-1 1,-1 0 0,0 0-1,1 1 1,-1-1 0,0 0-1,0 0 1,0 0-1,0 0 1,0 0 0,-1 0-1,1 0 1,-2 2-1,-1 0 24,0-1 0,0 1 0,0-1-1,0 0 1,0-1 0,-8 5 0,-5 0 102,-1-1 1,-34 8-1,3-4 98,0-3 0,-59 2 0,-102-9-968,113 0-2160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2:13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627 1 7818,'0'0'12765,"-27"8"-12557,-190 63 394,-68 8 860,222-63-836,58-14-557,2-2-10,0 1 1,0 0-1,0 0 1,0 0 0,-5 3-1,8-4-51,0 0 0,-1 0 0,1 1 0,-1-1 0,1 1-1,-1-1 1,1 0 0,0 1 0,-1-1 0,1 1 0,0-1 0,-1 1 0,1-1-1,0 1 1,0-1 0,-1 1 0,1-1 0,0 1 0,0-1 0,0 1 0,0-1 0,0 1-1,0-1 1,0 1 0,0-1 0,0 1 0,0 0 0,0-1 0,0 1 0,0-1-1,0 1 1,1-1 0,-1 1 0,0-1 0,0 1 0,1-1 0,-1 1 0,0 0-1,1 0 4,0-1 0,0 1 0,-1 0 0,1 0-1,0-1 1,0 1 0,0 0 0,0-1-1,-1 1 1,1-1 0,0 1 0,0-1-1,2 1 1,24 9 298,50 9 0,-35-9-148,32 9 46,131 29 168,-193-46-551,23 7 1,-35-9 161,0 0 0,1 1 0,-1-1 0,1 0 0,-1 0 0,0 0 0,1 0 0,-1 0 0,0 1 0,1-1 0,-1 0 0,0 0 0,1 0 0,-1 1 0,0-1 0,0 0 0,1 1 0,-1-1 0,0 0 0,0 1 0,0-1 0,1 0 0,-1 1 0,0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2:14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22 3201,'0'0'18885,"34"-3"-18322,109-12-274,-101 12-429,45 2-1,-46 2-2816,-51-1-1040,2 0 4035,1 0-1,0 0 0,0 1 1,0 0-1,0 0 0,0 1 1,0 0-1,0 0 0,1 1 1,-1 0-1,1 0 0,-1 0 1,1 1-1,-7 5 0,6-2 246,0-1-1,1 1 1,0 0-1,0 1 0,0 0 1,1 0-1,0 0 1,1 0-1,0 1 0,-4 12 1,3-6 126,1 1 0,1-1 0,1 1 0,0-1 1,1 25-1,-1 14-11,1-25-1021,4 57-1,5-64-1080,-7-19 768,0 0 0,0-1 0,0 1 0,0 0 1,-1-1-1,1 1 0,0 5 0,-5-8-179,-34 0 1541,0-1 0,-53-10 0,40 4 6603,63 4-5188,7-1-1441,21 1 777,47 4 0,3-1-873,80-2-1663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2:25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16 2473,'0'0'14715,"16"-15"-9818,-42 15-9058,6 0-5873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2:26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232 115 1120,'0'0'14105,"0"-12"-7095,-3 10-6866,1 1 0,0-1-1,-1 0 1,1 1-1,-1-1 1,0 1-1,1 0 1,-4-1 0,-4-2-163,-74-32-2327,25 12-2962,6-1-4074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2:46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61 264,'0'16'1283,"0"48"-384,0-70-898,0-1 0,0 1 0,0 0 1,1 0-1,0 0 0,1 0 0,-1 0 0,1 0 1,3-6-1,-3 9-1,0 1 1,0-1-1,1 1 1,-1 0-1,1 0 0,0 0 1,-1 0-1,1 0 1,0 1-1,0-1 1,0 1-1,0 0 0,0 0 1,6-1-1,-7 1 1,1 0 219,1 0 1,-1 0 0,0 0 0,1-1 0,-1 1 0,0-1 0,0 0 0,0 0 0,5-4 0,-7 5 53,1-1 1,0 1-1,-1 0 1,1 0-1,0 0 0,-1 0 1,1 0-1,0 0 0,2 0 1,10-7 1262,-13 2-4241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2:49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1536,'0'0'4344,"16"-3"5058,-17 3-9586,-3 0 1069,5 0-625,96 1 979,112-3-548,-9-13-579,105-2-42,107 17-2932,-421 0 12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2:51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1442 0 256,'0'0'12988,"-20"0"-11234,17 1-1723,0 0 0,0-1 1,0 1-1,1 0 0,-1 1 0,0-1 0,0 0 1,1 1-1,-1 0 0,1 0 0,-1-1 0,1 1 1,0 1-1,0-1 0,0 0 0,-3 5 1,-3 2 8,-204 196 1304,195-189-1208,-96 74 115,35-30-234,60-46 45,-1-1-1,-40 19 1,3-2-32,-180 103 291,218-123-318,2 1-1,-1 0 1,2 1 0,-1 0-1,2 2 1,0 0 0,0 0-1,-14 20 1,-62 79 36,76-95-42,4-2-4,-2-1 0,-23 24 0,-108 78 95,84-71-64,53-41-29,0 0 1,0 1-1,0-1 1,1 1-1,0 0 0,-5 9 1,10-12-1021,7-5-456,15-14-838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2:52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67 304,'0'0'2631,"-21"-6"9210,27 6-11388,432 0 1986,-217-14-2292,-138 7-92,-11 0-28,113-4-55,-170 11 25,22 0 22,-1-1-1,1-2 0,38-8 1,-63 9-18,0 1 1,1 0-1,21 1 1,-24 1 85,0-1 1,-1 0-1,17-3 1,-21 3-36,-45 0-3097,1 0 857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4:14.6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19 10042,'0'0'9170,"-21"0"-7402,21-3-1768,0-3-1464,0-3-3009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4:16.2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1488,'0'0'3826,"8"0"-3395,-3 0-395,9 0 497,0 1 1,0 0-1,17 3 1,0 2-200,0-2 1,1 0-1,39-3 1,-70-1 139,-3 1-455,-1 0 0,1 0-1,-1 0 1,0-1-1,1 0 1,-1 1-1,-4-1 1,-2 1 68,-2 1-303,1 1-1,0 1 0,0-1 0,1 1 0,-12 7 0,19-9-90,-1-1 1,1 1 0,0-1-1,0 1 1,0 0-1,0 0 1,0 0-1,-1 2 1,-3 6-1893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4:18.2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79 4849,'0'0'4044,"0"-1"-3942,0 1 0,0-1 0,-1 1 1,1-1-1,0 1 0,0-1 0,0 1 1,-1-1-1,1 1 0,0-1 0,0 1 0,-1-1 1,1 1-1,0 0 0,-1-1 0,1 1 1,-1-1-1,-9-1 1631,6 1-438,9 1 1305,540 0 1165,276 0-3449,-628 9-299,0 0 15,272 0 65,-398-8-78,-2 0 35,107-12 0,-100 4-20,130 4 1,-114 4-37,563-17 706,-613 14-624,556-2 305,-357 5-130,-30-7-129,5 0 25,1635 6 1777,-1589-6-1575,7 0 122,582 6 548,-844 0-1032,7-2-826,-10 1 611,0 1 0,1-1-1,-1 1 1,0-1 0,1 0 0,-1 1-1,0-1 1,0 0 0,0 1 0,1-1-1,-1 0 1,0 1 0,0-1 0,0 0-1,0 1 1,0-2 0,0-15-9059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4:23.0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0 3209,'0'5'17366,"0"0"-18319,-1-1 991,1-1 0,1 1 0,-1 0 1,1 0-1,-1 0 0,3 5 1,2 13 35,-4-18-55,0 0 0,-1 1-1,1-1 1,-1 1 0,0-1 0,0 1-1,-1 5 1,0 6 7,1-14-26,-1 0 0,1 1 0,0 0 0,0 0 0,0 0 0,0 0 0,1 0 0,-1 0 0,1 0 0,0 0 0,0 0 0,0 0 0,0-1 0,0 1 0,0 0 0,1-1 0,3 6 0,-3-4 6,1 0 0,-1 1 0,0-1 0,-1 1 0,1 0-1,-1 0 1,0-1 0,0 1 0,0 0 0,-1 0 0,0 0-1,0 8 1,0-10-4,0 0-1,1 0 0,-1 0 1,1-1-1,0 1 0,0 0 1,0 0-1,0-1 1,0 1-1,0-1 0,4 5 1,23 26 49,-4-6 71,-23-24-104,1 1 1,-1 0 0,0-1 0,0 1 0,0 0-1,-1 0 1,1 0 0,-1 0 0,0 0-1,0 0 1,-1 0 0,0 4 0,1 7 178,-1-7-147,0-1 0,0 1 1,0-1-1,-6 15 0,5-15-25,0 0-1,0 0 1,1 0 0,-2 14 0,3-15-7,-1 0 1,0 1-1,-1-1 1,1 0-1,-1 0 0,0 0 1,-1 0-1,-5 9 1,5-9 5,0 0 1,1-1 0,-1 2 0,1-1 0,0 0 0,0 0 0,1 1-1,-1 10 1,-3 101 25,5 438 428,-1-549-472,0 0 0,-1 0 0,1 0 0,-1 0 0,-1-1 0,1 1 0,-1 0-1,-1-1 1,1 0 0,-1 0 0,-6 9 0,4-8 29,2 0 1,-1 0-1,1 1 1,0 0-1,1 0 1,-5 13-1,3 10 272,4-24-214,0-1 1,1 1-1,0-1 1,0 1-1,2 9 0,-2-11-960,1 0-1,-1 0 1,-1 10-1,5-30-5496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4:25.0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172 29 2801,'0'0'6257,"-11"-4"-5437,-33-10-93,37 11-387,-1 1 0,0 0 0,1 1 0,-10-2 0,12 3-820,0 0 0,0 1 0,-1-1 1,1 1-1,0 0 0,0 0 1,0 1-1,-8 3 0,-2 1-1954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4:25.8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419 4 2785,'-193'-3'1884,"154"3"5475,39 22-6047,0-16-1037,-1 1 1,0 0-1,0 0 0,-3 7 1,2-7-87,0 0 0,1 0 1,0-1-1,-1 10 0,1 47 753,0-16-341,8 82 1,-3-92-439,-3 55-1,-1-60-102,0-24-40,-1 1-1,0-1 1,0 0-1,-1 1 1,0-1 0,-4 10-1,-23 44 278,1-3-12,11-7-73,-20 103-1,10-35 25,20-90-33,2 0 0,-4 58 0,9 63 185,1-71-309,-2-72-60,1 1-1,-4 13 1,-1 15-4,4-12 12,1 2 145,3 27 1,-2-44-118,1-1 0,0 1 0,1-1 0,0 1-1,0-1 1,7 12 0,13 26 30,29 79-1,-21-52-73,-23-59-4,-1 0 0,-1 0 0,0 0-1,-1 1 1,-1 0 0,3 21 0,4 175 368,-11-187-348,0 6-118,5 44 0,-5-57-3625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3:44:31.0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364 651 3729,'0'0'7452,"11"-8"-6656,29-25 55,-30 25 772,-15 9-1608,-1 0 0,1 0 0,-1 0 0,1 1 1,0-1-1,0 1 0,0 1 0,0-1 0,-8 6 0,2-2 63,-12 6 90,-102 58 689,102-56-657,1 1 0,1 2 0,-24 23 0,43-39-195,0 1 0,0-1 0,0 1 1,1 0-1,-1 0 0,1 0 0,-1 0 0,1 0 1,0 0-1,-1 0 0,1 1 0,1-1 0,-1 0 1,0 1-1,0-1 0,1 0 0,-1 1 0,1 3 1,4-6-117,24-1-40,0-2 0,0-1-1,-1-1 1,1-1 0,27-11 0,430-139-5989,-434 141 6229,-49 14 584,-5 1-557,-2 0-66,1 1 0,0 0 1,-1 0-1,1 0 1,-1 0-1,1 1 1,0 0-1,0 0 1,-5 3-1,-2 0 96,-365 201 3819,291-158-3170,82-46-771,-84 47 698,-99 74 0,178-115-691,8-8-29,0 0-1,0 0 0,0 1 1,0-1-1,0 0 1,0 0-1,0 0 1,0 0-1,0 0 0,0 0 1,0 0-1,0 0 1,0 1-1,0-1 0,0 0 1,0 0-1,0 0 1,0 0-1,0 0 0,0 0 1,0 0-1,0 0 1,0 0-1,0 0 0,0 0 1,1 1-1,-1-1 1,0 0-1,0 0 0,0 0 1,0 0-1,0 0 1,0 0-1,0 0 0,0 0 1,0 0-1,0 0 1,1 0-1,-1 0 0,0 0 1,0 0-1,0 0 1,0 0-1,0 0 0,0 0 1,0 0-1,1 0 1,20-4 69,-2-3-77,0-1 0,19-11 0,-8 4-28,590-270-4675,-578 268 4382,207-78-872,-225 89 1226,-46 23-31,-183 104 1188,52-32 35,-229 157 1756,238-150-1945,126-84-917,-13 8 109,1 1-1,-32 29 0,58-47-203,4-2-15,-1-1 1,0 1-1,1-1 1,-1 1-1,0 0 1,1-1 0,-1 1-1,1 0 1,-1-1-1,1 1 1,-1 0-1,1 0 1,0-1-1,-1 1 1,1 0-1,-1 1 1,13-4 130,32-14-101,0-3-1,44-26 1,-11 6-487,454-214-2834,-224 120 2334,-288 127 945,-16 5-54,-21 11-446,-222 122 3242,-407 299 0,590-390-2443,-38 31 120,80-58-328,14-10-55,6-3 50,6-2 42,0 0 1,0 0 0,0-2-1,0 1 1,-1-1 0,1-1-1,17-7 1,310-150-206,-230 106-440,639-324-4170,-587 300 4524,-147 72 162,-11 6-66,-8 5-68,-444 304 2237,420-288-2003,-475 312 1406,447-294-1061,58-38-345,6 0 68,12-3-85,-1-1-1,0-1 1,0 0 0,0-1 0,23-13 0,-9 6-106,402-186-1908,-293 127 1336,201-99-679,6 17 812,-321 143 476,2 1 0,55-13 0,-74 23-96,-9 3-84,-15 12 122,-143 82 891,80-51-388,-522 333 3191,405-253-2918,189-122-706,-15 9 80,0 1 0,-34 31 0,54-44-77,-1 1-38,9-1 211,7-3-28,1-1 0,-1-1 0,0 0-1,0-1 1,23-12 0,289-147-54,-4-16-1293,107-56-1643,-363 200 2300,-27 14 240,44-17 0,-81 38 193,-6 5-121,-18 17 280,-1-1-1,-47 32 1,21-17 73,-312 255 1911,172-134-775,7-13-608,174-135-588,8-8-74,0 0 0,0 0-1,0 0 1,0 1 0,0-1 0,0 0 0,0 0-1,0 0 1,0 0 0,0 0 0,0 0 0,0 0-1,0 0 1,0 0 0,0 0 0,0 0-1,0 0 1,0 0 0,0 1 0,0-1 0,0 0-1,0 0 1,0 0 0,0 0 0,0 0 0,0 0-1,1 0 1,-1 0 0,0 0 0,0 0 0,0 0-1,0 0 1,0 0 0,0 0 0,0 0-1,0 0 1,0 0 0,0 0 0,0 0 0,0 0-1,1 0 1,-1 0 0,0 0 0,0 0 0,0 0-1,0 0 1,0 0 0,0 0 0,0 0-1,0 0 1,0 0 0,0 0 0,0 0 0,0 0-1,0 0 1,1 0 0,-1 0 0,0-1-1,23-8 336,142-84-279,-95 50-252,174-107-1286,78-46-1013,10 16 1530,-290 158 950,-22 11 4,0 0 0,0 2 0,1 1 0,26-8 0,-45 16-46,-2 0 43,-1 0 1,1 0-1,0 0 1,0 0-1,0 1 1,0-1-1,0 0 1,0 0-1,0 0 1,0 0-1,0 0 1,0 1-1,0-1 1,0 0-1,0 0 1,0 0-1,0 0 1,0 0-1,0 1 1,0-1-1,0 0 1,0 0-1,0 0 1,0 0-1,0 0 1,0 0-1,0 1 1,0-1-1,1 0 1,-1 0-1,0 0 1,0 0-1,0 0 1,0 0-1,0 0 1,0 1-1,0-1 1,1 0-1,-1 0 1,0 0-1,0 0 1,0 0-1,0 0 1,0 0-1,0 0 1,1 0-1,-1 0 1,0 0-1,0 0 1,0 0-1,0 0 1,0 0-1,1 0 1,-1 0-1,0 0 1,0 0-1,0 0 1,0 0-1,0 0 1,1 0-1,-1 0 1,0 0-1,0 0 1,0 0-1,0-1 1,-1 5 1,-1 0 0,1 0 0,-1-1 0,-1 1 0,1-1 0,0 1 0,-1-1 0,-3 4 0,-31 25 70,34-30-61,-208 160 659,62-51 103,-190 148 1356,322-247-2020,10-7-55,1-1 0,0 1 0,0 0-1,1 0 1,-1 0 0,1 1 0,-5 8 0,9-13 116,8-2 315,7-1-296,0-1 1,-1-1-1,27-10 0,41-26-67,-36 18-122,539-270-4426,-19-33 455,-493 276 3970,15-9 1061,-82 56-850,-4 3-162,-7 7-36,-25 21 281,-1-2 1,-55 36-1,38-29-4,-750 571 2321,785-594-2567,-5 4 74,-25 26 1,43-40-25,-4 6-187,5-5 333,5-3 676,13-4-678,0-1-1,-1-1 1,20-12-1,53-34-131,-68 40-86,1260-855-4759,-1228 829 4039,104-55 0,-147 89 533,-10 5 142,1-1 0,0 0-1,0 0 1,-1 0-1,1 0 1,0 0-1,-1 0 1,1 0-1,-1 0 1,3-3-1,-3 3-124,-2 1 26,-8 0 244,0 1 1,0 0 0,0 1 0,0 0 0,-15 6 0,-43 21 400,43-18-388,15-7-84,2-1-12,0 1 1,0-1 0,0 1 0,-10 8 0,17-12-10,0 0-11,0 0 0,0 0 0,0 0 1,0 0-1,0 0 0,0 0 0,0 0 1,0 0-1,0 0 0,0 0 0,1 0 1,-1 0-1,0 0 0,0 0 0,0 0 1,0 0-1,0 0 0,0 0 0,0 0 1,0 1-1,0-1 0,0 0 0,0 0 1,0 0-1,0 0 0,0 0 0,1 0 1,-1 0-1,0 0 0,0 0 0,0 0 1,0 0-1,0 1 0,0-1 0,0 0 1,0 0-1,0 0 0,0 0 1,0 0-1,0 0 0,0 0 0,0 0 1,0 0-1,0 0 0,0 0 0,0 1 1,0-1-1,-1 0 0,1 0 0,11-3 99,-1 0-1,0-1 0,-1 0 0,1 0 1,-1-1-1,0 0 0,10-8 0,3-1-24,353-232-984,-364 238 870,30-25-44,-37 30 86,-1-1 1,0 1-1,0-1 1,0 0-1,0 0 1,0 0-1,-1 0 1,3-6-1,-4 9-6,-1 1 1,0 0-1,0 0 1,0-1-1,0 1 1,0 0-1,1-1 0,-1 1 1,0 0-1,0 0 1,0-1-1,0 1 0,0 0 1,0-1-1,0 1 1,0 0-1,0-1 1,0 1-1,0 0 0,0 0 1,0-1-1,0 1 1,0 0-1,0-1 1,0 1-1,-1 0 0,1 0 1,0-1-1,0 1 1,0-1-1,-17 0 86,-11 2-8,1 2 0,0 1 1,0 1-1,0 1 1,-43 17-1,-133 64 302,183-78-358,-21 9 49,-48 25 73,76-36-128,0 1 0,0 1 1,0 0-1,-11 11 0,22-19-19,-2 4 0,4-5 0,0 0-1,0 0 1,0 0-1,0 0 1,0 0 0,0 0-1,0 1 1,0-1-1,0 0 1,0 0-1,0 0 1,0 0 0,0 0-1,0 0 1,0 0-1,0 1 1,0-1-1,1 0 1,-1 0 0,0 0-1,0 0 1,0 0-1,0 0 1,0 0 0,0 0-1,0 0 1,0 0-1,0 0 1,0 0-1,0 1 1,1-1 0,-1 0-1,0 0 1,0 0-1,0 0 1,0 0-1,0 0 1,0 0 0,0 0-1,0 0 1,1 0-1,-1 0 1,0 0-1,0 0 1,0 0 0,0 0-1,0 0 1,0 0-1,0 0 1,1 0-1,-1 0 1,0 0 0,0-1-1,0 1 1,0 0-1,7 0 42,0-1 0,-1 0-1,1 0 1,0-1 0,-1 0-1,1 0 1,8-4 0,46-26 110,-38 18-130,291-171-1041,-206 121 337,-27 15-176,-80 51-957,-2 0 1762,1 0 1,-1-1 0,1 1-1,-1 0 1,0-1 0,0 1 0,0 0-1,0-1 1,0 1 0,0-1 0,0 1-1,0-1 1,0 0 0,-1 1 0,-2 1-1,2-1-2,-24 21 232,0-2 1,-1-1-1,-41 23 0,26-17 214,-230 136 2663,10-6-1486,248-148-1519,9-5-25,0 0 0,0 0 0,1 0 0,-1 1 0,1-1 0,-1 1 0,-5 7 0,10-11-24,0 0 0,0 0 0,0 1 0,0-1 0,-1 0 0,1 0 1,0 0-1,0 0 0,0 0 0,0 1 0,0-1 0,0 0 0,0 0 0,-1 0 0,1 0 1,0 1-1,0-1 0,0 0 0,0 0 0,0 0 0,0 1 0,0-1 0,0 0 0,0 0 0,0 0 1,0 1-1,0-1 0,0 0 0,0 0 0,0 0 0,0 0 0,0 1 0,0-1 0,0 0 1,1 0-1,-1 0 0,0 1 0,0-1 0,0 0 0,10 1-43,-4-1 89,12-1 29,1-1 1,0 0-1,-1-2 0,20-5 0,78-30-262,-63 21-114,38-14-337,133-41-1163,-216 71 1772,0 0 1,0 1 0,0-1-1,15 1 1,-23 1 27,0 0 0,1 0 1,-1 0-1,0 0 0,0 0 0,0 0 0,0 0 1,0 0-1,0 0 0,0 0 0,0 0 1,0 0-1,0 0 0,0 0 0,1 0 0,-1 0 1,0 0-1,0 0 0,0 0 0,0 0 1,0 0-1,0 0 0,0 0 0,0 0 0,0 0 1,0 0-1,0 0 0,0 0 0,1 0 1,-1 1-1,0-1 0,0 0 0,0 0 0,0 0 1,0 0-1,0 0 0,0 0 0,0 0 1,0 0-1,0 0 0,0 0 0,0 0 0,0 0 1,0 1-1,0-1 0,0 0 0,0 0 1,0 0-1,0 0 0,0 0 0,0 0 0,0 0 1,0 0-1,0 0 0,0 0 0,0 1 1,0 0-1,0 0 1,-1-1 0,1 1 0,0 0-1,0 0 1,-1 0 0,1 0-1,0 0 1,-1 0 0,1 0 0,-1-1-1,1 1 1,-1 0 0,1 0 0,-1-1-1,0 1 1,1 0 0,-2 0 0,-19 16 106,0-1 1,-31 18-1,14-11 145,-321 195 2234,89-58-721,11 13-680,234-155-997,2 0 1,-32 32 0,39-30-87,16-20-1,0 1 1,0-1 0,0 0 0,0 0 0,-1 0 0,1 0-1,0 1 1,0-1 0,0 0 0,0 0 0,0 0 0,0 0-1,0 1 1,0-1 0,0 0 0,0 0 0,0 0 0,0 1-1,0-1 1,0 0 0,0 0 0,0 0 0,0 1 0,0-1-1,0 0 1,0 0 0,0 0 0,0 1 0,0-1 0,0 0-1,0 0 1,0 0 0,1 0 0,-1 1 0,0-1 0,0 0-1,0 0 1,0 0 0,0 0 0,1 0 0,-1 1 0,0-1 0,0 0-1,0 0 1,0 0 0,1 0 0,-1 0 0,0 0 0,0 0-1,0 0 1,1 0 0,-1 0 0,0 0 0,0 0 0,0 0-1,1 0 1,-1 0 0,0 0 0,0 0 0,0 0 0,1 0-1,-1 0 1,0 0 0,0 0 0,5 0 30,0 0-1,0 0 1,0 0 0,-1-1-1,1 1 1,0-1-1,8-3 1,39-17 223,-43 18-228,283-124-524,476-191-4394,-662 278 4570,-197 78 694,-773 421 3796,779-406-3649,-152 122-1,225-165-475,-29 28 114,38-35-146,0 1-1,0 0 0,0 0 0,0 0 1,1 0-1,0 0 0,-1 0 0,-1 9 1,4-13-12,0 0 0,0 0 0,0 0 0,0 0 1,-1 0-1,1 0 0,0 1 0,0-1 0,0 0 0,0 0 1,0 0-1,0 0 0,0 0 0,0 1 0,0-1 0,0 0 1,0 0-1,0 0 0,0 0 0,0 0 0,1 1 0,-1-1 1,0 0-1,0 0 0,0 0 0,0 0 0,0 0 1,0 0-1,0 1 0,0-1 0,0 0 0,0 0 0,0 0 1,1 0-1,-1 0 0,0 0 0,0 0 0,0 0 0,0 0 1,0 0-1,1 1 0,8-2 20,-3 1-3,10-3 37,0 1 1,-1-2 0,1 0-1,18-8 1,64-31 48,-60 25-81,465-236-1030,-39 18-783,-404 209 1662,-57 25 56,-9 4-296,-10 3 274,0 1 0,0 1 0,0 0 0,-16 10-1,20-10 103,-334 190 1279,13 19 213,290-185-1226,2 2 0,-42 42 0,79-70-238,2-4-25,1-1 1,0 1 0,0 0-1,0 0 1,0 0-1,0 0 1,1 1 0,-1-1-1,0 0 1,0 0 0,1 0-1,-1 1 1,1-1 0,-1 0-1,1 1 1,-1-1-1,1 0 1,0 1 0,0 1-1,7-3 275,4-1-203,0 0-1,-1 0 1,1-1-1,-1 0 1,16-6-1,55-25 26,-63 25-120,696-295-4785,-509 221 3911,-195 77 928,-8 3 29,-22 8 43,-172 100 1188,133-71-929,-185 113 1192,10 14-381,219-150-1106,9-9-48,1 1-1,-1 0 1,1 0-1,0 1 1,1-1-1,-1 1 1,1 0-1,0 0 1,-6 9-1,10-13-15,-1 1-27,7 0 160,12-3-20,0-1 0,0-1 0,-1 0 0,28-9 0,74-31-166,-91 32-1,477-200-2802,-502 209 2808,-5 4-177,-256 142 497,-33 20 888,290-163-1169,-21 12 130,0 1 0,-34 30-1,53-41-102,2-2-13,-1 0 0,1 0 1,0 0-1,0 0 0,0 0 0,0 0 1,0 0-1,0 1 0,0-1 0,1 0 1,-1 1-1,0-1 0,1 0 0,-1 1 1,1-1-1,-1 1 0,1-1 0,-1 3 1,1-4-7,0 0 0,0 0 1,1 0-1,-1 1 1,0-1-1,0 0 0,0 0 1,0 1-1,0-1 0,0 0 1,1 0-1,-1 0 0,0 0 1,0 1-1,0-1 0,1 0 1,-1 0-1,0 0 1,0 0-1,0 0 0,1 0 1,-1 0-1,0 1 0,0-1 1,1 0-1,-1 0 0,0 0 1,0 0-1,1 0 1,-1 0-1,0 0 0,14 0 81,-7 0-1,21-2 97,-1 0 1,0-1-1,37-11 1,87-29-22,-74 19-170,392-107-643,-450 126 621,-15 3 4,0 1-1,0 0 1,0 0 0,0 1-1,0-1 1,6 1 0,-16 3-125,-28 12 237,-156 76 933,161-75-1690,-1-1-1,0-1 0,-48 15 0,31-19-4240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24ADB3-2C28-2B8C-0159-4DF9F22C5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EFC4D91-6311-C156-D069-F595CAA9E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A01458-9D53-9E1C-150E-A3DDECB4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F908-73B0-4296-89B5-9EEE89D79A9E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A8A7D5-9760-8996-AC71-3EF9B9F9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AAEED8-6AC7-E19D-4F32-6EA0B1BB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A02E-AB1D-42DA-9D45-9DC62D4B8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2153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C6B848-E0C2-1317-22F8-FCA261E7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AE2636-2B32-D052-63A4-B26DCEEBE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6691D6-0ADA-E769-0982-7BBF3B4E0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F908-73B0-4296-89B5-9EEE89D79A9E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4AF4D3-F50E-A689-6C20-D524FD4BD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F8FE8A-44AE-7BC5-C750-FD4796F9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A02E-AB1D-42DA-9D45-9DC62D4B8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268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7A515A-5A4B-8F6C-1B46-E5DF44501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6AF7E5-615F-D68E-1FB9-8BD2DB8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627F7A-F5E1-53EB-9327-163514C09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F908-73B0-4296-89B5-9EEE89D79A9E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47B5E1-44F8-6556-9E71-53D0CB28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9EC90A-AD18-DFC5-F2EE-7A39DAD3C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A02E-AB1D-42DA-9D45-9DC62D4B8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327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C0FA84-2D43-F038-7F2E-009C0CE42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6C5B6A-5BBA-E199-C8E7-36911838C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2B471E2-D98D-D279-0A5E-0FB6E36B7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B6A6408-3F9F-DB40-77DC-97A0C2768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F908-73B0-4296-89B5-9EEE89D79A9E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05790E-B172-F13C-9771-69BD81C85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4CF5B4-D1B1-081E-F00C-23AF9A7F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A02E-AB1D-42DA-9D45-9DC62D4B8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9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0AFADC-F9D0-4478-FB46-5E4B6D6E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017803-12CC-5264-4B24-4DB1F27B2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37C737-672D-0B48-B0F4-1CEABBC2D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E062148-E0C7-53DA-A894-0C29A2F6F2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4EDE2AD-DA23-7B04-4EB5-2787174D7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77C0FFA-CD46-8C7E-3603-941D895C4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F908-73B0-4296-89B5-9EEE89D79A9E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93690F9-CAF4-25FB-FC48-B6B805B6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6DC2972-C6C5-BE8B-4C54-A1752D470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A02E-AB1D-42DA-9D45-9DC62D4B8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168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C410A4-A4E5-292D-AA95-138805314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37E21E6-B4A5-0296-4319-1939108D8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F908-73B0-4296-89B5-9EEE89D79A9E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3308C74-89ED-FEE8-CC3D-49B93B6AA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A44ED88-4AAF-DDCE-5F20-7654A7DE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A02E-AB1D-42DA-9D45-9DC62D4B8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607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A79F0A1-84CD-B1FF-AB3D-BDE877EC2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F908-73B0-4296-89B5-9EEE89D79A9E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E92E00B-28BE-D1D3-C1D8-B51F5753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6D7CC0-2668-1B52-2EF3-12026AF07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A02E-AB1D-42DA-9D45-9DC62D4B8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4641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BB2B41-3BC7-4929-F286-F3F11C169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9BDE43-7CC2-5A3C-0DB6-DD10579CA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8943B2-8681-7B18-0223-E39900D7F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24E605-570C-888E-253E-7C1C2E0D9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F908-73B0-4296-89B5-9EEE89D79A9E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A8765C-7103-AD9A-000F-3DE22C7B8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213966-31E5-A1B5-BFFA-721696299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A02E-AB1D-42DA-9D45-9DC62D4B8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78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58EE42-CB3A-583B-2A8A-495902530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7CE8577-2343-5B6C-3EBD-1BDD904DA8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584A6B-42B6-1EB1-27AF-F1BBBA0E6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8B7EA5-AEA1-FB69-BB7A-E7EDA50A1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F908-73B0-4296-89B5-9EEE89D79A9E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68A0B7-C347-1C27-6567-3179680DB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9D1167-5115-075F-F9AB-4608E509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A02E-AB1D-42DA-9D45-9DC62D4B8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9742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AF5E4A-B80A-FF96-CC45-E8E9F9FCF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28F3E44-276C-EF11-D0B9-DB1691F85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88D4F7-80FE-11F6-87DE-32D7E5037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F908-73B0-4296-89B5-9EEE89D79A9E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125433-EAF0-AE97-1531-4E58AA4EF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4D7A65-B23D-2758-00F0-FC9AAC503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A02E-AB1D-42DA-9D45-9DC62D4B8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1608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88D7924-0962-5DA2-02BB-8C88AB0B9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20183C4-4F8B-BD59-A359-E70DF1897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08EF8E-243C-EA47-BEC9-ACBA4C0F8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F908-73B0-4296-89B5-9EEE89D79A9E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43B5C7-078C-1ED0-C01A-E9768E1A2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08C8A5-A8A5-284E-03F8-6CD026730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A02E-AB1D-42DA-9D45-9DC62D4B8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02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8729925-6458-1BE2-DC4E-86B421E5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C8A29A-6190-E728-4544-EF66261F4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D652F3-62AD-AF5A-8885-8EDB4B6A8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9F908-73B0-4296-89B5-9EEE89D79A9E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13E5AD-D783-689A-DF4A-4D5E2E8AC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6E4F64-DE69-E70A-456D-91AB301F5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BA02E-AB1D-42DA-9D45-9DC62D4B89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325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0.xml"/><Relationship Id="rId21" Type="http://schemas.openxmlformats.org/officeDocument/2006/relationships/customXml" Target="../ink/ink10.xml"/><Relationship Id="rId42" Type="http://schemas.openxmlformats.org/officeDocument/2006/relationships/image" Target="../media/image25.png"/><Relationship Id="rId63" Type="http://schemas.openxmlformats.org/officeDocument/2006/relationships/customXml" Target="../ink/ink31.xml"/><Relationship Id="rId84" Type="http://schemas.openxmlformats.org/officeDocument/2006/relationships/image" Target="../media/image46.png"/><Relationship Id="rId138" Type="http://schemas.openxmlformats.org/officeDocument/2006/relationships/customXml" Target="../ink/ink71.xml"/><Relationship Id="rId159" Type="http://schemas.openxmlformats.org/officeDocument/2006/relationships/image" Target="../media/image80.png"/><Relationship Id="rId170" Type="http://schemas.openxmlformats.org/officeDocument/2006/relationships/customXml" Target="../ink/ink88.xml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26" Type="http://schemas.openxmlformats.org/officeDocument/2006/relationships/customXml" Target="../ink/ink116.xml"/><Relationship Id="rId107" Type="http://schemas.openxmlformats.org/officeDocument/2006/relationships/image" Target="../media/image56.png"/><Relationship Id="rId11" Type="http://schemas.openxmlformats.org/officeDocument/2006/relationships/customXml" Target="../ink/ink5.xml"/><Relationship Id="rId32" Type="http://schemas.openxmlformats.org/officeDocument/2006/relationships/image" Target="../media/image20.png"/><Relationship Id="rId53" Type="http://schemas.openxmlformats.org/officeDocument/2006/relationships/customXml" Target="../ink/ink26.xml"/><Relationship Id="rId74" Type="http://schemas.openxmlformats.org/officeDocument/2006/relationships/image" Target="../media/image41.png"/><Relationship Id="rId128" Type="http://schemas.openxmlformats.org/officeDocument/2006/relationships/customXml" Target="../ink/ink66.xml"/><Relationship Id="rId149" Type="http://schemas.openxmlformats.org/officeDocument/2006/relationships/image" Target="../media/image75.png"/><Relationship Id="rId5" Type="http://schemas.openxmlformats.org/officeDocument/2006/relationships/customXml" Target="../ink/ink2.xml"/><Relationship Id="rId95" Type="http://schemas.openxmlformats.org/officeDocument/2006/relationships/image" Target="../media/image51.png"/><Relationship Id="rId160" Type="http://schemas.openxmlformats.org/officeDocument/2006/relationships/customXml" Target="../ink/ink83.xml"/><Relationship Id="rId181" Type="http://schemas.openxmlformats.org/officeDocument/2006/relationships/image" Target="../media/image91.png"/><Relationship Id="rId216" Type="http://schemas.openxmlformats.org/officeDocument/2006/relationships/customXml" Target="../ink/ink111.xml"/><Relationship Id="rId237" Type="http://schemas.openxmlformats.org/officeDocument/2006/relationships/image" Target="../media/image119.png"/><Relationship Id="rId22" Type="http://schemas.openxmlformats.org/officeDocument/2006/relationships/image" Target="../media/image15.png"/><Relationship Id="rId43" Type="http://schemas.openxmlformats.org/officeDocument/2006/relationships/customXml" Target="../ink/ink21.xml"/><Relationship Id="rId64" Type="http://schemas.openxmlformats.org/officeDocument/2006/relationships/image" Target="../media/image36.png"/><Relationship Id="rId118" Type="http://schemas.openxmlformats.org/officeDocument/2006/relationships/image" Target="../media/image61.png"/><Relationship Id="rId139" Type="http://schemas.openxmlformats.org/officeDocument/2006/relationships/customXml" Target="../ink/ink72.xml"/><Relationship Id="rId85" Type="http://schemas.openxmlformats.org/officeDocument/2006/relationships/customXml" Target="../ink/ink42.xml"/><Relationship Id="rId150" Type="http://schemas.openxmlformats.org/officeDocument/2006/relationships/customXml" Target="../ink/ink78.xml"/><Relationship Id="rId171" Type="http://schemas.openxmlformats.org/officeDocument/2006/relationships/image" Target="../media/image86.png"/><Relationship Id="rId192" Type="http://schemas.openxmlformats.org/officeDocument/2006/relationships/customXml" Target="../ink/ink99.xml"/><Relationship Id="rId206" Type="http://schemas.openxmlformats.org/officeDocument/2006/relationships/customXml" Target="../ink/ink106.xml"/><Relationship Id="rId227" Type="http://schemas.openxmlformats.org/officeDocument/2006/relationships/image" Target="../media/image114.png"/><Relationship Id="rId12" Type="http://schemas.openxmlformats.org/officeDocument/2006/relationships/image" Target="../media/image10.png"/><Relationship Id="rId33" Type="http://schemas.openxmlformats.org/officeDocument/2006/relationships/customXml" Target="../ink/ink16.xml"/><Relationship Id="rId108" Type="http://schemas.openxmlformats.org/officeDocument/2006/relationships/customXml" Target="../ink/ink55.xml"/><Relationship Id="rId129" Type="http://schemas.openxmlformats.org/officeDocument/2006/relationships/image" Target="../media/image66.png"/><Relationship Id="rId54" Type="http://schemas.openxmlformats.org/officeDocument/2006/relationships/image" Target="../media/image31.png"/><Relationship Id="rId75" Type="http://schemas.openxmlformats.org/officeDocument/2006/relationships/customXml" Target="../ink/ink37.xml"/><Relationship Id="rId96" Type="http://schemas.openxmlformats.org/officeDocument/2006/relationships/customXml" Target="../ink/ink48.xml"/><Relationship Id="rId140" Type="http://schemas.openxmlformats.org/officeDocument/2006/relationships/customXml" Target="../ink/ink73.xml"/><Relationship Id="rId161" Type="http://schemas.openxmlformats.org/officeDocument/2006/relationships/image" Target="../media/image81.png"/><Relationship Id="rId182" Type="http://schemas.openxmlformats.org/officeDocument/2006/relationships/customXml" Target="../ink/ink94.xml"/><Relationship Id="rId217" Type="http://schemas.openxmlformats.org/officeDocument/2006/relationships/image" Target="../media/image109.png"/><Relationship Id="rId6" Type="http://schemas.openxmlformats.org/officeDocument/2006/relationships/image" Target="../media/image7.png"/><Relationship Id="rId23" Type="http://schemas.openxmlformats.org/officeDocument/2006/relationships/customXml" Target="../ink/ink11.xml"/><Relationship Id="rId119" Type="http://schemas.openxmlformats.org/officeDocument/2006/relationships/customXml" Target="../ink/ink61.xml"/><Relationship Id="rId44" Type="http://schemas.openxmlformats.org/officeDocument/2006/relationships/image" Target="../media/image26.png"/><Relationship Id="rId65" Type="http://schemas.openxmlformats.org/officeDocument/2006/relationships/customXml" Target="../ink/ink32.xml"/><Relationship Id="rId86" Type="http://schemas.openxmlformats.org/officeDocument/2006/relationships/image" Target="../media/image47.png"/><Relationship Id="rId130" Type="http://schemas.openxmlformats.org/officeDocument/2006/relationships/customXml" Target="../ink/ink67.xml"/><Relationship Id="rId151" Type="http://schemas.openxmlformats.org/officeDocument/2006/relationships/image" Target="../media/image76.png"/><Relationship Id="rId172" Type="http://schemas.openxmlformats.org/officeDocument/2006/relationships/customXml" Target="../ink/ink89.xml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28" Type="http://schemas.openxmlformats.org/officeDocument/2006/relationships/customXml" Target="../ink/ink117.xml"/><Relationship Id="rId13" Type="http://schemas.openxmlformats.org/officeDocument/2006/relationships/customXml" Target="../ink/ink6.xml"/><Relationship Id="rId109" Type="http://schemas.openxmlformats.org/officeDocument/2006/relationships/image" Target="../media/image57.png"/><Relationship Id="rId34" Type="http://schemas.openxmlformats.org/officeDocument/2006/relationships/image" Target="../media/image21.png"/><Relationship Id="rId55" Type="http://schemas.openxmlformats.org/officeDocument/2006/relationships/customXml" Target="../ink/ink27.xml"/><Relationship Id="rId76" Type="http://schemas.openxmlformats.org/officeDocument/2006/relationships/image" Target="../media/image42.png"/><Relationship Id="rId97" Type="http://schemas.openxmlformats.org/officeDocument/2006/relationships/image" Target="../media/image52.png"/><Relationship Id="rId120" Type="http://schemas.openxmlformats.org/officeDocument/2006/relationships/image" Target="../media/image62.png"/><Relationship Id="rId141" Type="http://schemas.openxmlformats.org/officeDocument/2006/relationships/image" Target="../media/image71.png"/><Relationship Id="rId7" Type="http://schemas.openxmlformats.org/officeDocument/2006/relationships/customXml" Target="../ink/ink3.xml"/><Relationship Id="rId162" Type="http://schemas.openxmlformats.org/officeDocument/2006/relationships/customXml" Target="../ink/ink84.xml"/><Relationship Id="rId183" Type="http://schemas.openxmlformats.org/officeDocument/2006/relationships/image" Target="../media/image92.png"/><Relationship Id="rId218" Type="http://schemas.openxmlformats.org/officeDocument/2006/relationships/customXml" Target="../ink/ink112.xml"/><Relationship Id="rId24" Type="http://schemas.openxmlformats.org/officeDocument/2006/relationships/image" Target="../media/image16.png"/><Relationship Id="rId45" Type="http://schemas.openxmlformats.org/officeDocument/2006/relationships/customXml" Target="../ink/ink22.xml"/><Relationship Id="rId66" Type="http://schemas.openxmlformats.org/officeDocument/2006/relationships/image" Target="../media/image37.png"/><Relationship Id="rId87" Type="http://schemas.openxmlformats.org/officeDocument/2006/relationships/customXml" Target="../ink/ink43.xml"/><Relationship Id="rId110" Type="http://schemas.openxmlformats.org/officeDocument/2006/relationships/customXml" Target="../ink/ink56.xml"/><Relationship Id="rId131" Type="http://schemas.openxmlformats.org/officeDocument/2006/relationships/image" Target="../media/image67.png"/><Relationship Id="rId152" Type="http://schemas.openxmlformats.org/officeDocument/2006/relationships/customXml" Target="../ink/ink79.xml"/><Relationship Id="rId173" Type="http://schemas.openxmlformats.org/officeDocument/2006/relationships/image" Target="../media/image87.png"/><Relationship Id="rId194" Type="http://schemas.openxmlformats.org/officeDocument/2006/relationships/customXml" Target="../ink/ink100.xml"/><Relationship Id="rId208" Type="http://schemas.openxmlformats.org/officeDocument/2006/relationships/customXml" Target="../ink/ink107.xml"/><Relationship Id="rId229" Type="http://schemas.openxmlformats.org/officeDocument/2006/relationships/image" Target="../media/image115.png"/><Relationship Id="rId14" Type="http://schemas.openxmlformats.org/officeDocument/2006/relationships/image" Target="../media/image11.png"/><Relationship Id="rId35" Type="http://schemas.openxmlformats.org/officeDocument/2006/relationships/customXml" Target="../ink/ink17.xml"/><Relationship Id="rId56" Type="http://schemas.openxmlformats.org/officeDocument/2006/relationships/image" Target="../media/image32.png"/><Relationship Id="rId77" Type="http://schemas.openxmlformats.org/officeDocument/2006/relationships/customXml" Target="../ink/ink38.xml"/><Relationship Id="rId100" Type="http://schemas.openxmlformats.org/officeDocument/2006/relationships/customXml" Target="../ink/ink50.xml"/><Relationship Id="rId8" Type="http://schemas.openxmlformats.org/officeDocument/2006/relationships/image" Target="../media/image8.png"/><Relationship Id="rId98" Type="http://schemas.openxmlformats.org/officeDocument/2006/relationships/customXml" Target="../ink/ink49.xml"/><Relationship Id="rId121" Type="http://schemas.openxmlformats.org/officeDocument/2006/relationships/customXml" Target="../ink/ink62.xml"/><Relationship Id="rId142" Type="http://schemas.openxmlformats.org/officeDocument/2006/relationships/customXml" Target="../ink/ink74.xml"/><Relationship Id="rId163" Type="http://schemas.openxmlformats.org/officeDocument/2006/relationships/image" Target="../media/image82.png"/><Relationship Id="rId184" Type="http://schemas.openxmlformats.org/officeDocument/2006/relationships/customXml" Target="../ink/ink95.xml"/><Relationship Id="rId219" Type="http://schemas.openxmlformats.org/officeDocument/2006/relationships/image" Target="../media/image110.png"/><Relationship Id="rId230" Type="http://schemas.openxmlformats.org/officeDocument/2006/relationships/customXml" Target="../ink/ink118.xml"/><Relationship Id="rId25" Type="http://schemas.openxmlformats.org/officeDocument/2006/relationships/customXml" Target="../ink/ink12.xml"/><Relationship Id="rId46" Type="http://schemas.openxmlformats.org/officeDocument/2006/relationships/image" Target="../media/image27.png"/><Relationship Id="rId67" Type="http://schemas.openxmlformats.org/officeDocument/2006/relationships/customXml" Target="../ink/ink33.xml"/><Relationship Id="rId88" Type="http://schemas.openxmlformats.org/officeDocument/2006/relationships/customXml" Target="../ink/ink44.xml"/><Relationship Id="rId111" Type="http://schemas.openxmlformats.org/officeDocument/2006/relationships/image" Target="../media/image58.png"/><Relationship Id="rId132" Type="http://schemas.openxmlformats.org/officeDocument/2006/relationships/customXml" Target="../ink/ink68.xml"/><Relationship Id="rId153" Type="http://schemas.openxmlformats.org/officeDocument/2006/relationships/image" Target="../media/image77.png"/><Relationship Id="rId174" Type="http://schemas.openxmlformats.org/officeDocument/2006/relationships/customXml" Target="../ink/ink90.xml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190" Type="http://schemas.openxmlformats.org/officeDocument/2006/relationships/customXml" Target="../ink/ink98.xml"/><Relationship Id="rId204" Type="http://schemas.openxmlformats.org/officeDocument/2006/relationships/customXml" Target="../ink/ink105.xml"/><Relationship Id="rId220" Type="http://schemas.openxmlformats.org/officeDocument/2006/relationships/customXml" Target="../ink/ink113.xml"/><Relationship Id="rId225" Type="http://schemas.openxmlformats.org/officeDocument/2006/relationships/image" Target="../media/image113.png"/><Relationship Id="rId15" Type="http://schemas.openxmlformats.org/officeDocument/2006/relationships/customXml" Target="../ink/ink7.xml"/><Relationship Id="rId36" Type="http://schemas.openxmlformats.org/officeDocument/2006/relationships/image" Target="../media/image22.png"/><Relationship Id="rId57" Type="http://schemas.openxmlformats.org/officeDocument/2006/relationships/customXml" Target="../ink/ink28.xml"/><Relationship Id="rId106" Type="http://schemas.openxmlformats.org/officeDocument/2006/relationships/customXml" Target="../ink/ink54.xml"/><Relationship Id="rId127" Type="http://schemas.openxmlformats.org/officeDocument/2006/relationships/customXml" Target="../ink/ink65.xml"/><Relationship Id="rId10" Type="http://schemas.openxmlformats.org/officeDocument/2006/relationships/image" Target="../media/image9.png"/><Relationship Id="rId31" Type="http://schemas.openxmlformats.org/officeDocument/2006/relationships/customXml" Target="../ink/ink15.xml"/><Relationship Id="rId52" Type="http://schemas.openxmlformats.org/officeDocument/2006/relationships/image" Target="../media/image30.png"/><Relationship Id="rId73" Type="http://schemas.openxmlformats.org/officeDocument/2006/relationships/customXml" Target="../ink/ink36.xml"/><Relationship Id="rId78" Type="http://schemas.openxmlformats.org/officeDocument/2006/relationships/image" Target="../media/image43.png"/><Relationship Id="rId94" Type="http://schemas.openxmlformats.org/officeDocument/2006/relationships/customXml" Target="../ink/ink47.xml"/><Relationship Id="rId99" Type="http://schemas.openxmlformats.org/officeDocument/2006/relationships/image" Target="../media/image53.png"/><Relationship Id="rId101" Type="http://schemas.openxmlformats.org/officeDocument/2006/relationships/image" Target="../media/image54.png"/><Relationship Id="rId122" Type="http://schemas.openxmlformats.org/officeDocument/2006/relationships/image" Target="../media/image63.png"/><Relationship Id="rId143" Type="http://schemas.openxmlformats.org/officeDocument/2006/relationships/image" Target="../media/image72.png"/><Relationship Id="rId148" Type="http://schemas.openxmlformats.org/officeDocument/2006/relationships/customXml" Target="../ink/ink77.xml"/><Relationship Id="rId164" Type="http://schemas.openxmlformats.org/officeDocument/2006/relationships/customXml" Target="../ink/ink85.xml"/><Relationship Id="rId169" Type="http://schemas.openxmlformats.org/officeDocument/2006/relationships/image" Target="../media/image85.png"/><Relationship Id="rId185" Type="http://schemas.openxmlformats.org/officeDocument/2006/relationships/image" Target="../media/image93.png"/><Relationship Id="rId4" Type="http://schemas.openxmlformats.org/officeDocument/2006/relationships/image" Target="../media/image6.png"/><Relationship Id="rId9" Type="http://schemas.openxmlformats.org/officeDocument/2006/relationships/customXml" Target="../ink/ink4.xml"/><Relationship Id="rId180" Type="http://schemas.openxmlformats.org/officeDocument/2006/relationships/customXml" Target="../ink/ink93.xml"/><Relationship Id="rId210" Type="http://schemas.openxmlformats.org/officeDocument/2006/relationships/customXml" Target="../ink/ink108.xml"/><Relationship Id="rId215" Type="http://schemas.openxmlformats.org/officeDocument/2006/relationships/image" Target="../media/image108.png"/><Relationship Id="rId236" Type="http://schemas.openxmlformats.org/officeDocument/2006/relationships/customXml" Target="../ink/ink121.xml"/><Relationship Id="rId26" Type="http://schemas.openxmlformats.org/officeDocument/2006/relationships/image" Target="../media/image17.png"/><Relationship Id="rId231" Type="http://schemas.openxmlformats.org/officeDocument/2006/relationships/image" Target="../media/image116.png"/><Relationship Id="rId47" Type="http://schemas.openxmlformats.org/officeDocument/2006/relationships/customXml" Target="../ink/ink23.xml"/><Relationship Id="rId68" Type="http://schemas.openxmlformats.org/officeDocument/2006/relationships/image" Target="../media/image38.png"/><Relationship Id="rId89" Type="http://schemas.openxmlformats.org/officeDocument/2006/relationships/image" Target="../media/image48.png"/><Relationship Id="rId112" Type="http://schemas.openxmlformats.org/officeDocument/2006/relationships/customXml" Target="../ink/ink57.xml"/><Relationship Id="rId133" Type="http://schemas.openxmlformats.org/officeDocument/2006/relationships/image" Target="../media/image68.png"/><Relationship Id="rId154" Type="http://schemas.openxmlformats.org/officeDocument/2006/relationships/customXml" Target="../ink/ink80.xml"/><Relationship Id="rId175" Type="http://schemas.openxmlformats.org/officeDocument/2006/relationships/image" Target="../media/image88.png"/><Relationship Id="rId196" Type="http://schemas.openxmlformats.org/officeDocument/2006/relationships/customXml" Target="../ink/ink101.xml"/><Relationship Id="rId200" Type="http://schemas.openxmlformats.org/officeDocument/2006/relationships/customXml" Target="../ink/ink103.xml"/><Relationship Id="rId16" Type="http://schemas.openxmlformats.org/officeDocument/2006/relationships/image" Target="../media/image12.png"/><Relationship Id="rId221" Type="http://schemas.openxmlformats.org/officeDocument/2006/relationships/image" Target="../media/image111.png"/><Relationship Id="rId37" Type="http://schemas.openxmlformats.org/officeDocument/2006/relationships/customXml" Target="../ink/ink18.xml"/><Relationship Id="rId58" Type="http://schemas.openxmlformats.org/officeDocument/2006/relationships/image" Target="../media/image33.png"/><Relationship Id="rId79" Type="http://schemas.openxmlformats.org/officeDocument/2006/relationships/customXml" Target="../ink/ink39.xml"/><Relationship Id="rId102" Type="http://schemas.openxmlformats.org/officeDocument/2006/relationships/customXml" Target="../ink/ink51.xml"/><Relationship Id="rId123" Type="http://schemas.openxmlformats.org/officeDocument/2006/relationships/customXml" Target="../ink/ink63.xml"/><Relationship Id="rId144" Type="http://schemas.openxmlformats.org/officeDocument/2006/relationships/customXml" Target="../ink/ink75.xml"/><Relationship Id="rId90" Type="http://schemas.openxmlformats.org/officeDocument/2006/relationships/customXml" Target="../ink/ink45.xml"/><Relationship Id="rId165" Type="http://schemas.openxmlformats.org/officeDocument/2006/relationships/image" Target="../media/image83.png"/><Relationship Id="rId186" Type="http://schemas.openxmlformats.org/officeDocument/2006/relationships/customXml" Target="../ink/ink96.xml"/><Relationship Id="rId211" Type="http://schemas.openxmlformats.org/officeDocument/2006/relationships/image" Target="../media/image106.png"/><Relationship Id="rId232" Type="http://schemas.openxmlformats.org/officeDocument/2006/relationships/customXml" Target="../ink/ink119.xml"/><Relationship Id="rId27" Type="http://schemas.openxmlformats.org/officeDocument/2006/relationships/customXml" Target="../ink/ink13.xml"/><Relationship Id="rId48" Type="http://schemas.openxmlformats.org/officeDocument/2006/relationships/image" Target="../media/image28.png"/><Relationship Id="rId69" Type="http://schemas.openxmlformats.org/officeDocument/2006/relationships/customXml" Target="../ink/ink34.xml"/><Relationship Id="rId113" Type="http://schemas.openxmlformats.org/officeDocument/2006/relationships/image" Target="../media/image59.png"/><Relationship Id="rId134" Type="http://schemas.openxmlformats.org/officeDocument/2006/relationships/customXml" Target="../ink/ink69.xml"/><Relationship Id="rId80" Type="http://schemas.openxmlformats.org/officeDocument/2006/relationships/image" Target="../media/image44.png"/><Relationship Id="rId155" Type="http://schemas.openxmlformats.org/officeDocument/2006/relationships/image" Target="../media/image78.png"/><Relationship Id="rId176" Type="http://schemas.openxmlformats.org/officeDocument/2006/relationships/customXml" Target="../ink/ink91.xml"/><Relationship Id="rId197" Type="http://schemas.openxmlformats.org/officeDocument/2006/relationships/image" Target="../media/image99.png"/><Relationship Id="rId201" Type="http://schemas.openxmlformats.org/officeDocument/2006/relationships/image" Target="../media/image101.png"/><Relationship Id="rId222" Type="http://schemas.openxmlformats.org/officeDocument/2006/relationships/customXml" Target="../ink/ink114.xml"/><Relationship Id="rId17" Type="http://schemas.openxmlformats.org/officeDocument/2006/relationships/customXml" Target="../ink/ink8.xml"/><Relationship Id="rId38" Type="http://schemas.openxmlformats.org/officeDocument/2006/relationships/image" Target="../media/image23.png"/><Relationship Id="rId59" Type="http://schemas.openxmlformats.org/officeDocument/2006/relationships/customXml" Target="../ink/ink29.xml"/><Relationship Id="rId103" Type="http://schemas.openxmlformats.org/officeDocument/2006/relationships/image" Target="../media/image55.png"/><Relationship Id="rId124" Type="http://schemas.openxmlformats.org/officeDocument/2006/relationships/image" Target="../media/image64.png"/><Relationship Id="rId70" Type="http://schemas.openxmlformats.org/officeDocument/2006/relationships/image" Target="../media/image39.png"/><Relationship Id="rId91" Type="http://schemas.openxmlformats.org/officeDocument/2006/relationships/image" Target="../media/image49.png"/><Relationship Id="rId145" Type="http://schemas.openxmlformats.org/officeDocument/2006/relationships/image" Target="../media/image73.png"/><Relationship Id="rId166" Type="http://schemas.openxmlformats.org/officeDocument/2006/relationships/customXml" Target="../ink/ink86.xml"/><Relationship Id="rId187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9.xml"/><Relationship Id="rId233" Type="http://schemas.openxmlformats.org/officeDocument/2006/relationships/image" Target="../media/image117.png"/><Relationship Id="rId28" Type="http://schemas.openxmlformats.org/officeDocument/2006/relationships/image" Target="../media/image18.png"/><Relationship Id="rId49" Type="http://schemas.openxmlformats.org/officeDocument/2006/relationships/customXml" Target="../ink/ink24.xml"/><Relationship Id="rId114" Type="http://schemas.openxmlformats.org/officeDocument/2006/relationships/customXml" Target="../ink/ink58.xml"/><Relationship Id="rId60" Type="http://schemas.openxmlformats.org/officeDocument/2006/relationships/image" Target="../media/image34.png"/><Relationship Id="rId81" Type="http://schemas.openxmlformats.org/officeDocument/2006/relationships/customXml" Target="../ink/ink40.xml"/><Relationship Id="rId135" Type="http://schemas.openxmlformats.org/officeDocument/2006/relationships/image" Target="../media/image69.png"/><Relationship Id="rId156" Type="http://schemas.openxmlformats.org/officeDocument/2006/relationships/customXml" Target="../ink/ink81.xml"/><Relationship Id="rId177" Type="http://schemas.openxmlformats.org/officeDocument/2006/relationships/image" Target="../media/image89.png"/><Relationship Id="rId198" Type="http://schemas.openxmlformats.org/officeDocument/2006/relationships/customXml" Target="../ink/ink102.xml"/><Relationship Id="rId202" Type="http://schemas.openxmlformats.org/officeDocument/2006/relationships/customXml" Target="../ink/ink104.xml"/><Relationship Id="rId223" Type="http://schemas.openxmlformats.org/officeDocument/2006/relationships/image" Target="../media/image112.png"/><Relationship Id="rId18" Type="http://schemas.openxmlformats.org/officeDocument/2006/relationships/image" Target="../media/image13.png"/><Relationship Id="rId39" Type="http://schemas.openxmlformats.org/officeDocument/2006/relationships/customXml" Target="../ink/ink19.xml"/><Relationship Id="rId50" Type="http://schemas.openxmlformats.org/officeDocument/2006/relationships/image" Target="../media/image29.png"/><Relationship Id="rId104" Type="http://schemas.openxmlformats.org/officeDocument/2006/relationships/customXml" Target="../ink/ink52.xml"/><Relationship Id="rId125" Type="http://schemas.openxmlformats.org/officeDocument/2006/relationships/customXml" Target="../ink/ink64.xml"/><Relationship Id="rId146" Type="http://schemas.openxmlformats.org/officeDocument/2006/relationships/customXml" Target="../ink/ink76.xml"/><Relationship Id="rId167" Type="http://schemas.openxmlformats.org/officeDocument/2006/relationships/image" Target="../media/image84.png"/><Relationship Id="rId188" Type="http://schemas.openxmlformats.org/officeDocument/2006/relationships/customXml" Target="../ink/ink97.xml"/><Relationship Id="rId71" Type="http://schemas.openxmlformats.org/officeDocument/2006/relationships/customXml" Target="../ink/ink35.xml"/><Relationship Id="rId92" Type="http://schemas.openxmlformats.org/officeDocument/2006/relationships/customXml" Target="../ink/ink46.xml"/><Relationship Id="rId213" Type="http://schemas.openxmlformats.org/officeDocument/2006/relationships/image" Target="../media/image107.png"/><Relationship Id="rId234" Type="http://schemas.openxmlformats.org/officeDocument/2006/relationships/customXml" Target="../ink/ink120.xml"/><Relationship Id="rId2" Type="http://schemas.openxmlformats.org/officeDocument/2006/relationships/image" Target="../media/image5.png"/><Relationship Id="rId29" Type="http://schemas.openxmlformats.org/officeDocument/2006/relationships/customXml" Target="../ink/ink14.xml"/><Relationship Id="rId40" Type="http://schemas.openxmlformats.org/officeDocument/2006/relationships/image" Target="../media/image24.png"/><Relationship Id="rId115" Type="http://schemas.openxmlformats.org/officeDocument/2006/relationships/image" Target="../media/image60.png"/><Relationship Id="rId136" Type="http://schemas.openxmlformats.org/officeDocument/2006/relationships/customXml" Target="../ink/ink70.xml"/><Relationship Id="rId157" Type="http://schemas.openxmlformats.org/officeDocument/2006/relationships/image" Target="../media/image79.png"/><Relationship Id="rId178" Type="http://schemas.openxmlformats.org/officeDocument/2006/relationships/customXml" Target="../ink/ink92.xml"/><Relationship Id="rId61" Type="http://schemas.openxmlformats.org/officeDocument/2006/relationships/customXml" Target="../ink/ink30.xml"/><Relationship Id="rId82" Type="http://schemas.openxmlformats.org/officeDocument/2006/relationships/image" Target="../media/image45.png"/><Relationship Id="rId199" Type="http://schemas.openxmlformats.org/officeDocument/2006/relationships/image" Target="../media/image100.png"/><Relationship Id="rId203" Type="http://schemas.openxmlformats.org/officeDocument/2006/relationships/image" Target="../media/image102.png"/><Relationship Id="rId19" Type="http://schemas.openxmlformats.org/officeDocument/2006/relationships/customXml" Target="../ink/ink9.xml"/><Relationship Id="rId224" Type="http://schemas.openxmlformats.org/officeDocument/2006/relationships/customXml" Target="../ink/ink115.xml"/><Relationship Id="rId30" Type="http://schemas.openxmlformats.org/officeDocument/2006/relationships/image" Target="../media/image19.png"/><Relationship Id="rId105" Type="http://schemas.openxmlformats.org/officeDocument/2006/relationships/customXml" Target="../ink/ink53.xml"/><Relationship Id="rId126" Type="http://schemas.openxmlformats.org/officeDocument/2006/relationships/image" Target="../media/image65.png"/><Relationship Id="rId147" Type="http://schemas.openxmlformats.org/officeDocument/2006/relationships/image" Target="../media/image74.png"/><Relationship Id="rId168" Type="http://schemas.openxmlformats.org/officeDocument/2006/relationships/customXml" Target="../ink/ink87.xml"/><Relationship Id="rId51" Type="http://schemas.openxmlformats.org/officeDocument/2006/relationships/customXml" Target="../ink/ink25.xml"/><Relationship Id="rId72" Type="http://schemas.openxmlformats.org/officeDocument/2006/relationships/image" Target="../media/image40.png"/><Relationship Id="rId93" Type="http://schemas.openxmlformats.org/officeDocument/2006/relationships/image" Target="../media/image50.png"/><Relationship Id="rId189" Type="http://schemas.openxmlformats.org/officeDocument/2006/relationships/image" Target="../media/image95.png"/><Relationship Id="rId3" Type="http://schemas.openxmlformats.org/officeDocument/2006/relationships/customXml" Target="../ink/ink1.xml"/><Relationship Id="rId214" Type="http://schemas.openxmlformats.org/officeDocument/2006/relationships/customXml" Target="../ink/ink110.xml"/><Relationship Id="rId235" Type="http://schemas.openxmlformats.org/officeDocument/2006/relationships/image" Target="../media/image118.png"/><Relationship Id="rId116" Type="http://schemas.openxmlformats.org/officeDocument/2006/relationships/customXml" Target="../ink/ink59.xml"/><Relationship Id="rId137" Type="http://schemas.openxmlformats.org/officeDocument/2006/relationships/image" Target="../media/image70.png"/><Relationship Id="rId158" Type="http://schemas.openxmlformats.org/officeDocument/2006/relationships/customXml" Target="../ink/ink82.xml"/><Relationship Id="rId20" Type="http://schemas.openxmlformats.org/officeDocument/2006/relationships/image" Target="../media/image14.png"/><Relationship Id="rId41" Type="http://schemas.openxmlformats.org/officeDocument/2006/relationships/customXml" Target="../ink/ink20.xml"/><Relationship Id="rId62" Type="http://schemas.openxmlformats.org/officeDocument/2006/relationships/image" Target="../media/image35.png"/><Relationship Id="rId83" Type="http://schemas.openxmlformats.org/officeDocument/2006/relationships/customXml" Target="../ink/ink41.xml"/><Relationship Id="rId179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8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5363DD-DD69-CE34-C194-2FD9499D09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C107 – Intégration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3639C23-B960-FDBA-82E2-A3DAC2AD69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Eléments de cours</a:t>
            </a:r>
          </a:p>
        </p:txBody>
      </p:sp>
    </p:spTree>
    <p:extLst>
      <p:ext uri="{BB962C8B-B14F-4D97-AF65-F5344CB8AC3E}">
        <p14:creationId xmlns:p14="http://schemas.microsoft.com/office/powerpoint/2010/main" val="3013940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062BCC5-153C-C7A9-9119-4970BF7B9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34491" cy="366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12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55136DB0-29A9-FCA8-44EA-660149C3F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055"/>
            <a:ext cx="12192000" cy="382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440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EF2E755-ADC3-925E-9BCE-4074E9EB3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569"/>
            <a:ext cx="12192000" cy="27692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01845300-C403-2898-E94F-B61A75EB413B}"/>
                  </a:ext>
                </a:extLst>
              </p:cNvPr>
              <p:cNvSpPr txBox="1"/>
              <p:nvPr/>
            </p:nvSpPr>
            <p:spPr>
              <a:xfrm>
                <a:off x="494562" y="3209211"/>
                <a:ext cx="6115072" cy="29075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dirty="0"/>
                  <a:t>La fonction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dirty="0"/>
                  <a:t> est bien continue et positive sur l’intervalle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[−3; 2]</m:t>
                    </m:r>
                  </m:oMath>
                </a14:m>
                <a:endParaRPr lang="fr-FR" dirty="0"/>
              </a:p>
              <a:p>
                <a:endParaRPr lang="fr-FR" dirty="0"/>
              </a:p>
              <a:p>
                <a:r>
                  <a:rPr lang="fr-FR" dirty="0"/>
                  <a:t>On a donc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d>
                              <m:d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e>
                            </m:d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=8,75</m:t>
                            </m:r>
                          </m:e>
                        </m:nary>
                      </m:e>
                    </m:nary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b="0" dirty="0" err="1"/>
                  <a:t>u.a</a:t>
                </a:r>
                <a:endParaRPr lang="fr-FR" b="0" dirty="0"/>
              </a:p>
              <a:p>
                <a:endParaRPr lang="fr-FR" dirty="0"/>
              </a:p>
              <a:p>
                <a:r>
                  <a:rPr lang="fr-FR" dirty="0"/>
                  <a:t>On a donc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=0,6×0,8=0,48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b="0" dirty="0"/>
              </a:p>
              <a:p>
                <a:endParaRPr lang="fr-FR" dirty="0"/>
              </a:p>
              <a:p>
                <a:r>
                  <a:rPr lang="fr-FR" b="0" dirty="0"/>
                  <a:t>Donc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=8,75×0,48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b="0" dirty="0"/>
              </a:p>
              <a:p>
                <a:endParaRPr lang="fr-FR" b="0" dirty="0"/>
              </a:p>
              <a:p>
                <a:endParaRPr lang="fr-FR" b="0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01845300-C403-2898-E94F-B61A75EB4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62" y="3209211"/>
                <a:ext cx="6115072" cy="2907527"/>
              </a:xfrm>
              <a:prstGeom prst="rect">
                <a:avLst/>
              </a:prstGeom>
              <a:blipFill>
                <a:blip r:embed="rId3"/>
                <a:stretch>
                  <a:fillRect l="-2293" t="-2725" r="-9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0478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9095BB6-23C6-21AD-B497-91854AAC2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133" y="157105"/>
            <a:ext cx="12192000" cy="34436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D8D847BD-808A-E097-435D-B9A3BF953BFC}"/>
                  </a:ext>
                </a:extLst>
              </p14:cNvPr>
              <p14:cNvContentPartPr/>
              <p14:nvPr/>
            </p14:nvContentPartPr>
            <p14:xfrm>
              <a:off x="6245907" y="1787905"/>
              <a:ext cx="694080" cy="720"/>
            </p14:xfrm>
          </p:contentPart>
        </mc:Choice>
        <mc:Fallback xmlns=""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D8D847BD-808A-E097-435D-B9A3BF953B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36907" y="1769905"/>
                <a:ext cx="71172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e 29">
            <a:extLst>
              <a:ext uri="{FF2B5EF4-FFF2-40B4-BE49-F238E27FC236}">
                <a16:creationId xmlns:a16="http://schemas.microsoft.com/office/drawing/2014/main" id="{4895102F-D7E4-5DA8-7F2E-DAAF6BBA42C4}"/>
              </a:ext>
            </a:extLst>
          </p:cNvPr>
          <p:cNvGrpSpPr/>
          <p:nvPr/>
        </p:nvGrpSpPr>
        <p:grpSpPr>
          <a:xfrm>
            <a:off x="6155547" y="1405585"/>
            <a:ext cx="1263600" cy="702000"/>
            <a:chOff x="6155547" y="1405585"/>
            <a:chExt cx="1263600" cy="70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" name="Encre 1">
                  <a:extLst>
                    <a:ext uri="{FF2B5EF4-FFF2-40B4-BE49-F238E27FC236}">
                      <a16:creationId xmlns:a16="http://schemas.microsoft.com/office/drawing/2014/main" id="{D190733E-14C2-1B91-F9A0-EEFA47B21115}"/>
                    </a:ext>
                  </a:extLst>
                </p14:cNvPr>
                <p14:cNvContentPartPr/>
                <p14:nvPr/>
              </p14:nvContentPartPr>
              <p14:xfrm>
                <a:off x="6192627" y="1668385"/>
                <a:ext cx="82440" cy="432720"/>
              </p14:xfrm>
            </p:contentPart>
          </mc:Choice>
          <mc:Fallback xmlns="">
            <p:pic>
              <p:nvPicPr>
                <p:cNvPr id="2" name="Encre 1">
                  <a:extLst>
                    <a:ext uri="{FF2B5EF4-FFF2-40B4-BE49-F238E27FC236}">
                      <a16:creationId xmlns:a16="http://schemas.microsoft.com/office/drawing/2014/main" id="{D190733E-14C2-1B91-F9A0-EEFA47B2111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83627" y="1659385"/>
                  <a:ext cx="10008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Encre 3">
                  <a:extLst>
                    <a:ext uri="{FF2B5EF4-FFF2-40B4-BE49-F238E27FC236}">
                      <a16:creationId xmlns:a16="http://schemas.microsoft.com/office/drawing/2014/main" id="{FB1AB94A-9F50-FC7D-CE78-7006B311F754}"/>
                    </a:ext>
                  </a:extLst>
                </p14:cNvPr>
                <p14:cNvContentPartPr/>
                <p14:nvPr/>
              </p14:nvContentPartPr>
              <p14:xfrm>
                <a:off x="6232947" y="2076625"/>
                <a:ext cx="1186200" cy="30960"/>
              </p14:xfrm>
            </p:contentPart>
          </mc:Choice>
          <mc:Fallback xmlns="">
            <p:pic>
              <p:nvPicPr>
                <p:cNvPr id="4" name="Encre 3">
                  <a:extLst>
                    <a:ext uri="{FF2B5EF4-FFF2-40B4-BE49-F238E27FC236}">
                      <a16:creationId xmlns:a16="http://schemas.microsoft.com/office/drawing/2014/main" id="{FB1AB94A-9F50-FC7D-CE78-7006B311F75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24307" y="2067985"/>
                  <a:ext cx="1203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Encre 7">
                  <a:extLst>
                    <a:ext uri="{FF2B5EF4-FFF2-40B4-BE49-F238E27FC236}">
                      <a16:creationId xmlns:a16="http://schemas.microsoft.com/office/drawing/2014/main" id="{62C9DD74-C038-AB38-B469-750BB80243AB}"/>
                    </a:ext>
                  </a:extLst>
                </p14:cNvPr>
                <p14:cNvContentPartPr/>
                <p14:nvPr/>
              </p14:nvContentPartPr>
              <p14:xfrm>
                <a:off x="6910467" y="1448065"/>
                <a:ext cx="33120" cy="307800"/>
              </p14:xfrm>
            </p:contentPart>
          </mc:Choice>
          <mc:Fallback xmlns="">
            <p:pic>
              <p:nvPicPr>
                <p:cNvPr id="8" name="Encre 7">
                  <a:extLst>
                    <a:ext uri="{FF2B5EF4-FFF2-40B4-BE49-F238E27FC236}">
                      <a16:creationId xmlns:a16="http://schemas.microsoft.com/office/drawing/2014/main" id="{62C9DD74-C038-AB38-B469-750BB80243A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01467" y="1439065"/>
                  <a:ext cx="507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Encre 8">
                  <a:extLst>
                    <a:ext uri="{FF2B5EF4-FFF2-40B4-BE49-F238E27FC236}">
                      <a16:creationId xmlns:a16="http://schemas.microsoft.com/office/drawing/2014/main" id="{DB570ABE-0A06-5094-3A29-B8CE8B4B6663}"/>
                    </a:ext>
                  </a:extLst>
                </p14:cNvPr>
                <p14:cNvContentPartPr/>
                <p14:nvPr/>
              </p14:nvContentPartPr>
              <p14:xfrm>
                <a:off x="6946827" y="1405585"/>
                <a:ext cx="378000" cy="11160"/>
              </p14:xfrm>
            </p:contentPart>
          </mc:Choice>
          <mc:Fallback xmlns="">
            <p:pic>
              <p:nvPicPr>
                <p:cNvPr id="9" name="Encre 8">
                  <a:extLst>
                    <a:ext uri="{FF2B5EF4-FFF2-40B4-BE49-F238E27FC236}">
                      <a16:creationId xmlns:a16="http://schemas.microsoft.com/office/drawing/2014/main" id="{DB570ABE-0A06-5094-3A29-B8CE8B4B666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937827" y="1396585"/>
                  <a:ext cx="395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id="{78E9C460-23CC-2F50-DD71-BE399C60F0EB}"/>
                    </a:ext>
                  </a:extLst>
                </p14:cNvPr>
                <p14:cNvContentPartPr/>
                <p14:nvPr/>
              </p14:nvContentPartPr>
              <p14:xfrm>
                <a:off x="7291707" y="1419625"/>
                <a:ext cx="91080" cy="643320"/>
              </p14:xfrm>
            </p:contentPart>
          </mc:Choice>
          <mc:Fallback xmlns=""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78E9C460-23CC-2F50-DD71-BE399C60F0E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83067" y="1410985"/>
                  <a:ext cx="108720" cy="6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03805F13-3F96-BF5D-56C5-CD9E5815C6A8}"/>
                    </a:ext>
                  </a:extLst>
                </p14:cNvPr>
                <p14:cNvContentPartPr/>
                <p14:nvPr/>
              </p14:nvContentPartPr>
              <p14:xfrm>
                <a:off x="6155547" y="1841185"/>
                <a:ext cx="243000" cy="121680"/>
              </p14:xfrm>
            </p:contentPart>
          </mc:Choice>
          <mc:Fallback xmlns=""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03805F13-3F96-BF5D-56C5-CD9E5815C6A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46547" y="1832185"/>
                  <a:ext cx="260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2D21972D-7D7E-ADC2-6C09-10BEDBAE39C7}"/>
                    </a:ext>
                  </a:extLst>
                </p14:cNvPr>
                <p14:cNvContentPartPr/>
                <p14:nvPr/>
              </p14:nvContentPartPr>
              <p14:xfrm>
                <a:off x="6290187" y="1845865"/>
                <a:ext cx="250200" cy="13176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2D21972D-7D7E-ADC2-6C09-10BEDBAE39C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81547" y="1836865"/>
                  <a:ext cx="2678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E17D4C3C-FC55-ED94-93D8-A9C1792F2CF2}"/>
                    </a:ext>
                  </a:extLst>
                </p14:cNvPr>
                <p14:cNvContentPartPr/>
                <p14:nvPr/>
              </p14:nvContentPartPr>
              <p14:xfrm>
                <a:off x="6390987" y="1822825"/>
                <a:ext cx="274680" cy="16164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E17D4C3C-FC55-ED94-93D8-A9C1792F2CF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82347" y="1813825"/>
                  <a:ext cx="2923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E43815A3-E8E7-E952-F918-4FBD53F25774}"/>
                    </a:ext>
                  </a:extLst>
                </p14:cNvPr>
                <p14:cNvContentPartPr/>
                <p14:nvPr/>
              </p14:nvContentPartPr>
              <p14:xfrm>
                <a:off x="6412947" y="1845865"/>
                <a:ext cx="281880" cy="16236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E43815A3-E8E7-E952-F918-4FBD53F2577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03947" y="1836865"/>
                  <a:ext cx="299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D2EAC817-BACC-B0EE-E5AF-6CED70B1478B}"/>
                    </a:ext>
                  </a:extLst>
                </p14:cNvPr>
                <p14:cNvContentPartPr/>
                <p14:nvPr/>
              </p14:nvContentPartPr>
              <p14:xfrm>
                <a:off x="6520227" y="1807705"/>
                <a:ext cx="326880" cy="19836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D2EAC817-BACC-B0EE-E5AF-6CED70B1478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11587" y="1798705"/>
                  <a:ext cx="3445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id="{65DA3F70-425A-2F06-E622-2A77A87674B2}"/>
                    </a:ext>
                  </a:extLst>
                </p14:cNvPr>
                <p14:cNvContentPartPr/>
                <p14:nvPr/>
              </p14:nvContentPartPr>
              <p14:xfrm>
                <a:off x="6618867" y="1815265"/>
                <a:ext cx="319320" cy="194760"/>
              </p14:xfrm>
            </p:contentPart>
          </mc:Choice>
          <mc:Fallback xmlns=""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65DA3F70-425A-2F06-E622-2A77A87674B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09867" y="1806265"/>
                  <a:ext cx="3369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Encre 17">
                  <a:extLst>
                    <a:ext uri="{FF2B5EF4-FFF2-40B4-BE49-F238E27FC236}">
                      <a16:creationId xmlns:a16="http://schemas.microsoft.com/office/drawing/2014/main" id="{3E3865D6-38C9-2066-5C1D-674683E5A9A9}"/>
                    </a:ext>
                  </a:extLst>
                </p14:cNvPr>
                <p14:cNvContentPartPr/>
                <p14:nvPr/>
              </p14:nvContentPartPr>
              <p14:xfrm>
                <a:off x="6707067" y="1813105"/>
                <a:ext cx="330840" cy="205200"/>
              </p14:xfrm>
            </p:contentPart>
          </mc:Choice>
          <mc:Fallback xmlns="">
            <p:pic>
              <p:nvPicPr>
                <p:cNvPr id="18" name="Encre 17">
                  <a:extLst>
                    <a:ext uri="{FF2B5EF4-FFF2-40B4-BE49-F238E27FC236}">
                      <a16:creationId xmlns:a16="http://schemas.microsoft.com/office/drawing/2014/main" id="{3E3865D6-38C9-2066-5C1D-674683E5A9A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98067" y="1804105"/>
                  <a:ext cx="3484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Encre 18">
                  <a:extLst>
                    <a:ext uri="{FF2B5EF4-FFF2-40B4-BE49-F238E27FC236}">
                      <a16:creationId xmlns:a16="http://schemas.microsoft.com/office/drawing/2014/main" id="{0C693ED5-3780-0C6F-ACF8-A86165215723}"/>
                    </a:ext>
                  </a:extLst>
                </p14:cNvPr>
                <p14:cNvContentPartPr/>
                <p14:nvPr/>
              </p14:nvContentPartPr>
              <p14:xfrm>
                <a:off x="6906867" y="1842265"/>
                <a:ext cx="259920" cy="171360"/>
              </p14:xfrm>
            </p:contentPart>
          </mc:Choice>
          <mc:Fallback xmlns="">
            <p:pic>
              <p:nvPicPr>
                <p:cNvPr id="19" name="Encre 18">
                  <a:extLst>
                    <a:ext uri="{FF2B5EF4-FFF2-40B4-BE49-F238E27FC236}">
                      <a16:creationId xmlns:a16="http://schemas.microsoft.com/office/drawing/2014/main" id="{0C693ED5-3780-0C6F-ACF8-A8616521572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897867" y="1833625"/>
                  <a:ext cx="2775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69EF286E-EAB7-C3ED-1332-63CA4D7D546F}"/>
                    </a:ext>
                  </a:extLst>
                </p14:cNvPr>
                <p14:cNvContentPartPr/>
                <p14:nvPr/>
              </p14:nvContentPartPr>
              <p14:xfrm>
                <a:off x="7046187" y="1904545"/>
                <a:ext cx="196920" cy="120600"/>
              </p14:xfrm>
            </p:contentPart>
          </mc:Choice>
          <mc:Fallback xmlns=""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69EF286E-EAB7-C3ED-1332-63CA4D7D546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37547" y="1895545"/>
                  <a:ext cx="2145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95A68849-417F-9F71-1067-C60B21FFB30F}"/>
                    </a:ext>
                  </a:extLst>
                </p14:cNvPr>
                <p14:cNvContentPartPr/>
                <p14:nvPr/>
              </p14:nvContentPartPr>
              <p14:xfrm>
                <a:off x="7152027" y="1947025"/>
                <a:ext cx="91080" cy="3960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95A68849-417F-9F71-1067-C60B21FFB30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43027" y="1938025"/>
                  <a:ext cx="1087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Encre 21">
                  <a:extLst>
                    <a:ext uri="{FF2B5EF4-FFF2-40B4-BE49-F238E27FC236}">
                      <a16:creationId xmlns:a16="http://schemas.microsoft.com/office/drawing/2014/main" id="{A11439E5-F54B-66EC-0A9F-4D0120D6567F}"/>
                    </a:ext>
                  </a:extLst>
                </p14:cNvPr>
                <p14:cNvContentPartPr/>
                <p14:nvPr/>
              </p14:nvContentPartPr>
              <p14:xfrm>
                <a:off x="6940347" y="1463185"/>
                <a:ext cx="177480" cy="153000"/>
              </p14:xfrm>
            </p:contentPart>
          </mc:Choice>
          <mc:Fallback xmlns="">
            <p:pic>
              <p:nvPicPr>
                <p:cNvPr id="22" name="Encre 21">
                  <a:extLst>
                    <a:ext uri="{FF2B5EF4-FFF2-40B4-BE49-F238E27FC236}">
                      <a16:creationId xmlns:a16="http://schemas.microsoft.com/office/drawing/2014/main" id="{A11439E5-F54B-66EC-0A9F-4D0120D6567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31707" y="1454545"/>
                  <a:ext cx="195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Encre 22">
                  <a:extLst>
                    <a:ext uri="{FF2B5EF4-FFF2-40B4-BE49-F238E27FC236}">
                      <a16:creationId xmlns:a16="http://schemas.microsoft.com/office/drawing/2014/main" id="{8952ADD4-387A-8955-CD87-2D4FEAF251B4}"/>
                    </a:ext>
                  </a:extLst>
                </p14:cNvPr>
                <p14:cNvContentPartPr/>
                <p14:nvPr/>
              </p14:nvContentPartPr>
              <p14:xfrm>
                <a:off x="6999387" y="1484065"/>
                <a:ext cx="238320" cy="175680"/>
              </p14:xfrm>
            </p:contentPart>
          </mc:Choice>
          <mc:Fallback xmlns="">
            <p:pic>
              <p:nvPicPr>
                <p:cNvPr id="23" name="Encre 22">
                  <a:extLst>
                    <a:ext uri="{FF2B5EF4-FFF2-40B4-BE49-F238E27FC236}">
                      <a16:creationId xmlns:a16="http://schemas.microsoft.com/office/drawing/2014/main" id="{8952ADD4-387A-8955-CD87-2D4FEAF251B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90747" y="1475065"/>
                  <a:ext cx="2559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Encre 23">
                  <a:extLst>
                    <a:ext uri="{FF2B5EF4-FFF2-40B4-BE49-F238E27FC236}">
                      <a16:creationId xmlns:a16="http://schemas.microsoft.com/office/drawing/2014/main" id="{C80D7DB5-94EF-D010-6637-01CB4CD42437}"/>
                    </a:ext>
                  </a:extLst>
                </p14:cNvPr>
                <p14:cNvContentPartPr/>
                <p14:nvPr/>
              </p14:nvContentPartPr>
              <p14:xfrm>
                <a:off x="7073907" y="1509985"/>
                <a:ext cx="252720" cy="172440"/>
              </p14:xfrm>
            </p:contentPart>
          </mc:Choice>
          <mc:Fallback xmlns="">
            <p:pic>
              <p:nvPicPr>
                <p:cNvPr id="24" name="Encre 23">
                  <a:extLst>
                    <a:ext uri="{FF2B5EF4-FFF2-40B4-BE49-F238E27FC236}">
                      <a16:creationId xmlns:a16="http://schemas.microsoft.com/office/drawing/2014/main" id="{C80D7DB5-94EF-D010-6637-01CB4CD4243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64907" y="1501345"/>
                  <a:ext cx="2703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Encre 24">
                  <a:extLst>
                    <a:ext uri="{FF2B5EF4-FFF2-40B4-BE49-F238E27FC236}">
                      <a16:creationId xmlns:a16="http://schemas.microsoft.com/office/drawing/2014/main" id="{FC8F66F3-66C3-CF2D-01AA-933FB8FBB75F}"/>
                    </a:ext>
                  </a:extLst>
                </p14:cNvPr>
                <p14:cNvContentPartPr/>
                <p14:nvPr/>
              </p14:nvContentPartPr>
              <p14:xfrm>
                <a:off x="7082907" y="1588465"/>
                <a:ext cx="221760" cy="119880"/>
              </p14:xfrm>
            </p:contentPart>
          </mc:Choice>
          <mc:Fallback xmlns="">
            <p:pic>
              <p:nvPicPr>
                <p:cNvPr id="25" name="Encre 24">
                  <a:extLst>
                    <a:ext uri="{FF2B5EF4-FFF2-40B4-BE49-F238E27FC236}">
                      <a16:creationId xmlns:a16="http://schemas.microsoft.com/office/drawing/2014/main" id="{FC8F66F3-66C3-CF2D-01AA-933FB8FBB75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074267" y="1579825"/>
                  <a:ext cx="2394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Encre 25">
                  <a:extLst>
                    <a:ext uri="{FF2B5EF4-FFF2-40B4-BE49-F238E27FC236}">
                      <a16:creationId xmlns:a16="http://schemas.microsoft.com/office/drawing/2014/main" id="{A70C85B1-6ED4-0BA7-B596-1292AA7B2B9C}"/>
                    </a:ext>
                  </a:extLst>
                </p14:cNvPr>
                <p14:cNvContentPartPr/>
                <p14:nvPr/>
              </p14:nvContentPartPr>
              <p14:xfrm>
                <a:off x="7115667" y="1650745"/>
                <a:ext cx="141840" cy="87480"/>
              </p14:xfrm>
            </p:contentPart>
          </mc:Choice>
          <mc:Fallback xmlns="">
            <p:pic>
              <p:nvPicPr>
                <p:cNvPr id="26" name="Encre 25">
                  <a:extLst>
                    <a:ext uri="{FF2B5EF4-FFF2-40B4-BE49-F238E27FC236}">
                      <a16:creationId xmlns:a16="http://schemas.microsoft.com/office/drawing/2014/main" id="{A70C85B1-6ED4-0BA7-B596-1292AA7B2B9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106667" y="1641745"/>
                  <a:ext cx="159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Encre 26">
                  <a:extLst>
                    <a:ext uri="{FF2B5EF4-FFF2-40B4-BE49-F238E27FC236}">
                      <a16:creationId xmlns:a16="http://schemas.microsoft.com/office/drawing/2014/main" id="{7796061E-D0AD-BD03-7765-11ED280D01D7}"/>
                    </a:ext>
                  </a:extLst>
                </p14:cNvPr>
                <p14:cNvContentPartPr/>
                <p14:nvPr/>
              </p14:nvContentPartPr>
              <p14:xfrm>
                <a:off x="7077507" y="1737865"/>
                <a:ext cx="116640" cy="74520"/>
              </p14:xfrm>
            </p:contentPart>
          </mc:Choice>
          <mc:Fallback xmlns="">
            <p:pic>
              <p:nvPicPr>
                <p:cNvPr id="27" name="Encre 26">
                  <a:extLst>
                    <a:ext uri="{FF2B5EF4-FFF2-40B4-BE49-F238E27FC236}">
                      <a16:creationId xmlns:a16="http://schemas.microsoft.com/office/drawing/2014/main" id="{7796061E-D0AD-BD03-7765-11ED280D01D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068507" y="1728865"/>
                  <a:ext cx="1342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Encre 27">
                  <a:extLst>
                    <a:ext uri="{FF2B5EF4-FFF2-40B4-BE49-F238E27FC236}">
                      <a16:creationId xmlns:a16="http://schemas.microsoft.com/office/drawing/2014/main" id="{6CFFF4FD-F3B4-5A00-DD24-0C21583241F4}"/>
                    </a:ext>
                  </a:extLst>
                </p14:cNvPr>
                <p14:cNvContentPartPr/>
                <p14:nvPr/>
              </p14:nvContentPartPr>
              <p14:xfrm>
                <a:off x="7101267" y="1830385"/>
                <a:ext cx="31320" cy="47160"/>
              </p14:xfrm>
            </p:contentPart>
          </mc:Choice>
          <mc:Fallback xmlns="">
            <p:pic>
              <p:nvPicPr>
                <p:cNvPr id="28" name="Encre 27">
                  <a:extLst>
                    <a:ext uri="{FF2B5EF4-FFF2-40B4-BE49-F238E27FC236}">
                      <a16:creationId xmlns:a16="http://schemas.microsoft.com/office/drawing/2014/main" id="{6CFFF4FD-F3B4-5A00-DD24-0C21583241F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092267" y="1821745"/>
                  <a:ext cx="48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Encre 28">
                  <a:extLst>
                    <a:ext uri="{FF2B5EF4-FFF2-40B4-BE49-F238E27FC236}">
                      <a16:creationId xmlns:a16="http://schemas.microsoft.com/office/drawing/2014/main" id="{D1E14A31-3762-31F2-9932-8835944866BF}"/>
                    </a:ext>
                  </a:extLst>
                </p14:cNvPr>
                <p14:cNvContentPartPr/>
                <p14:nvPr/>
              </p14:nvContentPartPr>
              <p14:xfrm>
                <a:off x="7121067" y="1830385"/>
                <a:ext cx="52920" cy="85320"/>
              </p14:xfrm>
            </p:contentPart>
          </mc:Choice>
          <mc:Fallback xmlns="">
            <p:pic>
              <p:nvPicPr>
                <p:cNvPr id="29" name="Encre 28">
                  <a:extLst>
                    <a:ext uri="{FF2B5EF4-FFF2-40B4-BE49-F238E27FC236}">
                      <a16:creationId xmlns:a16="http://schemas.microsoft.com/office/drawing/2014/main" id="{D1E14A31-3762-31F2-9932-8835944866B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112427" y="1821745"/>
                  <a:ext cx="7056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C77F111F-70B7-FA8D-15E5-DB85DC611F9D}"/>
              </a:ext>
            </a:extLst>
          </p:cNvPr>
          <p:cNvGrpSpPr/>
          <p:nvPr/>
        </p:nvGrpSpPr>
        <p:grpSpPr>
          <a:xfrm>
            <a:off x="5693667" y="3604105"/>
            <a:ext cx="488880" cy="171360"/>
            <a:chOff x="5693667" y="3604105"/>
            <a:chExt cx="488880" cy="17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Encre 30">
                  <a:extLst>
                    <a:ext uri="{FF2B5EF4-FFF2-40B4-BE49-F238E27FC236}">
                      <a16:creationId xmlns:a16="http://schemas.microsoft.com/office/drawing/2014/main" id="{908F956D-2217-0956-DD2D-32505BAEA8FC}"/>
                    </a:ext>
                  </a:extLst>
                </p14:cNvPr>
                <p14:cNvContentPartPr/>
                <p14:nvPr/>
              </p14:nvContentPartPr>
              <p14:xfrm>
                <a:off x="5693667" y="3747025"/>
                <a:ext cx="11160" cy="9000"/>
              </p14:xfrm>
            </p:contentPart>
          </mc:Choice>
          <mc:Fallback xmlns="">
            <p:pic>
              <p:nvPicPr>
                <p:cNvPr id="31" name="Encre 30">
                  <a:extLst>
                    <a:ext uri="{FF2B5EF4-FFF2-40B4-BE49-F238E27FC236}">
                      <a16:creationId xmlns:a16="http://schemas.microsoft.com/office/drawing/2014/main" id="{908F956D-2217-0956-DD2D-32505BAEA8F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685027" y="3738025"/>
                  <a:ext cx="28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Encre 31">
                  <a:extLst>
                    <a:ext uri="{FF2B5EF4-FFF2-40B4-BE49-F238E27FC236}">
                      <a16:creationId xmlns:a16="http://schemas.microsoft.com/office/drawing/2014/main" id="{E4FBD5D5-D717-18EF-3E29-6D2FBF6D2E47}"/>
                    </a:ext>
                  </a:extLst>
                </p14:cNvPr>
                <p14:cNvContentPartPr/>
                <p14:nvPr/>
              </p14:nvContentPartPr>
              <p14:xfrm>
                <a:off x="6054747" y="3604105"/>
                <a:ext cx="127800" cy="168120"/>
              </p14:xfrm>
            </p:contentPart>
          </mc:Choice>
          <mc:Fallback xmlns="">
            <p:pic>
              <p:nvPicPr>
                <p:cNvPr id="32" name="Encre 31">
                  <a:extLst>
                    <a:ext uri="{FF2B5EF4-FFF2-40B4-BE49-F238E27FC236}">
                      <a16:creationId xmlns:a16="http://schemas.microsoft.com/office/drawing/2014/main" id="{E4FBD5D5-D717-18EF-3E29-6D2FBF6D2E4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045747" y="3595465"/>
                  <a:ext cx="145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Encre 32">
                  <a:extLst>
                    <a:ext uri="{FF2B5EF4-FFF2-40B4-BE49-F238E27FC236}">
                      <a16:creationId xmlns:a16="http://schemas.microsoft.com/office/drawing/2014/main" id="{624AC1B7-0E2F-7F05-BD67-78202EC8EF5B}"/>
                    </a:ext>
                  </a:extLst>
                </p14:cNvPr>
                <p14:cNvContentPartPr/>
                <p14:nvPr/>
              </p14:nvContentPartPr>
              <p14:xfrm>
                <a:off x="6037827" y="3763225"/>
                <a:ext cx="117000" cy="12240"/>
              </p14:xfrm>
            </p:contentPart>
          </mc:Choice>
          <mc:Fallback xmlns="">
            <p:pic>
              <p:nvPicPr>
                <p:cNvPr id="33" name="Encre 32">
                  <a:extLst>
                    <a:ext uri="{FF2B5EF4-FFF2-40B4-BE49-F238E27FC236}">
                      <a16:creationId xmlns:a16="http://schemas.microsoft.com/office/drawing/2014/main" id="{624AC1B7-0E2F-7F05-BD67-78202EC8EF5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028827" y="3754585"/>
                  <a:ext cx="134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Encre 34">
                  <a:extLst>
                    <a:ext uri="{FF2B5EF4-FFF2-40B4-BE49-F238E27FC236}">
                      <a16:creationId xmlns:a16="http://schemas.microsoft.com/office/drawing/2014/main" id="{FBC68BEF-88B3-9C3D-16B1-20DFE3726762}"/>
                    </a:ext>
                  </a:extLst>
                </p14:cNvPr>
                <p14:cNvContentPartPr/>
                <p14:nvPr/>
              </p14:nvContentPartPr>
              <p14:xfrm>
                <a:off x="5747667" y="3657745"/>
                <a:ext cx="136080" cy="117000"/>
              </p14:xfrm>
            </p:contentPart>
          </mc:Choice>
          <mc:Fallback xmlns="">
            <p:pic>
              <p:nvPicPr>
                <p:cNvPr id="35" name="Encre 34">
                  <a:extLst>
                    <a:ext uri="{FF2B5EF4-FFF2-40B4-BE49-F238E27FC236}">
                      <a16:creationId xmlns:a16="http://schemas.microsoft.com/office/drawing/2014/main" id="{FBC68BEF-88B3-9C3D-16B1-20DFE372676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739027" y="3648745"/>
                  <a:ext cx="153720" cy="13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7" name="Encre 36">
                <a:extLst>
                  <a:ext uri="{FF2B5EF4-FFF2-40B4-BE49-F238E27FC236}">
                    <a16:creationId xmlns:a16="http://schemas.microsoft.com/office/drawing/2014/main" id="{4CA30FA4-62DB-E7A6-6523-BD93F656B375}"/>
                  </a:ext>
                </a:extLst>
              </p14:cNvPr>
              <p14:cNvContentPartPr/>
              <p14:nvPr/>
            </p14:nvContentPartPr>
            <p14:xfrm>
              <a:off x="5221347" y="3596545"/>
              <a:ext cx="66240" cy="154440"/>
            </p14:xfrm>
          </p:contentPart>
        </mc:Choice>
        <mc:Fallback xmlns="">
          <p:pic>
            <p:nvPicPr>
              <p:cNvPr id="37" name="Encre 36">
                <a:extLst>
                  <a:ext uri="{FF2B5EF4-FFF2-40B4-BE49-F238E27FC236}">
                    <a16:creationId xmlns:a16="http://schemas.microsoft.com/office/drawing/2014/main" id="{4CA30FA4-62DB-E7A6-6523-BD93F656B37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212707" y="3587905"/>
                <a:ext cx="8388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8" name="Encre 37">
                <a:extLst>
                  <a:ext uri="{FF2B5EF4-FFF2-40B4-BE49-F238E27FC236}">
                    <a16:creationId xmlns:a16="http://schemas.microsoft.com/office/drawing/2014/main" id="{760D5A81-E56B-B230-7F39-AE12E6A6B5DA}"/>
                  </a:ext>
                </a:extLst>
              </p14:cNvPr>
              <p14:cNvContentPartPr/>
              <p14:nvPr/>
            </p14:nvContentPartPr>
            <p14:xfrm>
              <a:off x="8559267" y="1872865"/>
              <a:ext cx="3960" cy="4680"/>
            </p14:xfrm>
          </p:contentPart>
        </mc:Choice>
        <mc:Fallback xmlns="">
          <p:pic>
            <p:nvPicPr>
              <p:cNvPr id="38" name="Encre 37">
                <a:extLst>
                  <a:ext uri="{FF2B5EF4-FFF2-40B4-BE49-F238E27FC236}">
                    <a16:creationId xmlns:a16="http://schemas.microsoft.com/office/drawing/2014/main" id="{760D5A81-E56B-B230-7F39-AE12E6A6B5D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550627" y="1864225"/>
                <a:ext cx="216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45587250-C0D5-11E3-C2FB-0EA38935E4A8}"/>
                  </a:ext>
                </a:extLst>
              </p14:cNvPr>
              <p14:cNvContentPartPr/>
              <p14:nvPr/>
            </p14:nvContentPartPr>
            <p14:xfrm>
              <a:off x="8881107" y="1764145"/>
              <a:ext cx="10800" cy="10440"/>
            </p14:xfrm>
          </p:contentPart>
        </mc:Choice>
        <mc:Fallback xmlns=""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45587250-C0D5-11E3-C2FB-0EA38935E4A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872467" y="1755145"/>
                <a:ext cx="2844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e 42">
            <a:extLst>
              <a:ext uri="{FF2B5EF4-FFF2-40B4-BE49-F238E27FC236}">
                <a16:creationId xmlns:a16="http://schemas.microsoft.com/office/drawing/2014/main" id="{7CAA37AF-6AFC-9E9E-4EA2-6D761A52F647}"/>
              </a:ext>
            </a:extLst>
          </p:cNvPr>
          <p:cNvGrpSpPr/>
          <p:nvPr/>
        </p:nvGrpSpPr>
        <p:grpSpPr>
          <a:xfrm>
            <a:off x="6169587" y="1062145"/>
            <a:ext cx="1300320" cy="1045080"/>
            <a:chOff x="6169587" y="1062145"/>
            <a:chExt cx="1300320" cy="10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Encre 39">
                  <a:extLst>
                    <a:ext uri="{FF2B5EF4-FFF2-40B4-BE49-F238E27FC236}">
                      <a16:creationId xmlns:a16="http://schemas.microsoft.com/office/drawing/2014/main" id="{9F6CC480-7A05-5474-FE8C-1A8B9903F334}"/>
                    </a:ext>
                  </a:extLst>
                </p14:cNvPr>
                <p14:cNvContentPartPr/>
                <p14:nvPr/>
              </p14:nvContentPartPr>
              <p14:xfrm>
                <a:off x="6169587" y="1395865"/>
                <a:ext cx="92880" cy="366480"/>
              </p14:xfrm>
            </p:contentPart>
          </mc:Choice>
          <mc:Fallback xmlns="">
            <p:pic>
              <p:nvPicPr>
                <p:cNvPr id="40" name="Encre 39">
                  <a:extLst>
                    <a:ext uri="{FF2B5EF4-FFF2-40B4-BE49-F238E27FC236}">
                      <a16:creationId xmlns:a16="http://schemas.microsoft.com/office/drawing/2014/main" id="{9F6CC480-7A05-5474-FE8C-1A8B9903F33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160587" y="1387225"/>
                  <a:ext cx="1105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Encre 40">
                  <a:extLst>
                    <a:ext uri="{FF2B5EF4-FFF2-40B4-BE49-F238E27FC236}">
                      <a16:creationId xmlns:a16="http://schemas.microsoft.com/office/drawing/2014/main" id="{207B7D76-871D-E4B3-D320-799E649134D3}"/>
                    </a:ext>
                  </a:extLst>
                </p14:cNvPr>
                <p14:cNvContentPartPr/>
                <p14:nvPr/>
              </p14:nvContentPartPr>
              <p14:xfrm>
                <a:off x="6244107" y="1382545"/>
                <a:ext cx="345240" cy="151920"/>
              </p14:xfrm>
            </p:contentPart>
          </mc:Choice>
          <mc:Fallback xmlns="">
            <p:pic>
              <p:nvPicPr>
                <p:cNvPr id="41" name="Encre 40">
                  <a:extLst>
                    <a:ext uri="{FF2B5EF4-FFF2-40B4-BE49-F238E27FC236}">
                      <a16:creationId xmlns:a16="http://schemas.microsoft.com/office/drawing/2014/main" id="{207B7D76-871D-E4B3-D320-799E649134D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235107" y="1373905"/>
                  <a:ext cx="3628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Encre 41">
                  <a:extLst>
                    <a:ext uri="{FF2B5EF4-FFF2-40B4-BE49-F238E27FC236}">
                      <a16:creationId xmlns:a16="http://schemas.microsoft.com/office/drawing/2014/main" id="{52C47A77-8321-2458-9946-AF281E586789}"/>
                    </a:ext>
                  </a:extLst>
                </p14:cNvPr>
                <p14:cNvContentPartPr/>
                <p14:nvPr/>
              </p14:nvContentPartPr>
              <p14:xfrm>
                <a:off x="6528507" y="1062145"/>
                <a:ext cx="941400" cy="1045080"/>
              </p14:xfrm>
            </p:contentPart>
          </mc:Choice>
          <mc:Fallback xmlns="">
            <p:pic>
              <p:nvPicPr>
                <p:cNvPr id="42" name="Encre 41">
                  <a:extLst>
                    <a:ext uri="{FF2B5EF4-FFF2-40B4-BE49-F238E27FC236}">
                      <a16:creationId xmlns:a16="http://schemas.microsoft.com/office/drawing/2014/main" id="{52C47A77-8321-2458-9946-AF281E58678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19867" y="1053145"/>
                  <a:ext cx="959040" cy="10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F69818FE-A95E-01F5-A816-34425FB9699C}"/>
              </a:ext>
            </a:extLst>
          </p:cNvPr>
          <p:cNvGrpSpPr/>
          <p:nvPr/>
        </p:nvGrpSpPr>
        <p:grpSpPr>
          <a:xfrm>
            <a:off x="6389187" y="3624985"/>
            <a:ext cx="463680" cy="143640"/>
            <a:chOff x="6389187" y="3624985"/>
            <a:chExt cx="46368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Encre 43">
                  <a:extLst>
                    <a:ext uri="{FF2B5EF4-FFF2-40B4-BE49-F238E27FC236}">
                      <a16:creationId xmlns:a16="http://schemas.microsoft.com/office/drawing/2014/main" id="{2614CAFE-9EA4-917C-A11A-EC7B0B8BE53E}"/>
                    </a:ext>
                  </a:extLst>
                </p14:cNvPr>
                <p14:cNvContentPartPr/>
                <p14:nvPr/>
              </p14:nvContentPartPr>
              <p14:xfrm>
                <a:off x="6389187" y="3659905"/>
                <a:ext cx="154800" cy="108720"/>
              </p14:xfrm>
            </p:contentPart>
          </mc:Choice>
          <mc:Fallback xmlns="">
            <p:pic>
              <p:nvPicPr>
                <p:cNvPr id="44" name="Encre 43">
                  <a:extLst>
                    <a:ext uri="{FF2B5EF4-FFF2-40B4-BE49-F238E27FC236}">
                      <a16:creationId xmlns:a16="http://schemas.microsoft.com/office/drawing/2014/main" id="{2614CAFE-9EA4-917C-A11A-EC7B0B8BE53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380187" y="3651265"/>
                  <a:ext cx="1724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Encre 44">
                  <a:extLst>
                    <a:ext uri="{FF2B5EF4-FFF2-40B4-BE49-F238E27FC236}">
                      <a16:creationId xmlns:a16="http://schemas.microsoft.com/office/drawing/2014/main" id="{38D305BD-C31C-6DDE-AF28-1ADC5175D67C}"/>
                    </a:ext>
                  </a:extLst>
                </p14:cNvPr>
                <p14:cNvContentPartPr/>
                <p14:nvPr/>
              </p14:nvContentPartPr>
              <p14:xfrm>
                <a:off x="6649107" y="3624985"/>
                <a:ext cx="203760" cy="134280"/>
              </p14:xfrm>
            </p:contentPart>
          </mc:Choice>
          <mc:Fallback xmlns="">
            <p:pic>
              <p:nvPicPr>
                <p:cNvPr id="45" name="Encre 44">
                  <a:extLst>
                    <a:ext uri="{FF2B5EF4-FFF2-40B4-BE49-F238E27FC236}">
                      <a16:creationId xmlns:a16="http://schemas.microsoft.com/office/drawing/2014/main" id="{38D305BD-C31C-6DDE-AF28-1ADC5175D67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40107" y="3616345"/>
                  <a:ext cx="221400" cy="1519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7" name="Image 46">
            <a:extLst>
              <a:ext uri="{FF2B5EF4-FFF2-40B4-BE49-F238E27FC236}">
                <a16:creationId xmlns:a16="http://schemas.microsoft.com/office/drawing/2014/main" id="{1706460E-79CC-86E4-123C-79FE7E1B13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95" t="21478" r="32986" b="7175"/>
          <a:stretch>
            <a:fillRect/>
          </a:stretch>
        </p:blipFill>
        <p:spPr>
          <a:xfrm>
            <a:off x="382101" y="3533679"/>
            <a:ext cx="4055526" cy="3253509"/>
          </a:xfrm>
          <a:prstGeom prst="rect">
            <a:avLst/>
          </a:prstGeom>
        </p:spPr>
      </p:pic>
      <p:grpSp>
        <p:nvGrpSpPr>
          <p:cNvPr id="106" name="Groupe 105">
            <a:extLst>
              <a:ext uri="{FF2B5EF4-FFF2-40B4-BE49-F238E27FC236}">
                <a16:creationId xmlns:a16="http://schemas.microsoft.com/office/drawing/2014/main" id="{4C6F24A6-67C6-1887-8D8F-D810626E1947}"/>
              </a:ext>
            </a:extLst>
          </p:cNvPr>
          <p:cNvGrpSpPr/>
          <p:nvPr/>
        </p:nvGrpSpPr>
        <p:grpSpPr>
          <a:xfrm>
            <a:off x="1932747" y="3962665"/>
            <a:ext cx="1442520" cy="1159560"/>
            <a:chOff x="1932747" y="3962665"/>
            <a:chExt cx="1442520" cy="11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4" name="Encre 63">
                  <a:extLst>
                    <a:ext uri="{FF2B5EF4-FFF2-40B4-BE49-F238E27FC236}">
                      <a16:creationId xmlns:a16="http://schemas.microsoft.com/office/drawing/2014/main" id="{C098BEF3-3324-A50D-B8E5-B108197A1355}"/>
                    </a:ext>
                  </a:extLst>
                </p14:cNvPr>
                <p14:cNvContentPartPr/>
                <p14:nvPr/>
              </p14:nvContentPartPr>
              <p14:xfrm>
                <a:off x="3078627" y="3972025"/>
                <a:ext cx="2880" cy="43560"/>
              </p14:xfrm>
            </p:contentPart>
          </mc:Choice>
          <mc:Fallback xmlns="">
            <p:pic>
              <p:nvPicPr>
                <p:cNvPr id="64" name="Encre 63">
                  <a:extLst>
                    <a:ext uri="{FF2B5EF4-FFF2-40B4-BE49-F238E27FC236}">
                      <a16:creationId xmlns:a16="http://schemas.microsoft.com/office/drawing/2014/main" id="{C098BEF3-3324-A50D-B8E5-B108197A135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069987" y="3963025"/>
                  <a:ext cx="205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5" name="Encre 64">
                  <a:extLst>
                    <a:ext uri="{FF2B5EF4-FFF2-40B4-BE49-F238E27FC236}">
                      <a16:creationId xmlns:a16="http://schemas.microsoft.com/office/drawing/2014/main" id="{E66D2780-E915-8ACC-CCF6-0DEED04968DF}"/>
                    </a:ext>
                  </a:extLst>
                </p14:cNvPr>
                <p14:cNvContentPartPr/>
                <p14:nvPr/>
              </p14:nvContentPartPr>
              <p14:xfrm>
                <a:off x="3040467" y="4185865"/>
                <a:ext cx="3960" cy="36360"/>
              </p14:xfrm>
            </p:contentPart>
          </mc:Choice>
          <mc:Fallback xmlns="">
            <p:pic>
              <p:nvPicPr>
                <p:cNvPr id="65" name="Encre 64">
                  <a:extLst>
                    <a:ext uri="{FF2B5EF4-FFF2-40B4-BE49-F238E27FC236}">
                      <a16:creationId xmlns:a16="http://schemas.microsoft.com/office/drawing/2014/main" id="{E66D2780-E915-8ACC-CCF6-0DEED04968D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031827" y="4177225"/>
                  <a:ext cx="216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6" name="Encre 65">
                  <a:extLst>
                    <a:ext uri="{FF2B5EF4-FFF2-40B4-BE49-F238E27FC236}">
                      <a16:creationId xmlns:a16="http://schemas.microsoft.com/office/drawing/2014/main" id="{9FA0308B-FEEE-84DA-FC1D-C25A1A4C9226}"/>
                    </a:ext>
                  </a:extLst>
                </p14:cNvPr>
                <p14:cNvContentPartPr/>
                <p14:nvPr/>
              </p14:nvContentPartPr>
              <p14:xfrm>
                <a:off x="3066027" y="4358305"/>
                <a:ext cx="3960" cy="65880"/>
              </p14:xfrm>
            </p:contentPart>
          </mc:Choice>
          <mc:Fallback xmlns="">
            <p:pic>
              <p:nvPicPr>
                <p:cNvPr id="66" name="Encre 65">
                  <a:extLst>
                    <a:ext uri="{FF2B5EF4-FFF2-40B4-BE49-F238E27FC236}">
                      <a16:creationId xmlns:a16="http://schemas.microsoft.com/office/drawing/2014/main" id="{9FA0308B-FEEE-84DA-FC1D-C25A1A4C922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057387" y="4349305"/>
                  <a:ext cx="21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7" name="Encre 66">
                  <a:extLst>
                    <a:ext uri="{FF2B5EF4-FFF2-40B4-BE49-F238E27FC236}">
                      <a16:creationId xmlns:a16="http://schemas.microsoft.com/office/drawing/2014/main" id="{5F0AA998-628C-6DAA-6F59-684CF0223724}"/>
                    </a:ext>
                  </a:extLst>
                </p14:cNvPr>
                <p14:cNvContentPartPr/>
                <p14:nvPr/>
              </p14:nvContentPartPr>
              <p14:xfrm>
                <a:off x="3091587" y="4491145"/>
                <a:ext cx="11160" cy="51480"/>
              </p14:xfrm>
            </p:contentPart>
          </mc:Choice>
          <mc:Fallback xmlns="">
            <p:pic>
              <p:nvPicPr>
                <p:cNvPr id="67" name="Encre 66">
                  <a:extLst>
                    <a:ext uri="{FF2B5EF4-FFF2-40B4-BE49-F238E27FC236}">
                      <a16:creationId xmlns:a16="http://schemas.microsoft.com/office/drawing/2014/main" id="{5F0AA998-628C-6DAA-6F59-684CF022372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082587" y="4482145"/>
                  <a:ext cx="288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8" name="Encre 67">
                  <a:extLst>
                    <a:ext uri="{FF2B5EF4-FFF2-40B4-BE49-F238E27FC236}">
                      <a16:creationId xmlns:a16="http://schemas.microsoft.com/office/drawing/2014/main" id="{95DB36A5-8864-3D9C-A404-65FE85C1838D}"/>
                    </a:ext>
                  </a:extLst>
                </p14:cNvPr>
                <p14:cNvContentPartPr/>
                <p14:nvPr/>
              </p14:nvContentPartPr>
              <p14:xfrm>
                <a:off x="3066027" y="4684105"/>
                <a:ext cx="360" cy="27720"/>
              </p14:xfrm>
            </p:contentPart>
          </mc:Choice>
          <mc:Fallback xmlns="">
            <p:pic>
              <p:nvPicPr>
                <p:cNvPr id="68" name="Encre 67">
                  <a:extLst>
                    <a:ext uri="{FF2B5EF4-FFF2-40B4-BE49-F238E27FC236}">
                      <a16:creationId xmlns:a16="http://schemas.microsoft.com/office/drawing/2014/main" id="{95DB36A5-8864-3D9C-A404-65FE85C1838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057387" y="4675105"/>
                  <a:ext cx="180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0" name="Encre 69">
                  <a:extLst>
                    <a:ext uri="{FF2B5EF4-FFF2-40B4-BE49-F238E27FC236}">
                      <a16:creationId xmlns:a16="http://schemas.microsoft.com/office/drawing/2014/main" id="{13A04B64-F0DD-742F-8D5A-84984FB68DCE}"/>
                    </a:ext>
                  </a:extLst>
                </p14:cNvPr>
                <p14:cNvContentPartPr/>
                <p14:nvPr/>
              </p14:nvContentPartPr>
              <p14:xfrm>
                <a:off x="3042267" y="4991185"/>
                <a:ext cx="360" cy="360"/>
              </p14:xfrm>
            </p:contentPart>
          </mc:Choice>
          <mc:Fallback xmlns="">
            <p:pic>
              <p:nvPicPr>
                <p:cNvPr id="70" name="Encre 69">
                  <a:extLst>
                    <a:ext uri="{FF2B5EF4-FFF2-40B4-BE49-F238E27FC236}">
                      <a16:creationId xmlns:a16="http://schemas.microsoft.com/office/drawing/2014/main" id="{13A04B64-F0DD-742F-8D5A-84984FB68DC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033627" y="498254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1" name="Encre 70">
                  <a:extLst>
                    <a:ext uri="{FF2B5EF4-FFF2-40B4-BE49-F238E27FC236}">
                      <a16:creationId xmlns:a16="http://schemas.microsoft.com/office/drawing/2014/main" id="{8A773E09-B62A-B7D8-986E-2039CECFEA90}"/>
                    </a:ext>
                  </a:extLst>
                </p14:cNvPr>
                <p14:cNvContentPartPr/>
                <p14:nvPr/>
              </p14:nvContentPartPr>
              <p14:xfrm>
                <a:off x="3048027" y="5121865"/>
                <a:ext cx="360" cy="360"/>
              </p14:xfrm>
            </p:contentPart>
          </mc:Choice>
          <mc:Fallback xmlns="">
            <p:pic>
              <p:nvPicPr>
                <p:cNvPr id="71" name="Encre 70">
                  <a:extLst>
                    <a:ext uri="{FF2B5EF4-FFF2-40B4-BE49-F238E27FC236}">
                      <a16:creationId xmlns:a16="http://schemas.microsoft.com/office/drawing/2014/main" id="{8A773E09-B62A-B7D8-986E-2039CECFEA9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039027" y="511322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5" name="Encre 74">
                  <a:extLst>
                    <a:ext uri="{FF2B5EF4-FFF2-40B4-BE49-F238E27FC236}">
                      <a16:creationId xmlns:a16="http://schemas.microsoft.com/office/drawing/2014/main" id="{0291B479-9340-A4D1-3581-01B803AFF095}"/>
                    </a:ext>
                  </a:extLst>
                </p14:cNvPr>
                <p14:cNvContentPartPr/>
                <p14:nvPr/>
              </p14:nvContentPartPr>
              <p14:xfrm>
                <a:off x="2793507" y="4845025"/>
                <a:ext cx="98280" cy="360"/>
              </p14:xfrm>
            </p:contentPart>
          </mc:Choice>
          <mc:Fallback xmlns="">
            <p:pic>
              <p:nvPicPr>
                <p:cNvPr id="75" name="Encre 74">
                  <a:extLst>
                    <a:ext uri="{FF2B5EF4-FFF2-40B4-BE49-F238E27FC236}">
                      <a16:creationId xmlns:a16="http://schemas.microsoft.com/office/drawing/2014/main" id="{0291B479-9340-A4D1-3581-01B803AFF09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84867" y="4836385"/>
                  <a:ext cx="115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9" name="Encre 68">
                  <a:extLst>
                    <a:ext uri="{FF2B5EF4-FFF2-40B4-BE49-F238E27FC236}">
                      <a16:creationId xmlns:a16="http://schemas.microsoft.com/office/drawing/2014/main" id="{2A6FBB0A-D5EF-8340-82B6-DEDDB35E372D}"/>
                    </a:ext>
                  </a:extLst>
                </p14:cNvPr>
                <p14:cNvContentPartPr/>
                <p14:nvPr/>
              </p14:nvContentPartPr>
              <p14:xfrm>
                <a:off x="3022467" y="4830985"/>
                <a:ext cx="360" cy="47160"/>
              </p14:xfrm>
            </p:contentPart>
          </mc:Choice>
          <mc:Fallback xmlns="">
            <p:pic>
              <p:nvPicPr>
                <p:cNvPr id="69" name="Encre 68">
                  <a:extLst>
                    <a:ext uri="{FF2B5EF4-FFF2-40B4-BE49-F238E27FC236}">
                      <a16:creationId xmlns:a16="http://schemas.microsoft.com/office/drawing/2014/main" id="{2A6FBB0A-D5EF-8340-82B6-DEDDB35E372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13467" y="4822345"/>
                  <a:ext cx="18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6" name="Encre 75">
                  <a:extLst>
                    <a:ext uri="{FF2B5EF4-FFF2-40B4-BE49-F238E27FC236}">
                      <a16:creationId xmlns:a16="http://schemas.microsoft.com/office/drawing/2014/main" id="{1108838D-57DD-2B47-5E03-8E6C6293689B}"/>
                    </a:ext>
                  </a:extLst>
                </p14:cNvPr>
                <p14:cNvContentPartPr/>
                <p14:nvPr/>
              </p14:nvContentPartPr>
              <p14:xfrm>
                <a:off x="3042267" y="4840705"/>
                <a:ext cx="29520" cy="4680"/>
              </p14:xfrm>
            </p:contentPart>
          </mc:Choice>
          <mc:Fallback xmlns="">
            <p:pic>
              <p:nvPicPr>
                <p:cNvPr id="76" name="Encre 75">
                  <a:extLst>
                    <a:ext uri="{FF2B5EF4-FFF2-40B4-BE49-F238E27FC236}">
                      <a16:creationId xmlns:a16="http://schemas.microsoft.com/office/drawing/2014/main" id="{1108838D-57DD-2B47-5E03-8E6C6293689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33627" y="4832065"/>
                  <a:ext cx="471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7" name="Encre 76">
                  <a:extLst>
                    <a:ext uri="{FF2B5EF4-FFF2-40B4-BE49-F238E27FC236}">
                      <a16:creationId xmlns:a16="http://schemas.microsoft.com/office/drawing/2014/main" id="{933C7FD8-995D-8E00-12FD-82A82C58066D}"/>
                    </a:ext>
                  </a:extLst>
                </p14:cNvPr>
                <p14:cNvContentPartPr/>
                <p14:nvPr/>
              </p14:nvContentPartPr>
              <p14:xfrm>
                <a:off x="3271227" y="4836385"/>
                <a:ext cx="24120" cy="2520"/>
              </p14:xfrm>
            </p:contentPart>
          </mc:Choice>
          <mc:Fallback xmlns="">
            <p:pic>
              <p:nvPicPr>
                <p:cNvPr id="77" name="Encre 76">
                  <a:extLst>
                    <a:ext uri="{FF2B5EF4-FFF2-40B4-BE49-F238E27FC236}">
                      <a16:creationId xmlns:a16="http://schemas.microsoft.com/office/drawing/2014/main" id="{933C7FD8-995D-8E00-12FD-82A82C58066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262587" y="4827745"/>
                  <a:ext cx="417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8" name="Encre 77">
                  <a:extLst>
                    <a:ext uri="{FF2B5EF4-FFF2-40B4-BE49-F238E27FC236}">
                      <a16:creationId xmlns:a16="http://schemas.microsoft.com/office/drawing/2014/main" id="{9F7774E9-D226-B898-6278-BCD14ADD5BA8}"/>
                    </a:ext>
                  </a:extLst>
                </p14:cNvPr>
                <p14:cNvContentPartPr/>
                <p14:nvPr/>
              </p14:nvContentPartPr>
              <p14:xfrm>
                <a:off x="3271227" y="4832065"/>
                <a:ext cx="89280" cy="4680"/>
              </p14:xfrm>
            </p:contentPart>
          </mc:Choice>
          <mc:Fallback xmlns="">
            <p:pic>
              <p:nvPicPr>
                <p:cNvPr id="78" name="Encre 77">
                  <a:extLst>
                    <a:ext uri="{FF2B5EF4-FFF2-40B4-BE49-F238E27FC236}">
                      <a16:creationId xmlns:a16="http://schemas.microsoft.com/office/drawing/2014/main" id="{9F7774E9-D226-B898-6278-BCD14ADD5BA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62587" y="4823425"/>
                  <a:ext cx="1069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5" name="Encre 84">
                  <a:extLst>
                    <a:ext uri="{FF2B5EF4-FFF2-40B4-BE49-F238E27FC236}">
                      <a16:creationId xmlns:a16="http://schemas.microsoft.com/office/drawing/2014/main" id="{FD440D50-5027-32FA-12AB-8EF8EAA0475D}"/>
                    </a:ext>
                  </a:extLst>
                </p14:cNvPr>
                <p14:cNvContentPartPr/>
                <p14:nvPr/>
              </p14:nvContentPartPr>
              <p14:xfrm>
                <a:off x="2855427" y="4406185"/>
                <a:ext cx="7560" cy="360"/>
              </p14:xfrm>
            </p:contentPart>
          </mc:Choice>
          <mc:Fallback xmlns="">
            <p:pic>
              <p:nvPicPr>
                <p:cNvPr id="85" name="Encre 84">
                  <a:extLst>
                    <a:ext uri="{FF2B5EF4-FFF2-40B4-BE49-F238E27FC236}">
                      <a16:creationId xmlns:a16="http://schemas.microsoft.com/office/drawing/2014/main" id="{FD440D50-5027-32FA-12AB-8EF8EAA0475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846427" y="4397185"/>
                  <a:ext cx="25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6" name="Encre 85">
                  <a:extLst>
                    <a:ext uri="{FF2B5EF4-FFF2-40B4-BE49-F238E27FC236}">
                      <a16:creationId xmlns:a16="http://schemas.microsoft.com/office/drawing/2014/main" id="{8283DC7F-E21C-4B0A-556E-A1D688021BAC}"/>
                    </a:ext>
                  </a:extLst>
                </p14:cNvPr>
                <p14:cNvContentPartPr/>
                <p14:nvPr/>
              </p14:nvContentPartPr>
              <p14:xfrm>
                <a:off x="3004107" y="4392865"/>
                <a:ext cx="69480" cy="4680"/>
              </p14:xfrm>
            </p:contentPart>
          </mc:Choice>
          <mc:Fallback xmlns="">
            <p:pic>
              <p:nvPicPr>
                <p:cNvPr id="86" name="Encre 85">
                  <a:extLst>
                    <a:ext uri="{FF2B5EF4-FFF2-40B4-BE49-F238E27FC236}">
                      <a16:creationId xmlns:a16="http://schemas.microsoft.com/office/drawing/2014/main" id="{8283DC7F-E21C-4B0A-556E-A1D688021BA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95467" y="4384225"/>
                  <a:ext cx="87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7" name="Encre 86">
                  <a:extLst>
                    <a:ext uri="{FF2B5EF4-FFF2-40B4-BE49-F238E27FC236}">
                      <a16:creationId xmlns:a16="http://schemas.microsoft.com/office/drawing/2014/main" id="{E1E6CA09-A6FC-3A35-98A7-84C59E1A91C0}"/>
                    </a:ext>
                  </a:extLst>
                </p14:cNvPr>
                <p14:cNvContentPartPr/>
                <p14:nvPr/>
              </p14:nvContentPartPr>
              <p14:xfrm>
                <a:off x="3225867" y="4393945"/>
                <a:ext cx="27720" cy="5760"/>
              </p14:xfrm>
            </p:contentPart>
          </mc:Choice>
          <mc:Fallback xmlns="">
            <p:pic>
              <p:nvPicPr>
                <p:cNvPr id="87" name="Encre 86">
                  <a:extLst>
                    <a:ext uri="{FF2B5EF4-FFF2-40B4-BE49-F238E27FC236}">
                      <a16:creationId xmlns:a16="http://schemas.microsoft.com/office/drawing/2014/main" id="{E1E6CA09-A6FC-3A35-98A7-84C59E1A91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16867" y="4385305"/>
                  <a:ext cx="45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8" name="Encre 87">
                  <a:extLst>
                    <a:ext uri="{FF2B5EF4-FFF2-40B4-BE49-F238E27FC236}">
                      <a16:creationId xmlns:a16="http://schemas.microsoft.com/office/drawing/2014/main" id="{C4E9D9AF-CEF5-3ADD-468A-FCC625E23841}"/>
                    </a:ext>
                  </a:extLst>
                </p14:cNvPr>
                <p14:cNvContentPartPr/>
                <p14:nvPr/>
              </p14:nvContentPartPr>
              <p14:xfrm>
                <a:off x="3374907" y="4379905"/>
                <a:ext cx="360" cy="360"/>
              </p14:xfrm>
            </p:contentPart>
          </mc:Choice>
          <mc:Fallback xmlns="">
            <p:pic>
              <p:nvPicPr>
                <p:cNvPr id="88" name="Encre 87">
                  <a:extLst>
                    <a:ext uri="{FF2B5EF4-FFF2-40B4-BE49-F238E27FC236}">
                      <a16:creationId xmlns:a16="http://schemas.microsoft.com/office/drawing/2014/main" id="{C4E9D9AF-CEF5-3ADD-468A-FCC625E2384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365907" y="437126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5" name="Encre 54">
                  <a:extLst>
                    <a:ext uri="{FF2B5EF4-FFF2-40B4-BE49-F238E27FC236}">
                      <a16:creationId xmlns:a16="http://schemas.microsoft.com/office/drawing/2014/main" id="{93BF8887-CD6A-AF5E-EE6B-DCC72B905C37}"/>
                    </a:ext>
                  </a:extLst>
                </p14:cNvPr>
                <p14:cNvContentPartPr/>
                <p14:nvPr/>
              </p14:nvContentPartPr>
              <p14:xfrm>
                <a:off x="2537547" y="4163185"/>
                <a:ext cx="360" cy="360"/>
              </p14:xfrm>
            </p:contentPart>
          </mc:Choice>
          <mc:Fallback xmlns="">
            <p:pic>
              <p:nvPicPr>
                <p:cNvPr id="55" name="Encre 54">
                  <a:extLst>
                    <a:ext uri="{FF2B5EF4-FFF2-40B4-BE49-F238E27FC236}">
                      <a16:creationId xmlns:a16="http://schemas.microsoft.com/office/drawing/2014/main" id="{93BF8887-CD6A-AF5E-EE6B-DCC72B905C3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528907" y="415418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6" name="Encre 55">
                  <a:extLst>
                    <a:ext uri="{FF2B5EF4-FFF2-40B4-BE49-F238E27FC236}">
                      <a16:creationId xmlns:a16="http://schemas.microsoft.com/office/drawing/2014/main" id="{C0255B2C-1690-9306-C119-B52BBD7384F5}"/>
                    </a:ext>
                  </a:extLst>
                </p14:cNvPr>
                <p14:cNvContentPartPr/>
                <p14:nvPr/>
              </p14:nvContentPartPr>
              <p14:xfrm>
                <a:off x="2537547" y="4163185"/>
                <a:ext cx="25920" cy="47160"/>
              </p14:xfrm>
            </p:contentPart>
          </mc:Choice>
          <mc:Fallback xmlns="">
            <p:pic>
              <p:nvPicPr>
                <p:cNvPr id="56" name="Encre 55">
                  <a:extLst>
                    <a:ext uri="{FF2B5EF4-FFF2-40B4-BE49-F238E27FC236}">
                      <a16:creationId xmlns:a16="http://schemas.microsoft.com/office/drawing/2014/main" id="{C0255B2C-1690-9306-C119-B52BBD7384F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528907" y="4154185"/>
                  <a:ext cx="43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9" name="Encre 88">
                  <a:extLst>
                    <a:ext uri="{FF2B5EF4-FFF2-40B4-BE49-F238E27FC236}">
                      <a16:creationId xmlns:a16="http://schemas.microsoft.com/office/drawing/2014/main" id="{607FCA0B-7100-B62E-EE1D-2FEC7428D4E6}"/>
                    </a:ext>
                  </a:extLst>
                </p14:cNvPr>
                <p14:cNvContentPartPr/>
                <p14:nvPr/>
              </p14:nvContentPartPr>
              <p14:xfrm>
                <a:off x="2548347" y="4191625"/>
                <a:ext cx="65880" cy="360"/>
              </p14:xfrm>
            </p:contentPart>
          </mc:Choice>
          <mc:Fallback xmlns="">
            <p:pic>
              <p:nvPicPr>
                <p:cNvPr id="89" name="Encre 88">
                  <a:extLst>
                    <a:ext uri="{FF2B5EF4-FFF2-40B4-BE49-F238E27FC236}">
                      <a16:creationId xmlns:a16="http://schemas.microsoft.com/office/drawing/2014/main" id="{607FCA0B-7100-B62E-EE1D-2FEC7428D4E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539707" y="4182625"/>
                  <a:ext cx="83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0" name="Encre 89">
                  <a:extLst>
                    <a:ext uri="{FF2B5EF4-FFF2-40B4-BE49-F238E27FC236}">
                      <a16:creationId xmlns:a16="http://schemas.microsoft.com/office/drawing/2014/main" id="{BA0596D3-8E0F-9896-17F6-47EBA2D6FCC6}"/>
                    </a:ext>
                  </a:extLst>
                </p14:cNvPr>
                <p14:cNvContentPartPr/>
                <p14:nvPr/>
              </p14:nvContentPartPr>
              <p14:xfrm>
                <a:off x="2789907" y="4178305"/>
                <a:ext cx="78480" cy="2520"/>
              </p14:xfrm>
            </p:contentPart>
          </mc:Choice>
          <mc:Fallback xmlns="">
            <p:pic>
              <p:nvPicPr>
                <p:cNvPr id="90" name="Encre 89">
                  <a:extLst>
                    <a:ext uri="{FF2B5EF4-FFF2-40B4-BE49-F238E27FC236}">
                      <a16:creationId xmlns:a16="http://schemas.microsoft.com/office/drawing/2014/main" id="{BA0596D3-8E0F-9896-17F6-47EBA2D6FCC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781267" y="4169665"/>
                  <a:ext cx="961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1" name="Encre 90">
                  <a:extLst>
                    <a:ext uri="{FF2B5EF4-FFF2-40B4-BE49-F238E27FC236}">
                      <a16:creationId xmlns:a16="http://schemas.microsoft.com/office/drawing/2014/main" id="{C24FBC6D-8F74-CC79-6FCD-27E979749021}"/>
                    </a:ext>
                  </a:extLst>
                </p14:cNvPr>
                <p14:cNvContentPartPr/>
                <p14:nvPr/>
              </p14:nvContentPartPr>
              <p14:xfrm>
                <a:off x="2973507" y="4165345"/>
                <a:ext cx="87480" cy="3600"/>
              </p14:xfrm>
            </p:contentPart>
          </mc:Choice>
          <mc:Fallback xmlns="">
            <p:pic>
              <p:nvPicPr>
                <p:cNvPr id="91" name="Encre 90">
                  <a:extLst>
                    <a:ext uri="{FF2B5EF4-FFF2-40B4-BE49-F238E27FC236}">
                      <a16:creationId xmlns:a16="http://schemas.microsoft.com/office/drawing/2014/main" id="{C24FBC6D-8F74-CC79-6FCD-27E97974902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964507" y="4156345"/>
                  <a:ext cx="1051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2" name="Encre 91">
                  <a:extLst>
                    <a:ext uri="{FF2B5EF4-FFF2-40B4-BE49-F238E27FC236}">
                      <a16:creationId xmlns:a16="http://schemas.microsoft.com/office/drawing/2014/main" id="{5795D6A4-BEBC-22F5-05B0-52F108B527B8}"/>
                    </a:ext>
                  </a:extLst>
                </p14:cNvPr>
                <p14:cNvContentPartPr/>
                <p14:nvPr/>
              </p14:nvContentPartPr>
              <p14:xfrm>
                <a:off x="3163947" y="4150225"/>
                <a:ext cx="22320" cy="6840"/>
              </p14:xfrm>
            </p:contentPart>
          </mc:Choice>
          <mc:Fallback xmlns="">
            <p:pic>
              <p:nvPicPr>
                <p:cNvPr id="92" name="Encre 91">
                  <a:extLst>
                    <a:ext uri="{FF2B5EF4-FFF2-40B4-BE49-F238E27FC236}">
                      <a16:creationId xmlns:a16="http://schemas.microsoft.com/office/drawing/2014/main" id="{5795D6A4-BEBC-22F5-05B0-52F108B527B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155307" y="4141225"/>
                  <a:ext cx="39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3" name="Encre 92">
                  <a:extLst>
                    <a:ext uri="{FF2B5EF4-FFF2-40B4-BE49-F238E27FC236}">
                      <a16:creationId xmlns:a16="http://schemas.microsoft.com/office/drawing/2014/main" id="{922DF0FE-4BF3-85FE-379E-98A6E09985DB}"/>
                    </a:ext>
                  </a:extLst>
                </p14:cNvPr>
                <p14:cNvContentPartPr/>
                <p14:nvPr/>
              </p14:nvContentPartPr>
              <p14:xfrm>
                <a:off x="3302187" y="4149145"/>
                <a:ext cx="360" cy="360"/>
              </p14:xfrm>
            </p:contentPart>
          </mc:Choice>
          <mc:Fallback xmlns="">
            <p:pic>
              <p:nvPicPr>
                <p:cNvPr id="93" name="Encre 92">
                  <a:extLst>
                    <a:ext uri="{FF2B5EF4-FFF2-40B4-BE49-F238E27FC236}">
                      <a16:creationId xmlns:a16="http://schemas.microsoft.com/office/drawing/2014/main" id="{922DF0FE-4BF3-85FE-379E-98A6E09985D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293187" y="414014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48" name="Encre 47">
                  <a:extLst>
                    <a:ext uri="{FF2B5EF4-FFF2-40B4-BE49-F238E27FC236}">
                      <a16:creationId xmlns:a16="http://schemas.microsoft.com/office/drawing/2014/main" id="{5D855712-38BD-B398-8647-C1C960715152}"/>
                    </a:ext>
                  </a:extLst>
                </p14:cNvPr>
                <p14:cNvContentPartPr/>
                <p14:nvPr/>
              </p14:nvContentPartPr>
              <p14:xfrm>
                <a:off x="2109147" y="4402945"/>
                <a:ext cx="3600" cy="13320"/>
              </p14:xfrm>
            </p:contentPart>
          </mc:Choice>
          <mc:Fallback xmlns="">
            <p:pic>
              <p:nvPicPr>
                <p:cNvPr id="48" name="Encre 47">
                  <a:extLst>
                    <a:ext uri="{FF2B5EF4-FFF2-40B4-BE49-F238E27FC236}">
                      <a16:creationId xmlns:a16="http://schemas.microsoft.com/office/drawing/2014/main" id="{5D855712-38BD-B398-8647-C1C96071515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100147" y="4393945"/>
                  <a:ext cx="212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49" name="Encre 48">
                  <a:extLst>
                    <a:ext uri="{FF2B5EF4-FFF2-40B4-BE49-F238E27FC236}">
                      <a16:creationId xmlns:a16="http://schemas.microsoft.com/office/drawing/2014/main" id="{B98280C6-73AA-3CE7-4451-8381A7E5B5B5}"/>
                    </a:ext>
                  </a:extLst>
                </p14:cNvPr>
                <p14:cNvContentPartPr/>
                <p14:nvPr/>
              </p14:nvContentPartPr>
              <p14:xfrm>
                <a:off x="2119947" y="4486825"/>
                <a:ext cx="2160" cy="17640"/>
              </p14:xfrm>
            </p:contentPart>
          </mc:Choice>
          <mc:Fallback xmlns="">
            <p:pic>
              <p:nvPicPr>
                <p:cNvPr id="49" name="Encre 48">
                  <a:extLst>
                    <a:ext uri="{FF2B5EF4-FFF2-40B4-BE49-F238E27FC236}">
                      <a16:creationId xmlns:a16="http://schemas.microsoft.com/office/drawing/2014/main" id="{B98280C6-73AA-3CE7-4451-8381A7E5B5B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110947" y="4477825"/>
                  <a:ext cx="19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50" name="Encre 49">
                  <a:extLst>
                    <a:ext uri="{FF2B5EF4-FFF2-40B4-BE49-F238E27FC236}">
                      <a16:creationId xmlns:a16="http://schemas.microsoft.com/office/drawing/2014/main" id="{9DFBDEF4-8E5E-4C23-384D-5044C93DB538}"/>
                    </a:ext>
                  </a:extLst>
                </p14:cNvPr>
                <p14:cNvContentPartPr/>
                <p14:nvPr/>
              </p14:nvContentPartPr>
              <p14:xfrm>
                <a:off x="2141547" y="4569625"/>
                <a:ext cx="11160" cy="19800"/>
              </p14:xfrm>
            </p:contentPart>
          </mc:Choice>
          <mc:Fallback xmlns="">
            <p:pic>
              <p:nvPicPr>
                <p:cNvPr id="50" name="Encre 49">
                  <a:extLst>
                    <a:ext uri="{FF2B5EF4-FFF2-40B4-BE49-F238E27FC236}">
                      <a16:creationId xmlns:a16="http://schemas.microsoft.com/office/drawing/2014/main" id="{9DFBDEF4-8E5E-4C23-384D-5044C93DB53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132907" y="4560625"/>
                  <a:ext cx="28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51" name="Encre 50">
                  <a:extLst>
                    <a:ext uri="{FF2B5EF4-FFF2-40B4-BE49-F238E27FC236}">
                      <a16:creationId xmlns:a16="http://schemas.microsoft.com/office/drawing/2014/main" id="{4D3BD3EE-381A-DB31-0638-B920DE5117A3}"/>
                    </a:ext>
                  </a:extLst>
                </p14:cNvPr>
                <p14:cNvContentPartPr/>
                <p14:nvPr/>
              </p14:nvContentPartPr>
              <p14:xfrm>
                <a:off x="2170707" y="4667545"/>
                <a:ext cx="360" cy="42840"/>
              </p14:xfrm>
            </p:contentPart>
          </mc:Choice>
          <mc:Fallback xmlns="">
            <p:pic>
              <p:nvPicPr>
                <p:cNvPr id="51" name="Encre 50">
                  <a:extLst>
                    <a:ext uri="{FF2B5EF4-FFF2-40B4-BE49-F238E27FC236}">
                      <a16:creationId xmlns:a16="http://schemas.microsoft.com/office/drawing/2014/main" id="{4D3BD3EE-381A-DB31-0638-B920DE5117A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162067" y="4658905"/>
                  <a:ext cx="18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52" name="Encre 51">
                  <a:extLst>
                    <a:ext uri="{FF2B5EF4-FFF2-40B4-BE49-F238E27FC236}">
                      <a16:creationId xmlns:a16="http://schemas.microsoft.com/office/drawing/2014/main" id="{60136433-C613-C937-6928-19629067CCE2}"/>
                    </a:ext>
                  </a:extLst>
                </p14:cNvPr>
                <p14:cNvContentPartPr/>
                <p14:nvPr/>
              </p14:nvContentPartPr>
              <p14:xfrm>
                <a:off x="2172507" y="4812625"/>
                <a:ext cx="16560" cy="28800"/>
              </p14:xfrm>
            </p:contentPart>
          </mc:Choice>
          <mc:Fallback xmlns="">
            <p:pic>
              <p:nvPicPr>
                <p:cNvPr id="52" name="Encre 51">
                  <a:extLst>
                    <a:ext uri="{FF2B5EF4-FFF2-40B4-BE49-F238E27FC236}">
                      <a16:creationId xmlns:a16="http://schemas.microsoft.com/office/drawing/2014/main" id="{60136433-C613-C937-6928-19629067CCE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163867" y="4803625"/>
                  <a:ext cx="342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53" name="Encre 52">
                  <a:extLst>
                    <a:ext uri="{FF2B5EF4-FFF2-40B4-BE49-F238E27FC236}">
                      <a16:creationId xmlns:a16="http://schemas.microsoft.com/office/drawing/2014/main" id="{B6063C54-8E7D-EFB7-0C73-13F366F0CF55}"/>
                    </a:ext>
                  </a:extLst>
                </p14:cNvPr>
                <p14:cNvContentPartPr/>
                <p14:nvPr/>
              </p14:nvContentPartPr>
              <p14:xfrm>
                <a:off x="2152707" y="4942225"/>
                <a:ext cx="360" cy="360"/>
              </p14:xfrm>
            </p:contentPart>
          </mc:Choice>
          <mc:Fallback xmlns="">
            <p:pic>
              <p:nvPicPr>
                <p:cNvPr id="53" name="Encre 52">
                  <a:extLst>
                    <a:ext uri="{FF2B5EF4-FFF2-40B4-BE49-F238E27FC236}">
                      <a16:creationId xmlns:a16="http://schemas.microsoft.com/office/drawing/2014/main" id="{B6063C54-8E7D-EFB7-0C73-13F366F0CF5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143707" y="493322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4" name="Encre 53">
                  <a:extLst>
                    <a:ext uri="{FF2B5EF4-FFF2-40B4-BE49-F238E27FC236}">
                      <a16:creationId xmlns:a16="http://schemas.microsoft.com/office/drawing/2014/main" id="{1F58F381-3E83-6047-548C-0A35394D42D4}"/>
                    </a:ext>
                  </a:extLst>
                </p14:cNvPr>
                <p14:cNvContentPartPr/>
                <p14:nvPr/>
              </p14:nvContentPartPr>
              <p14:xfrm>
                <a:off x="2118147" y="5050945"/>
                <a:ext cx="29520" cy="49320"/>
              </p14:xfrm>
            </p:contentPart>
          </mc:Choice>
          <mc:Fallback xmlns="">
            <p:pic>
              <p:nvPicPr>
                <p:cNvPr id="54" name="Encre 53">
                  <a:extLst>
                    <a:ext uri="{FF2B5EF4-FFF2-40B4-BE49-F238E27FC236}">
                      <a16:creationId xmlns:a16="http://schemas.microsoft.com/office/drawing/2014/main" id="{1F58F381-3E83-6047-548C-0A35394D42D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09147" y="5042305"/>
                  <a:ext cx="47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7" name="Encre 56">
                  <a:extLst>
                    <a:ext uri="{FF2B5EF4-FFF2-40B4-BE49-F238E27FC236}">
                      <a16:creationId xmlns:a16="http://schemas.microsoft.com/office/drawing/2014/main" id="{C4E8F7E1-E943-D688-93B6-ED70F9BA5318}"/>
                    </a:ext>
                  </a:extLst>
                </p14:cNvPr>
                <p14:cNvContentPartPr/>
                <p14:nvPr/>
              </p14:nvContentPartPr>
              <p14:xfrm>
                <a:off x="2582907" y="4325545"/>
                <a:ext cx="3960" cy="54720"/>
              </p14:xfrm>
            </p:contentPart>
          </mc:Choice>
          <mc:Fallback xmlns="">
            <p:pic>
              <p:nvPicPr>
                <p:cNvPr id="57" name="Encre 56">
                  <a:extLst>
                    <a:ext uri="{FF2B5EF4-FFF2-40B4-BE49-F238E27FC236}">
                      <a16:creationId xmlns:a16="http://schemas.microsoft.com/office/drawing/2014/main" id="{C4E8F7E1-E943-D688-93B6-ED70F9BA531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74267" y="4316545"/>
                  <a:ext cx="216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8" name="Encre 57">
                  <a:extLst>
                    <a:ext uri="{FF2B5EF4-FFF2-40B4-BE49-F238E27FC236}">
                      <a16:creationId xmlns:a16="http://schemas.microsoft.com/office/drawing/2014/main" id="{79430D70-69AF-6220-6DA0-984672493660}"/>
                    </a:ext>
                  </a:extLst>
                </p14:cNvPr>
                <p14:cNvContentPartPr/>
                <p14:nvPr/>
              </p14:nvContentPartPr>
              <p14:xfrm>
                <a:off x="2603067" y="4505185"/>
                <a:ext cx="2160" cy="41760"/>
              </p14:xfrm>
            </p:contentPart>
          </mc:Choice>
          <mc:Fallback xmlns="">
            <p:pic>
              <p:nvPicPr>
                <p:cNvPr id="58" name="Encre 57">
                  <a:extLst>
                    <a:ext uri="{FF2B5EF4-FFF2-40B4-BE49-F238E27FC236}">
                      <a16:creationId xmlns:a16="http://schemas.microsoft.com/office/drawing/2014/main" id="{79430D70-69AF-6220-6DA0-98467249366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594067" y="4496545"/>
                  <a:ext cx="19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9" name="Encre 58">
                  <a:extLst>
                    <a:ext uri="{FF2B5EF4-FFF2-40B4-BE49-F238E27FC236}">
                      <a16:creationId xmlns:a16="http://schemas.microsoft.com/office/drawing/2014/main" id="{49575F2D-5736-D6C6-02D4-8EC1153C7E22}"/>
                    </a:ext>
                  </a:extLst>
                </p14:cNvPr>
                <p14:cNvContentPartPr/>
                <p14:nvPr/>
              </p14:nvContentPartPr>
              <p14:xfrm>
                <a:off x="2591907" y="4663225"/>
                <a:ext cx="7560" cy="24480"/>
              </p14:xfrm>
            </p:contentPart>
          </mc:Choice>
          <mc:Fallback xmlns="">
            <p:pic>
              <p:nvPicPr>
                <p:cNvPr id="59" name="Encre 58">
                  <a:extLst>
                    <a:ext uri="{FF2B5EF4-FFF2-40B4-BE49-F238E27FC236}">
                      <a16:creationId xmlns:a16="http://schemas.microsoft.com/office/drawing/2014/main" id="{49575F2D-5736-D6C6-02D4-8EC1153C7E2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583267" y="4654585"/>
                  <a:ext cx="252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0" name="Encre 59">
                  <a:extLst>
                    <a:ext uri="{FF2B5EF4-FFF2-40B4-BE49-F238E27FC236}">
                      <a16:creationId xmlns:a16="http://schemas.microsoft.com/office/drawing/2014/main" id="{09734185-C6E9-CE54-A2A4-724AD0169A08}"/>
                    </a:ext>
                  </a:extLst>
                </p14:cNvPr>
                <p14:cNvContentPartPr/>
                <p14:nvPr/>
              </p14:nvContentPartPr>
              <p14:xfrm>
                <a:off x="2593707" y="4780945"/>
                <a:ext cx="360" cy="24480"/>
              </p14:xfrm>
            </p:contentPart>
          </mc:Choice>
          <mc:Fallback xmlns="">
            <p:pic>
              <p:nvPicPr>
                <p:cNvPr id="60" name="Encre 59">
                  <a:extLst>
                    <a:ext uri="{FF2B5EF4-FFF2-40B4-BE49-F238E27FC236}">
                      <a16:creationId xmlns:a16="http://schemas.microsoft.com/office/drawing/2014/main" id="{09734185-C6E9-CE54-A2A4-724AD0169A0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585067" y="4771945"/>
                  <a:ext cx="180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61" name="Encre 60">
                  <a:extLst>
                    <a:ext uri="{FF2B5EF4-FFF2-40B4-BE49-F238E27FC236}">
                      <a16:creationId xmlns:a16="http://schemas.microsoft.com/office/drawing/2014/main" id="{ED32C050-BC76-495A-4C4A-1A5071B61A32}"/>
                    </a:ext>
                  </a:extLst>
                </p14:cNvPr>
                <p14:cNvContentPartPr/>
                <p14:nvPr/>
              </p14:nvContentPartPr>
              <p14:xfrm>
                <a:off x="2606667" y="4908385"/>
                <a:ext cx="360" cy="360"/>
              </p14:xfrm>
            </p:contentPart>
          </mc:Choice>
          <mc:Fallback xmlns="">
            <p:pic>
              <p:nvPicPr>
                <p:cNvPr id="61" name="Encre 60">
                  <a:extLst>
                    <a:ext uri="{FF2B5EF4-FFF2-40B4-BE49-F238E27FC236}">
                      <a16:creationId xmlns:a16="http://schemas.microsoft.com/office/drawing/2014/main" id="{ED32C050-BC76-495A-4C4A-1A5071B61A3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597667" y="489974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62" name="Encre 61">
                  <a:extLst>
                    <a:ext uri="{FF2B5EF4-FFF2-40B4-BE49-F238E27FC236}">
                      <a16:creationId xmlns:a16="http://schemas.microsoft.com/office/drawing/2014/main" id="{ED68C79E-380F-F042-616B-AF8C47FB960B}"/>
                    </a:ext>
                  </a:extLst>
                </p14:cNvPr>
                <p14:cNvContentPartPr/>
                <p14:nvPr/>
              </p14:nvContentPartPr>
              <p14:xfrm>
                <a:off x="2621067" y="5043385"/>
                <a:ext cx="360" cy="360"/>
              </p14:xfrm>
            </p:contentPart>
          </mc:Choice>
          <mc:Fallback xmlns="">
            <p:pic>
              <p:nvPicPr>
                <p:cNvPr id="62" name="Encre 61">
                  <a:extLst>
                    <a:ext uri="{FF2B5EF4-FFF2-40B4-BE49-F238E27FC236}">
                      <a16:creationId xmlns:a16="http://schemas.microsoft.com/office/drawing/2014/main" id="{ED68C79E-380F-F042-616B-AF8C47FB960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612427" y="503474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2" name="Encre 71">
                  <a:extLst>
                    <a:ext uri="{FF2B5EF4-FFF2-40B4-BE49-F238E27FC236}">
                      <a16:creationId xmlns:a16="http://schemas.microsoft.com/office/drawing/2014/main" id="{E4346219-6BBF-F7C9-B0F3-ED9D5940CCC3}"/>
                    </a:ext>
                  </a:extLst>
                </p14:cNvPr>
                <p14:cNvContentPartPr/>
                <p14:nvPr/>
              </p14:nvContentPartPr>
              <p14:xfrm>
                <a:off x="1932747" y="4872745"/>
                <a:ext cx="136440" cy="10800"/>
              </p14:xfrm>
            </p:contentPart>
          </mc:Choice>
          <mc:Fallback xmlns="">
            <p:pic>
              <p:nvPicPr>
                <p:cNvPr id="72" name="Encre 71">
                  <a:extLst>
                    <a:ext uri="{FF2B5EF4-FFF2-40B4-BE49-F238E27FC236}">
                      <a16:creationId xmlns:a16="http://schemas.microsoft.com/office/drawing/2014/main" id="{E4346219-6BBF-F7C9-B0F3-ED9D5940CCC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924107" y="4864105"/>
                  <a:ext cx="154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3" name="Encre 72">
                  <a:extLst>
                    <a:ext uri="{FF2B5EF4-FFF2-40B4-BE49-F238E27FC236}">
                      <a16:creationId xmlns:a16="http://schemas.microsoft.com/office/drawing/2014/main" id="{74363286-4868-1CE3-DFAE-81908A148ACF}"/>
                    </a:ext>
                  </a:extLst>
                </p14:cNvPr>
                <p14:cNvContentPartPr/>
                <p14:nvPr/>
              </p14:nvContentPartPr>
              <p14:xfrm>
                <a:off x="2238027" y="4869145"/>
                <a:ext cx="73080" cy="360"/>
              </p14:xfrm>
            </p:contentPart>
          </mc:Choice>
          <mc:Fallback xmlns="">
            <p:pic>
              <p:nvPicPr>
                <p:cNvPr id="73" name="Encre 72">
                  <a:extLst>
                    <a:ext uri="{FF2B5EF4-FFF2-40B4-BE49-F238E27FC236}">
                      <a16:creationId xmlns:a16="http://schemas.microsoft.com/office/drawing/2014/main" id="{74363286-4868-1CE3-DFAE-81908A148AC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229027" y="4860505"/>
                  <a:ext cx="90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4" name="Encre 73">
                  <a:extLst>
                    <a:ext uri="{FF2B5EF4-FFF2-40B4-BE49-F238E27FC236}">
                      <a16:creationId xmlns:a16="http://schemas.microsoft.com/office/drawing/2014/main" id="{7F92577A-9D78-A7AC-9458-CB4DC3777400}"/>
                    </a:ext>
                  </a:extLst>
                </p14:cNvPr>
                <p14:cNvContentPartPr/>
                <p14:nvPr/>
              </p14:nvContentPartPr>
              <p14:xfrm>
                <a:off x="2517747" y="4858345"/>
                <a:ext cx="40320" cy="5760"/>
              </p14:xfrm>
            </p:contentPart>
          </mc:Choice>
          <mc:Fallback xmlns="">
            <p:pic>
              <p:nvPicPr>
                <p:cNvPr id="74" name="Encre 73">
                  <a:extLst>
                    <a:ext uri="{FF2B5EF4-FFF2-40B4-BE49-F238E27FC236}">
                      <a16:creationId xmlns:a16="http://schemas.microsoft.com/office/drawing/2014/main" id="{7F92577A-9D78-A7AC-9458-CB4DC377740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08747" y="4849345"/>
                  <a:ext cx="57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1" name="Encre 80">
                  <a:extLst>
                    <a:ext uri="{FF2B5EF4-FFF2-40B4-BE49-F238E27FC236}">
                      <a16:creationId xmlns:a16="http://schemas.microsoft.com/office/drawing/2014/main" id="{5122C59A-BCA3-019A-7B3C-2C87B2586D6E}"/>
                    </a:ext>
                  </a:extLst>
                </p14:cNvPr>
                <p14:cNvContentPartPr/>
                <p14:nvPr/>
              </p14:nvContentPartPr>
              <p14:xfrm>
                <a:off x="1932747" y="4460545"/>
                <a:ext cx="69480" cy="360"/>
              </p14:xfrm>
            </p:contentPart>
          </mc:Choice>
          <mc:Fallback xmlns="">
            <p:pic>
              <p:nvPicPr>
                <p:cNvPr id="81" name="Encre 80">
                  <a:extLst>
                    <a:ext uri="{FF2B5EF4-FFF2-40B4-BE49-F238E27FC236}">
                      <a16:creationId xmlns:a16="http://schemas.microsoft.com/office/drawing/2014/main" id="{5122C59A-BCA3-019A-7B3C-2C87B2586D6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924107" y="4451905"/>
                  <a:ext cx="87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2" name="Encre 81">
                  <a:extLst>
                    <a:ext uri="{FF2B5EF4-FFF2-40B4-BE49-F238E27FC236}">
                      <a16:creationId xmlns:a16="http://schemas.microsoft.com/office/drawing/2014/main" id="{0C3429B4-1364-967A-1B89-63FC0C4245A0}"/>
                    </a:ext>
                  </a:extLst>
                </p14:cNvPr>
                <p14:cNvContentPartPr/>
                <p14:nvPr/>
              </p14:nvContentPartPr>
              <p14:xfrm>
                <a:off x="2198067" y="4440025"/>
                <a:ext cx="62280" cy="360"/>
              </p14:xfrm>
            </p:contentPart>
          </mc:Choice>
          <mc:Fallback xmlns="">
            <p:pic>
              <p:nvPicPr>
                <p:cNvPr id="82" name="Encre 81">
                  <a:extLst>
                    <a:ext uri="{FF2B5EF4-FFF2-40B4-BE49-F238E27FC236}">
                      <a16:creationId xmlns:a16="http://schemas.microsoft.com/office/drawing/2014/main" id="{0C3429B4-1364-967A-1B89-63FC0C4245A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189067" y="4431025"/>
                  <a:ext cx="79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3" name="Encre 82">
                  <a:extLst>
                    <a:ext uri="{FF2B5EF4-FFF2-40B4-BE49-F238E27FC236}">
                      <a16:creationId xmlns:a16="http://schemas.microsoft.com/office/drawing/2014/main" id="{9885EC2F-3004-9C19-FE50-45231B5729A1}"/>
                    </a:ext>
                  </a:extLst>
                </p14:cNvPr>
                <p14:cNvContentPartPr/>
                <p14:nvPr/>
              </p14:nvContentPartPr>
              <p14:xfrm>
                <a:off x="2384907" y="4427785"/>
                <a:ext cx="80280" cy="360"/>
              </p14:xfrm>
            </p:contentPart>
          </mc:Choice>
          <mc:Fallback xmlns="">
            <p:pic>
              <p:nvPicPr>
                <p:cNvPr id="83" name="Encre 82">
                  <a:extLst>
                    <a:ext uri="{FF2B5EF4-FFF2-40B4-BE49-F238E27FC236}">
                      <a16:creationId xmlns:a16="http://schemas.microsoft.com/office/drawing/2014/main" id="{9885EC2F-3004-9C19-FE50-45231B5729A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76267" y="4419145"/>
                  <a:ext cx="97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4" name="Encre 83">
                  <a:extLst>
                    <a:ext uri="{FF2B5EF4-FFF2-40B4-BE49-F238E27FC236}">
                      <a16:creationId xmlns:a16="http://schemas.microsoft.com/office/drawing/2014/main" id="{C491D7E0-26E4-E315-D052-FE5243A0C4A6}"/>
                    </a:ext>
                  </a:extLst>
                </p14:cNvPr>
                <p14:cNvContentPartPr/>
                <p14:nvPr/>
              </p14:nvContentPartPr>
              <p14:xfrm>
                <a:off x="2591907" y="4410505"/>
                <a:ext cx="85680" cy="4680"/>
              </p14:xfrm>
            </p:contentPart>
          </mc:Choice>
          <mc:Fallback xmlns="">
            <p:pic>
              <p:nvPicPr>
                <p:cNvPr id="84" name="Encre 83">
                  <a:extLst>
                    <a:ext uri="{FF2B5EF4-FFF2-40B4-BE49-F238E27FC236}">
                      <a16:creationId xmlns:a16="http://schemas.microsoft.com/office/drawing/2014/main" id="{C491D7E0-26E4-E315-D052-FE5243A0C4A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583267" y="4401505"/>
                  <a:ext cx="1033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Encre 96">
                  <a:extLst>
                    <a:ext uri="{FF2B5EF4-FFF2-40B4-BE49-F238E27FC236}">
                      <a16:creationId xmlns:a16="http://schemas.microsoft.com/office/drawing/2014/main" id="{BF083D81-3153-0E53-8816-6635EC87BAA8}"/>
                    </a:ext>
                  </a:extLst>
                </p14:cNvPr>
                <p14:cNvContentPartPr/>
                <p14:nvPr/>
              </p14:nvContentPartPr>
              <p14:xfrm>
                <a:off x="1938147" y="4482145"/>
                <a:ext cx="363600" cy="69120"/>
              </p14:xfrm>
            </p:contentPart>
          </mc:Choice>
          <mc:Fallback xmlns="">
            <p:pic>
              <p:nvPicPr>
                <p:cNvPr id="97" name="Encre 96">
                  <a:extLst>
                    <a:ext uri="{FF2B5EF4-FFF2-40B4-BE49-F238E27FC236}">
                      <a16:creationId xmlns:a16="http://schemas.microsoft.com/office/drawing/2014/main" id="{BF083D81-3153-0E53-8816-6635EC87BAA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929507" y="4473505"/>
                  <a:ext cx="381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8" name="Encre 97">
                  <a:extLst>
                    <a:ext uri="{FF2B5EF4-FFF2-40B4-BE49-F238E27FC236}">
                      <a16:creationId xmlns:a16="http://schemas.microsoft.com/office/drawing/2014/main" id="{C33E251E-B948-E874-42BF-DDAFD8FF4776}"/>
                    </a:ext>
                  </a:extLst>
                </p14:cNvPr>
                <p14:cNvContentPartPr/>
                <p14:nvPr/>
              </p14:nvContentPartPr>
              <p14:xfrm>
                <a:off x="1932747" y="4540105"/>
                <a:ext cx="399960" cy="456840"/>
              </p14:xfrm>
            </p:contentPart>
          </mc:Choice>
          <mc:Fallback xmlns="">
            <p:pic>
              <p:nvPicPr>
                <p:cNvPr id="98" name="Encre 97">
                  <a:extLst>
                    <a:ext uri="{FF2B5EF4-FFF2-40B4-BE49-F238E27FC236}">
                      <a16:creationId xmlns:a16="http://schemas.microsoft.com/office/drawing/2014/main" id="{C33E251E-B948-E874-42BF-DDAFD8FF477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924107" y="4531105"/>
                  <a:ext cx="41760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9" name="Encre 98">
                  <a:extLst>
                    <a:ext uri="{FF2B5EF4-FFF2-40B4-BE49-F238E27FC236}">
                      <a16:creationId xmlns:a16="http://schemas.microsoft.com/office/drawing/2014/main" id="{54E368B3-B234-2458-55E4-C44063C795F6}"/>
                    </a:ext>
                  </a:extLst>
                </p14:cNvPr>
                <p14:cNvContentPartPr/>
                <p14:nvPr/>
              </p14:nvContentPartPr>
              <p14:xfrm>
                <a:off x="2352507" y="4463785"/>
                <a:ext cx="254520" cy="501840"/>
              </p14:xfrm>
            </p:contentPart>
          </mc:Choice>
          <mc:Fallback xmlns="">
            <p:pic>
              <p:nvPicPr>
                <p:cNvPr id="99" name="Encre 98">
                  <a:extLst>
                    <a:ext uri="{FF2B5EF4-FFF2-40B4-BE49-F238E27FC236}">
                      <a16:creationId xmlns:a16="http://schemas.microsoft.com/office/drawing/2014/main" id="{54E368B3-B234-2458-55E4-C44063C795F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343507" y="4455145"/>
                  <a:ext cx="27216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Encre 100">
                  <a:extLst>
                    <a:ext uri="{FF2B5EF4-FFF2-40B4-BE49-F238E27FC236}">
                      <a16:creationId xmlns:a16="http://schemas.microsoft.com/office/drawing/2014/main" id="{0E4A37A9-A721-F100-1F17-22E9C531CC78}"/>
                    </a:ext>
                  </a:extLst>
                </p14:cNvPr>
                <p14:cNvContentPartPr/>
                <p14:nvPr/>
              </p14:nvContentPartPr>
              <p14:xfrm>
                <a:off x="2582907" y="4246345"/>
                <a:ext cx="219960" cy="753840"/>
              </p14:xfrm>
            </p:contentPart>
          </mc:Choice>
          <mc:Fallback xmlns="">
            <p:pic>
              <p:nvPicPr>
                <p:cNvPr id="101" name="Encre 100">
                  <a:extLst>
                    <a:ext uri="{FF2B5EF4-FFF2-40B4-BE49-F238E27FC236}">
                      <a16:creationId xmlns:a16="http://schemas.microsoft.com/office/drawing/2014/main" id="{0E4A37A9-A721-F100-1F17-22E9C531CC7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74267" y="4237345"/>
                  <a:ext cx="237600" cy="7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Encre 101">
                  <a:extLst>
                    <a:ext uri="{FF2B5EF4-FFF2-40B4-BE49-F238E27FC236}">
                      <a16:creationId xmlns:a16="http://schemas.microsoft.com/office/drawing/2014/main" id="{AD7EE124-F60B-B796-4C73-AABA57067D37}"/>
                    </a:ext>
                  </a:extLst>
                </p14:cNvPr>
                <p14:cNvContentPartPr/>
                <p14:nvPr/>
              </p14:nvContentPartPr>
              <p14:xfrm>
                <a:off x="2862627" y="4252465"/>
                <a:ext cx="244800" cy="720720"/>
              </p14:xfrm>
            </p:contentPart>
          </mc:Choice>
          <mc:Fallback xmlns="">
            <p:pic>
              <p:nvPicPr>
                <p:cNvPr id="102" name="Encre 101">
                  <a:extLst>
                    <a:ext uri="{FF2B5EF4-FFF2-40B4-BE49-F238E27FC236}">
                      <a16:creationId xmlns:a16="http://schemas.microsoft.com/office/drawing/2014/main" id="{AD7EE124-F60B-B796-4C73-AABA57067D3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853627" y="4243825"/>
                  <a:ext cx="262440" cy="73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4" name="Encre 103">
                  <a:extLst>
                    <a:ext uri="{FF2B5EF4-FFF2-40B4-BE49-F238E27FC236}">
                      <a16:creationId xmlns:a16="http://schemas.microsoft.com/office/drawing/2014/main" id="{2EF48A12-456E-2EEA-4CDF-E01F9E5C3050}"/>
                    </a:ext>
                  </a:extLst>
                </p14:cNvPr>
                <p14:cNvContentPartPr/>
                <p14:nvPr/>
              </p14:nvContentPartPr>
              <p14:xfrm>
                <a:off x="3160347" y="4248145"/>
                <a:ext cx="79920" cy="42840"/>
              </p14:xfrm>
            </p:contentPart>
          </mc:Choice>
          <mc:Fallback xmlns="">
            <p:pic>
              <p:nvPicPr>
                <p:cNvPr id="104" name="Encre 103">
                  <a:extLst>
                    <a:ext uri="{FF2B5EF4-FFF2-40B4-BE49-F238E27FC236}">
                      <a16:creationId xmlns:a16="http://schemas.microsoft.com/office/drawing/2014/main" id="{2EF48A12-456E-2EEA-4CDF-E01F9E5C305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151707" y="4239145"/>
                  <a:ext cx="97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5" name="Encre 104">
                  <a:extLst>
                    <a:ext uri="{FF2B5EF4-FFF2-40B4-BE49-F238E27FC236}">
                      <a16:creationId xmlns:a16="http://schemas.microsoft.com/office/drawing/2014/main" id="{FABF1081-CCE1-94E2-886C-8EF7803A5BAE}"/>
                    </a:ext>
                  </a:extLst>
                </p14:cNvPr>
                <p14:cNvContentPartPr/>
                <p14:nvPr/>
              </p14:nvContentPartPr>
              <p14:xfrm>
                <a:off x="2126787" y="3962665"/>
                <a:ext cx="1180800" cy="1091880"/>
              </p14:xfrm>
            </p:contentPart>
          </mc:Choice>
          <mc:Fallback xmlns="">
            <p:pic>
              <p:nvPicPr>
                <p:cNvPr id="105" name="Encre 104">
                  <a:extLst>
                    <a:ext uri="{FF2B5EF4-FFF2-40B4-BE49-F238E27FC236}">
                      <a16:creationId xmlns:a16="http://schemas.microsoft.com/office/drawing/2014/main" id="{FABF1081-CCE1-94E2-886C-8EF7803A5BA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118147" y="3953665"/>
                  <a:ext cx="1198440" cy="110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7" name="Encre 106">
                <a:extLst>
                  <a:ext uri="{FF2B5EF4-FFF2-40B4-BE49-F238E27FC236}">
                    <a16:creationId xmlns:a16="http://schemas.microsoft.com/office/drawing/2014/main" id="{47A276BC-E9D9-2BBC-E2A2-1BEC4400DB04}"/>
                  </a:ext>
                </a:extLst>
              </p14:cNvPr>
              <p14:cNvContentPartPr/>
              <p14:nvPr/>
            </p14:nvContentPartPr>
            <p14:xfrm>
              <a:off x="6367587" y="4868065"/>
              <a:ext cx="33480" cy="360"/>
            </p14:xfrm>
          </p:contentPart>
        </mc:Choice>
        <mc:Fallback xmlns="">
          <p:pic>
            <p:nvPicPr>
              <p:cNvPr id="107" name="Encre 106">
                <a:extLst>
                  <a:ext uri="{FF2B5EF4-FFF2-40B4-BE49-F238E27FC236}">
                    <a16:creationId xmlns:a16="http://schemas.microsoft.com/office/drawing/2014/main" id="{47A276BC-E9D9-2BBC-E2A2-1BEC4400DB0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358587" y="4859425"/>
                <a:ext cx="5112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77A94D08-DD7F-F633-FFB3-200F088CE6F6}"/>
              </a:ext>
            </a:extLst>
          </p:cNvPr>
          <p:cNvGrpSpPr/>
          <p:nvPr/>
        </p:nvGrpSpPr>
        <p:grpSpPr>
          <a:xfrm>
            <a:off x="5032347" y="4415905"/>
            <a:ext cx="752400" cy="172440"/>
            <a:chOff x="5032347" y="4415905"/>
            <a:chExt cx="752400" cy="1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8" name="Encre 107">
                  <a:extLst>
                    <a:ext uri="{FF2B5EF4-FFF2-40B4-BE49-F238E27FC236}">
                      <a16:creationId xmlns:a16="http://schemas.microsoft.com/office/drawing/2014/main" id="{4983FF11-3613-6F43-D588-8BE2B3BD4E1F}"/>
                    </a:ext>
                  </a:extLst>
                </p14:cNvPr>
                <p14:cNvContentPartPr/>
                <p14:nvPr/>
              </p14:nvContentPartPr>
              <p14:xfrm>
                <a:off x="5032347" y="4415905"/>
                <a:ext cx="97200" cy="150840"/>
              </p14:xfrm>
            </p:contentPart>
          </mc:Choice>
          <mc:Fallback xmlns="">
            <p:pic>
              <p:nvPicPr>
                <p:cNvPr id="108" name="Encre 107">
                  <a:extLst>
                    <a:ext uri="{FF2B5EF4-FFF2-40B4-BE49-F238E27FC236}">
                      <a16:creationId xmlns:a16="http://schemas.microsoft.com/office/drawing/2014/main" id="{4983FF11-3613-6F43-D588-8BE2B3BD4E1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023347" y="4406905"/>
                  <a:ext cx="1148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9" name="Encre 108">
                  <a:extLst>
                    <a:ext uri="{FF2B5EF4-FFF2-40B4-BE49-F238E27FC236}">
                      <a16:creationId xmlns:a16="http://schemas.microsoft.com/office/drawing/2014/main" id="{9F1FC89D-7F50-ED78-5B07-B01FBE918216}"/>
                    </a:ext>
                  </a:extLst>
                </p14:cNvPr>
                <p14:cNvContentPartPr/>
                <p14:nvPr/>
              </p14:nvContentPartPr>
              <p14:xfrm>
                <a:off x="5179227" y="4433185"/>
                <a:ext cx="81000" cy="155160"/>
              </p14:xfrm>
            </p:contentPart>
          </mc:Choice>
          <mc:Fallback xmlns="">
            <p:pic>
              <p:nvPicPr>
                <p:cNvPr id="109" name="Encre 108">
                  <a:extLst>
                    <a:ext uri="{FF2B5EF4-FFF2-40B4-BE49-F238E27FC236}">
                      <a16:creationId xmlns:a16="http://schemas.microsoft.com/office/drawing/2014/main" id="{9F1FC89D-7F50-ED78-5B07-B01FBE91821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170227" y="4424545"/>
                  <a:ext cx="986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" name="Encre 109">
                  <a:extLst>
                    <a:ext uri="{FF2B5EF4-FFF2-40B4-BE49-F238E27FC236}">
                      <a16:creationId xmlns:a16="http://schemas.microsoft.com/office/drawing/2014/main" id="{D0D9CB65-83E2-5CDB-C5D9-5A14704497C1}"/>
                    </a:ext>
                  </a:extLst>
                </p14:cNvPr>
                <p14:cNvContentPartPr/>
                <p14:nvPr/>
              </p14:nvContentPartPr>
              <p14:xfrm>
                <a:off x="5341227" y="4494745"/>
                <a:ext cx="153000" cy="91080"/>
              </p14:xfrm>
            </p:contentPart>
          </mc:Choice>
          <mc:Fallback xmlns="">
            <p:pic>
              <p:nvPicPr>
                <p:cNvPr id="110" name="Encre 109">
                  <a:extLst>
                    <a:ext uri="{FF2B5EF4-FFF2-40B4-BE49-F238E27FC236}">
                      <a16:creationId xmlns:a16="http://schemas.microsoft.com/office/drawing/2014/main" id="{D0D9CB65-83E2-5CDB-C5D9-5A14704497C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332227" y="4485745"/>
                  <a:ext cx="1706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1" name="Encre 110">
                  <a:extLst>
                    <a:ext uri="{FF2B5EF4-FFF2-40B4-BE49-F238E27FC236}">
                      <a16:creationId xmlns:a16="http://schemas.microsoft.com/office/drawing/2014/main" id="{48379A5B-3206-1C57-5BA3-82614CA4A4F1}"/>
                    </a:ext>
                  </a:extLst>
                </p14:cNvPr>
                <p14:cNvContentPartPr/>
                <p14:nvPr/>
              </p14:nvContentPartPr>
              <p14:xfrm>
                <a:off x="5642907" y="4459465"/>
                <a:ext cx="141840" cy="102960"/>
              </p14:xfrm>
            </p:contentPart>
          </mc:Choice>
          <mc:Fallback xmlns="">
            <p:pic>
              <p:nvPicPr>
                <p:cNvPr id="111" name="Encre 110">
                  <a:extLst>
                    <a:ext uri="{FF2B5EF4-FFF2-40B4-BE49-F238E27FC236}">
                      <a16:creationId xmlns:a16="http://schemas.microsoft.com/office/drawing/2014/main" id="{48379A5B-3206-1C57-5BA3-82614CA4A4F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633907" y="4450825"/>
                  <a:ext cx="159480" cy="12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12" name="Encre 111">
                <a:extLst>
                  <a:ext uri="{FF2B5EF4-FFF2-40B4-BE49-F238E27FC236}">
                    <a16:creationId xmlns:a16="http://schemas.microsoft.com/office/drawing/2014/main" id="{A49FB9A5-0B43-8B75-AA75-0A0BF5D5386C}"/>
                  </a:ext>
                </a:extLst>
              </p14:cNvPr>
              <p14:cNvContentPartPr/>
              <p14:nvPr/>
            </p14:nvContentPartPr>
            <p14:xfrm>
              <a:off x="5993547" y="4402945"/>
              <a:ext cx="170640" cy="144360"/>
            </p14:xfrm>
          </p:contentPart>
        </mc:Choice>
        <mc:Fallback xmlns="">
          <p:pic>
            <p:nvPicPr>
              <p:cNvPr id="112" name="Encre 111">
                <a:extLst>
                  <a:ext uri="{FF2B5EF4-FFF2-40B4-BE49-F238E27FC236}">
                    <a16:creationId xmlns:a16="http://schemas.microsoft.com/office/drawing/2014/main" id="{A49FB9A5-0B43-8B75-AA75-0A0BF5D5386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984547" y="4393945"/>
                <a:ext cx="188280" cy="16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6B7C2A37-748B-E15D-372D-D24F9EED9B48}"/>
              </a:ext>
            </a:extLst>
          </p:cNvPr>
          <p:cNvGrpSpPr/>
          <p:nvPr/>
        </p:nvGrpSpPr>
        <p:grpSpPr>
          <a:xfrm>
            <a:off x="4733187" y="4960225"/>
            <a:ext cx="1803600" cy="212040"/>
            <a:chOff x="4733187" y="4960225"/>
            <a:chExt cx="1803600" cy="2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Encre 113">
                  <a:extLst>
                    <a:ext uri="{FF2B5EF4-FFF2-40B4-BE49-F238E27FC236}">
                      <a16:creationId xmlns:a16="http://schemas.microsoft.com/office/drawing/2014/main" id="{2A118351-1BF1-D81F-C3B3-AC6E36AB9B6A}"/>
                    </a:ext>
                  </a:extLst>
                </p14:cNvPr>
                <p14:cNvContentPartPr/>
                <p14:nvPr/>
              </p14:nvContentPartPr>
              <p14:xfrm>
                <a:off x="4733187" y="4970305"/>
                <a:ext cx="142200" cy="193320"/>
              </p14:xfrm>
            </p:contentPart>
          </mc:Choice>
          <mc:Fallback xmlns="">
            <p:pic>
              <p:nvPicPr>
                <p:cNvPr id="114" name="Encre 113">
                  <a:extLst>
                    <a:ext uri="{FF2B5EF4-FFF2-40B4-BE49-F238E27FC236}">
                      <a16:creationId xmlns:a16="http://schemas.microsoft.com/office/drawing/2014/main" id="{2A118351-1BF1-D81F-C3B3-AC6E36AB9B6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724187" y="4961665"/>
                  <a:ext cx="159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Encre 114">
                  <a:extLst>
                    <a:ext uri="{FF2B5EF4-FFF2-40B4-BE49-F238E27FC236}">
                      <a16:creationId xmlns:a16="http://schemas.microsoft.com/office/drawing/2014/main" id="{53109F37-F9A7-8990-3F0D-546B8B5FE6DA}"/>
                    </a:ext>
                  </a:extLst>
                </p14:cNvPr>
                <p14:cNvContentPartPr/>
                <p14:nvPr/>
              </p14:nvContentPartPr>
              <p14:xfrm>
                <a:off x="4860267" y="4972465"/>
                <a:ext cx="145440" cy="161640"/>
              </p14:xfrm>
            </p:contentPart>
          </mc:Choice>
          <mc:Fallback xmlns="">
            <p:pic>
              <p:nvPicPr>
                <p:cNvPr id="115" name="Encre 114">
                  <a:extLst>
                    <a:ext uri="{FF2B5EF4-FFF2-40B4-BE49-F238E27FC236}">
                      <a16:creationId xmlns:a16="http://schemas.microsoft.com/office/drawing/2014/main" id="{53109F37-F9A7-8990-3F0D-546B8B5FE6D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851267" y="4963825"/>
                  <a:ext cx="163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6" name="Encre 115">
                  <a:extLst>
                    <a:ext uri="{FF2B5EF4-FFF2-40B4-BE49-F238E27FC236}">
                      <a16:creationId xmlns:a16="http://schemas.microsoft.com/office/drawing/2014/main" id="{66C6E85E-05C1-20C2-FEC4-23F256A1B44F}"/>
                    </a:ext>
                  </a:extLst>
                </p14:cNvPr>
                <p14:cNvContentPartPr/>
                <p14:nvPr/>
              </p14:nvContentPartPr>
              <p14:xfrm>
                <a:off x="5101827" y="5040145"/>
                <a:ext cx="116640" cy="98280"/>
              </p14:xfrm>
            </p:contentPart>
          </mc:Choice>
          <mc:Fallback xmlns="">
            <p:pic>
              <p:nvPicPr>
                <p:cNvPr id="116" name="Encre 115">
                  <a:extLst>
                    <a:ext uri="{FF2B5EF4-FFF2-40B4-BE49-F238E27FC236}">
                      <a16:creationId xmlns:a16="http://schemas.microsoft.com/office/drawing/2014/main" id="{66C6E85E-05C1-20C2-FEC4-23F256A1B44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092827" y="5031505"/>
                  <a:ext cx="1342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Encre 116">
                  <a:extLst>
                    <a:ext uri="{FF2B5EF4-FFF2-40B4-BE49-F238E27FC236}">
                      <a16:creationId xmlns:a16="http://schemas.microsoft.com/office/drawing/2014/main" id="{D2114ACB-C81D-844D-282F-7D03849F7D8A}"/>
                    </a:ext>
                  </a:extLst>
                </p14:cNvPr>
                <p14:cNvContentPartPr/>
                <p14:nvPr/>
              </p14:nvContentPartPr>
              <p14:xfrm>
                <a:off x="5098227" y="5057785"/>
                <a:ext cx="181800" cy="73440"/>
              </p14:xfrm>
            </p:contentPart>
          </mc:Choice>
          <mc:Fallback xmlns="">
            <p:pic>
              <p:nvPicPr>
                <p:cNvPr id="117" name="Encre 116">
                  <a:extLst>
                    <a:ext uri="{FF2B5EF4-FFF2-40B4-BE49-F238E27FC236}">
                      <a16:creationId xmlns:a16="http://schemas.microsoft.com/office/drawing/2014/main" id="{D2114ACB-C81D-844D-282F-7D03849F7D8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089227" y="5048785"/>
                  <a:ext cx="1994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Encre 117">
                  <a:extLst>
                    <a:ext uri="{FF2B5EF4-FFF2-40B4-BE49-F238E27FC236}">
                      <a16:creationId xmlns:a16="http://schemas.microsoft.com/office/drawing/2014/main" id="{D6A69190-D9B3-4232-2BE6-B9856CB196C4}"/>
                    </a:ext>
                  </a:extLst>
                </p14:cNvPr>
                <p14:cNvContentPartPr/>
                <p14:nvPr/>
              </p14:nvContentPartPr>
              <p14:xfrm>
                <a:off x="5443827" y="5012785"/>
                <a:ext cx="182160" cy="101880"/>
              </p14:xfrm>
            </p:contentPart>
          </mc:Choice>
          <mc:Fallback xmlns="">
            <p:pic>
              <p:nvPicPr>
                <p:cNvPr id="118" name="Encre 117">
                  <a:extLst>
                    <a:ext uri="{FF2B5EF4-FFF2-40B4-BE49-F238E27FC236}">
                      <a16:creationId xmlns:a16="http://schemas.microsoft.com/office/drawing/2014/main" id="{D6A69190-D9B3-4232-2BE6-B9856CB196C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434827" y="5004145"/>
                  <a:ext cx="1998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Encre 118">
                  <a:extLst>
                    <a:ext uri="{FF2B5EF4-FFF2-40B4-BE49-F238E27FC236}">
                      <a16:creationId xmlns:a16="http://schemas.microsoft.com/office/drawing/2014/main" id="{574FC3B7-6DB8-5441-AAF3-093AD0EB42F8}"/>
                    </a:ext>
                  </a:extLst>
                </p14:cNvPr>
                <p14:cNvContentPartPr/>
                <p14:nvPr/>
              </p14:nvContentPartPr>
              <p14:xfrm>
                <a:off x="5724627" y="5090185"/>
                <a:ext cx="20160" cy="82080"/>
              </p14:xfrm>
            </p:contentPart>
          </mc:Choice>
          <mc:Fallback xmlns="">
            <p:pic>
              <p:nvPicPr>
                <p:cNvPr id="119" name="Encre 118">
                  <a:extLst>
                    <a:ext uri="{FF2B5EF4-FFF2-40B4-BE49-F238E27FC236}">
                      <a16:creationId xmlns:a16="http://schemas.microsoft.com/office/drawing/2014/main" id="{574FC3B7-6DB8-5441-AAF3-093AD0EB42F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715627" y="5081545"/>
                  <a:ext cx="378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Encre 119">
                  <a:extLst>
                    <a:ext uri="{FF2B5EF4-FFF2-40B4-BE49-F238E27FC236}">
                      <a16:creationId xmlns:a16="http://schemas.microsoft.com/office/drawing/2014/main" id="{D0BC7446-DB05-D21C-D0AF-2EAFFB7A3A89}"/>
                    </a:ext>
                  </a:extLst>
                </p14:cNvPr>
                <p14:cNvContentPartPr/>
                <p14:nvPr/>
              </p14:nvContentPartPr>
              <p14:xfrm>
                <a:off x="5804187" y="4968865"/>
                <a:ext cx="175320" cy="139680"/>
              </p14:xfrm>
            </p:contentPart>
          </mc:Choice>
          <mc:Fallback xmlns="">
            <p:pic>
              <p:nvPicPr>
                <p:cNvPr id="120" name="Encre 119">
                  <a:extLst>
                    <a:ext uri="{FF2B5EF4-FFF2-40B4-BE49-F238E27FC236}">
                      <a16:creationId xmlns:a16="http://schemas.microsoft.com/office/drawing/2014/main" id="{D0BC7446-DB05-D21C-D0AF-2EAFFB7A3A8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795187" y="4959865"/>
                  <a:ext cx="1929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1" name="Encre 120">
                  <a:extLst>
                    <a:ext uri="{FF2B5EF4-FFF2-40B4-BE49-F238E27FC236}">
                      <a16:creationId xmlns:a16="http://schemas.microsoft.com/office/drawing/2014/main" id="{A3339B11-29A2-C835-C3B4-CBA126C153EA}"/>
                    </a:ext>
                  </a:extLst>
                </p14:cNvPr>
                <p14:cNvContentPartPr/>
                <p14:nvPr/>
              </p14:nvContentPartPr>
              <p14:xfrm>
                <a:off x="5998587" y="4960225"/>
                <a:ext cx="203040" cy="159120"/>
              </p14:xfrm>
            </p:contentPart>
          </mc:Choice>
          <mc:Fallback xmlns="">
            <p:pic>
              <p:nvPicPr>
                <p:cNvPr id="121" name="Encre 120">
                  <a:extLst>
                    <a:ext uri="{FF2B5EF4-FFF2-40B4-BE49-F238E27FC236}">
                      <a16:creationId xmlns:a16="http://schemas.microsoft.com/office/drawing/2014/main" id="{A3339B11-29A2-C835-C3B4-CBA126C153E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989587" y="4951225"/>
                  <a:ext cx="2206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2" name="Encre 121">
                  <a:extLst>
                    <a:ext uri="{FF2B5EF4-FFF2-40B4-BE49-F238E27FC236}">
                      <a16:creationId xmlns:a16="http://schemas.microsoft.com/office/drawing/2014/main" id="{DC2C547D-E1DF-A42A-C272-A829E06C12D4}"/>
                    </a:ext>
                  </a:extLst>
                </p14:cNvPr>
                <p14:cNvContentPartPr/>
                <p14:nvPr/>
              </p14:nvContentPartPr>
              <p14:xfrm>
                <a:off x="6347427" y="4972825"/>
                <a:ext cx="189360" cy="111240"/>
              </p14:xfrm>
            </p:contentPart>
          </mc:Choice>
          <mc:Fallback xmlns="">
            <p:pic>
              <p:nvPicPr>
                <p:cNvPr id="122" name="Encre 121">
                  <a:extLst>
                    <a:ext uri="{FF2B5EF4-FFF2-40B4-BE49-F238E27FC236}">
                      <a16:creationId xmlns:a16="http://schemas.microsoft.com/office/drawing/2014/main" id="{DC2C547D-E1DF-A42A-C272-A829E06C12D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338427" y="4963825"/>
                  <a:ext cx="20700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e 124">
            <a:extLst>
              <a:ext uri="{FF2B5EF4-FFF2-40B4-BE49-F238E27FC236}">
                <a16:creationId xmlns:a16="http://schemas.microsoft.com/office/drawing/2014/main" id="{ECEB30D5-D73B-5362-5CF4-E058A0FF5763}"/>
              </a:ext>
            </a:extLst>
          </p:cNvPr>
          <p:cNvGrpSpPr/>
          <p:nvPr/>
        </p:nvGrpSpPr>
        <p:grpSpPr>
          <a:xfrm>
            <a:off x="6730827" y="4917025"/>
            <a:ext cx="173160" cy="173520"/>
            <a:chOff x="6730827" y="4917025"/>
            <a:chExt cx="173160" cy="17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3" name="Encre 122">
                  <a:extLst>
                    <a:ext uri="{FF2B5EF4-FFF2-40B4-BE49-F238E27FC236}">
                      <a16:creationId xmlns:a16="http://schemas.microsoft.com/office/drawing/2014/main" id="{5D710207-3C27-4EFE-EABB-C07109008545}"/>
                    </a:ext>
                  </a:extLst>
                </p14:cNvPr>
                <p14:cNvContentPartPr/>
                <p14:nvPr/>
              </p14:nvContentPartPr>
              <p14:xfrm>
                <a:off x="6750627" y="4917025"/>
                <a:ext cx="56520" cy="163800"/>
              </p14:xfrm>
            </p:contentPart>
          </mc:Choice>
          <mc:Fallback xmlns="">
            <p:pic>
              <p:nvPicPr>
                <p:cNvPr id="123" name="Encre 122">
                  <a:extLst>
                    <a:ext uri="{FF2B5EF4-FFF2-40B4-BE49-F238E27FC236}">
                      <a16:creationId xmlns:a16="http://schemas.microsoft.com/office/drawing/2014/main" id="{5D710207-3C27-4EFE-EABB-C0710900854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741987" y="4908025"/>
                  <a:ext cx="741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Encre 123">
                  <a:extLst>
                    <a:ext uri="{FF2B5EF4-FFF2-40B4-BE49-F238E27FC236}">
                      <a16:creationId xmlns:a16="http://schemas.microsoft.com/office/drawing/2014/main" id="{76D53A10-C12A-12EA-8A9C-98AA886BC047}"/>
                    </a:ext>
                  </a:extLst>
                </p14:cNvPr>
                <p14:cNvContentPartPr/>
                <p14:nvPr/>
              </p14:nvContentPartPr>
              <p14:xfrm>
                <a:off x="6730827" y="5080465"/>
                <a:ext cx="173160" cy="10080"/>
              </p14:xfrm>
            </p:contentPart>
          </mc:Choice>
          <mc:Fallback xmlns="">
            <p:pic>
              <p:nvPicPr>
                <p:cNvPr id="124" name="Encre 123">
                  <a:extLst>
                    <a:ext uri="{FF2B5EF4-FFF2-40B4-BE49-F238E27FC236}">
                      <a16:creationId xmlns:a16="http://schemas.microsoft.com/office/drawing/2014/main" id="{76D53A10-C12A-12EA-8A9C-98AA886BC04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721827" y="5071465"/>
                  <a:ext cx="19080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e 131">
            <a:extLst>
              <a:ext uri="{FF2B5EF4-FFF2-40B4-BE49-F238E27FC236}">
                <a16:creationId xmlns:a16="http://schemas.microsoft.com/office/drawing/2014/main" id="{C6067B24-CE14-6285-1C85-F1A01A7771A2}"/>
              </a:ext>
            </a:extLst>
          </p:cNvPr>
          <p:cNvGrpSpPr/>
          <p:nvPr/>
        </p:nvGrpSpPr>
        <p:grpSpPr>
          <a:xfrm>
            <a:off x="4864227" y="5454145"/>
            <a:ext cx="937080" cy="191160"/>
            <a:chOff x="4864227" y="5454145"/>
            <a:chExt cx="93708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Encre 126">
                  <a:extLst>
                    <a:ext uri="{FF2B5EF4-FFF2-40B4-BE49-F238E27FC236}">
                      <a16:creationId xmlns:a16="http://schemas.microsoft.com/office/drawing/2014/main" id="{C109489C-54C6-A479-31D4-E2168527E43F}"/>
                    </a:ext>
                  </a:extLst>
                </p14:cNvPr>
                <p14:cNvContentPartPr/>
                <p14:nvPr/>
              </p14:nvContentPartPr>
              <p14:xfrm>
                <a:off x="4864227" y="5463865"/>
                <a:ext cx="208800" cy="160920"/>
              </p14:xfrm>
            </p:contentPart>
          </mc:Choice>
          <mc:Fallback xmlns="">
            <p:pic>
              <p:nvPicPr>
                <p:cNvPr id="127" name="Encre 126">
                  <a:extLst>
                    <a:ext uri="{FF2B5EF4-FFF2-40B4-BE49-F238E27FC236}">
                      <a16:creationId xmlns:a16="http://schemas.microsoft.com/office/drawing/2014/main" id="{C109489C-54C6-A479-31D4-E2168527E43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855587" y="5455225"/>
                  <a:ext cx="2264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Encre 127">
                  <a:extLst>
                    <a:ext uri="{FF2B5EF4-FFF2-40B4-BE49-F238E27FC236}">
                      <a16:creationId xmlns:a16="http://schemas.microsoft.com/office/drawing/2014/main" id="{4A76313E-96F1-4418-9D67-D6D5E72A6B06}"/>
                    </a:ext>
                  </a:extLst>
                </p14:cNvPr>
                <p14:cNvContentPartPr/>
                <p14:nvPr/>
              </p14:nvContentPartPr>
              <p14:xfrm>
                <a:off x="5168787" y="5591665"/>
                <a:ext cx="360" cy="53640"/>
              </p14:xfrm>
            </p:contentPart>
          </mc:Choice>
          <mc:Fallback xmlns="">
            <p:pic>
              <p:nvPicPr>
                <p:cNvPr id="128" name="Encre 127">
                  <a:extLst>
                    <a:ext uri="{FF2B5EF4-FFF2-40B4-BE49-F238E27FC236}">
                      <a16:creationId xmlns:a16="http://schemas.microsoft.com/office/drawing/2014/main" id="{4A76313E-96F1-4418-9D67-D6D5E72A6B0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160147" y="5582665"/>
                  <a:ext cx="18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Encre 128">
                  <a:extLst>
                    <a:ext uri="{FF2B5EF4-FFF2-40B4-BE49-F238E27FC236}">
                      <a16:creationId xmlns:a16="http://schemas.microsoft.com/office/drawing/2014/main" id="{69B90051-FC53-CCBC-2DF4-FF06FBB12133}"/>
                    </a:ext>
                  </a:extLst>
                </p14:cNvPr>
                <p14:cNvContentPartPr/>
                <p14:nvPr/>
              </p14:nvContentPartPr>
              <p14:xfrm>
                <a:off x="5283267" y="5454145"/>
                <a:ext cx="234720" cy="154440"/>
              </p14:xfrm>
            </p:contentPart>
          </mc:Choice>
          <mc:Fallback xmlns="">
            <p:pic>
              <p:nvPicPr>
                <p:cNvPr id="129" name="Encre 128">
                  <a:extLst>
                    <a:ext uri="{FF2B5EF4-FFF2-40B4-BE49-F238E27FC236}">
                      <a16:creationId xmlns:a16="http://schemas.microsoft.com/office/drawing/2014/main" id="{69B90051-FC53-CCBC-2DF4-FF06FBB1213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74627" y="5445505"/>
                  <a:ext cx="252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0" name="Encre 129">
                  <a:extLst>
                    <a:ext uri="{FF2B5EF4-FFF2-40B4-BE49-F238E27FC236}">
                      <a16:creationId xmlns:a16="http://schemas.microsoft.com/office/drawing/2014/main" id="{FF09F6A9-5BC2-7149-56D1-1E09F66921FE}"/>
                    </a:ext>
                  </a:extLst>
                </p14:cNvPr>
                <p14:cNvContentPartPr/>
                <p14:nvPr/>
              </p14:nvContentPartPr>
              <p14:xfrm>
                <a:off x="5575227" y="5500945"/>
                <a:ext cx="226080" cy="121320"/>
              </p14:xfrm>
            </p:contentPart>
          </mc:Choice>
          <mc:Fallback xmlns="">
            <p:pic>
              <p:nvPicPr>
                <p:cNvPr id="130" name="Encre 129">
                  <a:extLst>
                    <a:ext uri="{FF2B5EF4-FFF2-40B4-BE49-F238E27FC236}">
                      <a16:creationId xmlns:a16="http://schemas.microsoft.com/office/drawing/2014/main" id="{FF09F6A9-5BC2-7149-56D1-1E09F66921F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566587" y="5492305"/>
                  <a:ext cx="243720" cy="13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1" name="Encre 130">
                <a:extLst>
                  <a:ext uri="{FF2B5EF4-FFF2-40B4-BE49-F238E27FC236}">
                    <a16:creationId xmlns:a16="http://schemas.microsoft.com/office/drawing/2014/main" id="{3F0D6992-E444-DA14-92BC-6D02567B693A}"/>
                  </a:ext>
                </a:extLst>
              </p14:cNvPr>
              <p14:cNvContentPartPr/>
              <p14:nvPr/>
            </p14:nvContentPartPr>
            <p14:xfrm>
              <a:off x="6064467" y="5419225"/>
              <a:ext cx="150480" cy="168480"/>
            </p14:xfrm>
          </p:contentPart>
        </mc:Choice>
        <mc:Fallback xmlns="">
          <p:pic>
            <p:nvPicPr>
              <p:cNvPr id="131" name="Encre 130">
                <a:extLst>
                  <a:ext uri="{FF2B5EF4-FFF2-40B4-BE49-F238E27FC236}">
                    <a16:creationId xmlns:a16="http://schemas.microsoft.com/office/drawing/2014/main" id="{3F0D6992-E444-DA14-92BC-6D02567B693A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6055467" y="5410225"/>
                <a:ext cx="16812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33" name="Encre 132">
                <a:extLst>
                  <a:ext uri="{FF2B5EF4-FFF2-40B4-BE49-F238E27FC236}">
                    <a16:creationId xmlns:a16="http://schemas.microsoft.com/office/drawing/2014/main" id="{D20256B1-E281-EE4D-2E2E-065B7DF5977E}"/>
                  </a:ext>
                </a:extLst>
              </p14:cNvPr>
              <p14:cNvContentPartPr/>
              <p14:nvPr/>
            </p14:nvContentPartPr>
            <p14:xfrm>
              <a:off x="2601267" y="881425"/>
              <a:ext cx="16560" cy="5760"/>
            </p14:xfrm>
          </p:contentPart>
        </mc:Choice>
        <mc:Fallback xmlns="">
          <p:pic>
            <p:nvPicPr>
              <p:cNvPr id="133" name="Encre 132">
                <a:extLst>
                  <a:ext uri="{FF2B5EF4-FFF2-40B4-BE49-F238E27FC236}">
                    <a16:creationId xmlns:a16="http://schemas.microsoft.com/office/drawing/2014/main" id="{D20256B1-E281-EE4D-2E2E-065B7DF5977E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2592267" y="872785"/>
                <a:ext cx="342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34" name="Encre 133">
                <a:extLst>
                  <a:ext uri="{FF2B5EF4-FFF2-40B4-BE49-F238E27FC236}">
                    <a16:creationId xmlns:a16="http://schemas.microsoft.com/office/drawing/2014/main" id="{A5E008CF-2BC6-CF79-5CBE-554AFD86A9F2}"/>
                  </a:ext>
                </a:extLst>
              </p14:cNvPr>
              <p14:cNvContentPartPr/>
              <p14:nvPr/>
            </p14:nvContentPartPr>
            <p14:xfrm>
              <a:off x="3552747" y="136225"/>
              <a:ext cx="83880" cy="41760"/>
            </p14:xfrm>
          </p:contentPart>
        </mc:Choice>
        <mc:Fallback xmlns="">
          <p:pic>
            <p:nvPicPr>
              <p:cNvPr id="134" name="Encre 133">
                <a:extLst>
                  <a:ext uri="{FF2B5EF4-FFF2-40B4-BE49-F238E27FC236}">
                    <a16:creationId xmlns:a16="http://schemas.microsoft.com/office/drawing/2014/main" id="{A5E008CF-2BC6-CF79-5CBE-554AFD86A9F2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543747" y="127225"/>
                <a:ext cx="101520" cy="59400"/>
              </a:xfrm>
              <a:prstGeom prst="rect">
                <a:avLst/>
              </a:prstGeom>
            </p:spPr>
          </p:pic>
        </mc:Fallback>
      </mc:AlternateContent>
      <p:pic>
        <p:nvPicPr>
          <p:cNvPr id="135" name="Image 134">
            <a:extLst>
              <a:ext uri="{FF2B5EF4-FFF2-40B4-BE49-F238E27FC236}">
                <a16:creationId xmlns:a16="http://schemas.microsoft.com/office/drawing/2014/main" id="{27E6D849-0545-FC9B-3B0D-24A6F47063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95" t="21478" r="32986" b="7175"/>
          <a:stretch>
            <a:fillRect/>
          </a:stretch>
        </p:blipFill>
        <p:spPr>
          <a:xfrm>
            <a:off x="7659920" y="3344058"/>
            <a:ext cx="4055526" cy="3253509"/>
          </a:xfrm>
          <a:prstGeom prst="rect">
            <a:avLst/>
          </a:prstGeom>
        </p:spPr>
      </p:pic>
      <p:grpSp>
        <p:nvGrpSpPr>
          <p:cNvPr id="140" name="Groupe 139">
            <a:extLst>
              <a:ext uri="{FF2B5EF4-FFF2-40B4-BE49-F238E27FC236}">
                <a16:creationId xmlns:a16="http://schemas.microsoft.com/office/drawing/2014/main" id="{FB0E0B15-8BC6-734F-F184-25D131A2AF94}"/>
              </a:ext>
            </a:extLst>
          </p:cNvPr>
          <p:cNvGrpSpPr/>
          <p:nvPr/>
        </p:nvGrpSpPr>
        <p:grpSpPr>
          <a:xfrm>
            <a:off x="9145707" y="3964825"/>
            <a:ext cx="1442160" cy="532440"/>
            <a:chOff x="9145707" y="3964825"/>
            <a:chExt cx="1442160" cy="53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6" name="Encre 135">
                  <a:extLst>
                    <a:ext uri="{FF2B5EF4-FFF2-40B4-BE49-F238E27FC236}">
                      <a16:creationId xmlns:a16="http://schemas.microsoft.com/office/drawing/2014/main" id="{A9D7F6B1-F0C9-30C9-7CAF-3FF54C27EDED}"/>
                    </a:ext>
                  </a:extLst>
                </p14:cNvPr>
                <p14:cNvContentPartPr/>
                <p14:nvPr/>
              </p14:nvContentPartPr>
              <p14:xfrm>
                <a:off x="9145707" y="4446505"/>
                <a:ext cx="47520" cy="50760"/>
              </p14:xfrm>
            </p:contentPart>
          </mc:Choice>
          <mc:Fallback xmlns="">
            <p:pic>
              <p:nvPicPr>
                <p:cNvPr id="136" name="Encre 135">
                  <a:extLst>
                    <a:ext uri="{FF2B5EF4-FFF2-40B4-BE49-F238E27FC236}">
                      <a16:creationId xmlns:a16="http://schemas.microsoft.com/office/drawing/2014/main" id="{A9D7F6B1-F0C9-30C9-7CAF-3FF54C27EDE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137067" y="4437865"/>
                  <a:ext cx="651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7" name="Encre 136">
                  <a:extLst>
                    <a:ext uri="{FF2B5EF4-FFF2-40B4-BE49-F238E27FC236}">
                      <a16:creationId xmlns:a16="http://schemas.microsoft.com/office/drawing/2014/main" id="{8C363971-2411-BB2D-CF51-B4ABAF4D6EBD}"/>
                    </a:ext>
                  </a:extLst>
                </p14:cNvPr>
                <p14:cNvContentPartPr/>
                <p14:nvPr/>
              </p14:nvContentPartPr>
              <p14:xfrm>
                <a:off x="9164067" y="4416985"/>
                <a:ext cx="444600" cy="13320"/>
              </p14:xfrm>
            </p:contentPart>
          </mc:Choice>
          <mc:Fallback xmlns="">
            <p:pic>
              <p:nvPicPr>
                <p:cNvPr id="137" name="Encre 136">
                  <a:extLst>
                    <a:ext uri="{FF2B5EF4-FFF2-40B4-BE49-F238E27FC236}">
                      <a16:creationId xmlns:a16="http://schemas.microsoft.com/office/drawing/2014/main" id="{8C363971-2411-BB2D-CF51-B4ABAF4D6EB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155067" y="4408345"/>
                  <a:ext cx="4622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8" name="Encre 137">
                  <a:extLst>
                    <a:ext uri="{FF2B5EF4-FFF2-40B4-BE49-F238E27FC236}">
                      <a16:creationId xmlns:a16="http://schemas.microsoft.com/office/drawing/2014/main" id="{E23658C2-A4E4-1E3B-D666-81BD8AAD059C}"/>
                    </a:ext>
                  </a:extLst>
                </p14:cNvPr>
                <p14:cNvContentPartPr/>
                <p14:nvPr/>
              </p14:nvContentPartPr>
              <p14:xfrm>
                <a:off x="9543867" y="3995425"/>
                <a:ext cx="519480" cy="425160"/>
              </p14:xfrm>
            </p:contentPart>
          </mc:Choice>
          <mc:Fallback xmlns="">
            <p:pic>
              <p:nvPicPr>
                <p:cNvPr id="138" name="Encre 137">
                  <a:extLst>
                    <a:ext uri="{FF2B5EF4-FFF2-40B4-BE49-F238E27FC236}">
                      <a16:creationId xmlns:a16="http://schemas.microsoft.com/office/drawing/2014/main" id="{E23658C2-A4E4-1E3B-D666-81BD8AAD059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535227" y="3986425"/>
                  <a:ext cx="53712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9" name="Encre 138">
                  <a:extLst>
                    <a:ext uri="{FF2B5EF4-FFF2-40B4-BE49-F238E27FC236}">
                      <a16:creationId xmlns:a16="http://schemas.microsoft.com/office/drawing/2014/main" id="{131E063E-0F52-3F01-67A0-33BC05DF02BB}"/>
                    </a:ext>
                  </a:extLst>
                </p14:cNvPr>
                <p14:cNvContentPartPr/>
                <p14:nvPr/>
              </p14:nvContentPartPr>
              <p14:xfrm>
                <a:off x="10106547" y="3964825"/>
                <a:ext cx="481320" cy="24480"/>
              </p14:xfrm>
            </p:contentPart>
          </mc:Choice>
          <mc:Fallback xmlns="">
            <p:pic>
              <p:nvPicPr>
                <p:cNvPr id="139" name="Encre 138">
                  <a:extLst>
                    <a:ext uri="{FF2B5EF4-FFF2-40B4-BE49-F238E27FC236}">
                      <a16:creationId xmlns:a16="http://schemas.microsoft.com/office/drawing/2014/main" id="{131E063E-0F52-3F01-67A0-33BC05DF02B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097547" y="3956185"/>
                  <a:ext cx="49896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e 148">
            <a:extLst>
              <a:ext uri="{FF2B5EF4-FFF2-40B4-BE49-F238E27FC236}">
                <a16:creationId xmlns:a16="http://schemas.microsoft.com/office/drawing/2014/main" id="{ED53BA0E-8DB6-0EE4-7864-14F313428B1E}"/>
              </a:ext>
            </a:extLst>
          </p:cNvPr>
          <p:cNvGrpSpPr/>
          <p:nvPr/>
        </p:nvGrpSpPr>
        <p:grpSpPr>
          <a:xfrm>
            <a:off x="8886867" y="1956385"/>
            <a:ext cx="2901600" cy="872640"/>
            <a:chOff x="8886867" y="1956385"/>
            <a:chExt cx="2901600" cy="87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1" name="Encre 140">
                  <a:extLst>
                    <a:ext uri="{FF2B5EF4-FFF2-40B4-BE49-F238E27FC236}">
                      <a16:creationId xmlns:a16="http://schemas.microsoft.com/office/drawing/2014/main" id="{32376142-F5CC-8C80-D9AC-5AF9CBDF3095}"/>
                    </a:ext>
                  </a:extLst>
                </p14:cNvPr>
                <p14:cNvContentPartPr/>
                <p14:nvPr/>
              </p14:nvContentPartPr>
              <p14:xfrm>
                <a:off x="11167107" y="2690065"/>
                <a:ext cx="7560" cy="6840"/>
              </p14:xfrm>
            </p:contentPart>
          </mc:Choice>
          <mc:Fallback xmlns="">
            <p:pic>
              <p:nvPicPr>
                <p:cNvPr id="141" name="Encre 140">
                  <a:extLst>
                    <a:ext uri="{FF2B5EF4-FFF2-40B4-BE49-F238E27FC236}">
                      <a16:creationId xmlns:a16="http://schemas.microsoft.com/office/drawing/2014/main" id="{32376142-F5CC-8C80-D9AC-5AF9CBDF309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158107" y="2681425"/>
                  <a:ext cx="25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Encre 141">
                  <a:extLst>
                    <a:ext uri="{FF2B5EF4-FFF2-40B4-BE49-F238E27FC236}">
                      <a16:creationId xmlns:a16="http://schemas.microsoft.com/office/drawing/2014/main" id="{29F0B71A-4487-5EBC-6082-5B110CBD68F7}"/>
                    </a:ext>
                  </a:extLst>
                </p14:cNvPr>
                <p14:cNvContentPartPr/>
                <p14:nvPr/>
              </p14:nvContentPartPr>
              <p14:xfrm>
                <a:off x="8893347" y="2717425"/>
                <a:ext cx="91080" cy="29880"/>
              </p14:xfrm>
            </p:contentPart>
          </mc:Choice>
          <mc:Fallback xmlns="">
            <p:pic>
              <p:nvPicPr>
                <p:cNvPr id="142" name="Encre 141">
                  <a:extLst>
                    <a:ext uri="{FF2B5EF4-FFF2-40B4-BE49-F238E27FC236}">
                      <a16:creationId xmlns:a16="http://schemas.microsoft.com/office/drawing/2014/main" id="{29F0B71A-4487-5EBC-6082-5B110CBD68F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884707" y="2708425"/>
                  <a:ext cx="108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3" name="Encre 142">
                  <a:extLst>
                    <a:ext uri="{FF2B5EF4-FFF2-40B4-BE49-F238E27FC236}">
                      <a16:creationId xmlns:a16="http://schemas.microsoft.com/office/drawing/2014/main" id="{7B60C498-628F-69B2-C21E-6DB123E15687}"/>
                    </a:ext>
                  </a:extLst>
                </p14:cNvPr>
                <p14:cNvContentPartPr/>
                <p14:nvPr/>
              </p14:nvContentPartPr>
              <p14:xfrm>
                <a:off x="8886867" y="2763145"/>
                <a:ext cx="2901600" cy="34560"/>
              </p14:xfrm>
            </p:contentPart>
          </mc:Choice>
          <mc:Fallback xmlns="">
            <p:pic>
              <p:nvPicPr>
                <p:cNvPr id="143" name="Encre 142">
                  <a:extLst>
                    <a:ext uri="{FF2B5EF4-FFF2-40B4-BE49-F238E27FC236}">
                      <a16:creationId xmlns:a16="http://schemas.microsoft.com/office/drawing/2014/main" id="{7B60C498-628F-69B2-C21E-6DB123E1568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877867" y="2754145"/>
                  <a:ext cx="29192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5" name="Encre 144">
                  <a:extLst>
                    <a:ext uri="{FF2B5EF4-FFF2-40B4-BE49-F238E27FC236}">
                      <a16:creationId xmlns:a16="http://schemas.microsoft.com/office/drawing/2014/main" id="{7B600C03-2A8C-15DB-9E79-A59F2B40DD7A}"/>
                    </a:ext>
                  </a:extLst>
                </p14:cNvPr>
                <p14:cNvContentPartPr/>
                <p14:nvPr/>
              </p14:nvContentPartPr>
              <p14:xfrm>
                <a:off x="9319587" y="2217385"/>
                <a:ext cx="52560" cy="569160"/>
              </p14:xfrm>
            </p:contentPart>
          </mc:Choice>
          <mc:Fallback xmlns="">
            <p:pic>
              <p:nvPicPr>
                <p:cNvPr id="145" name="Encre 144">
                  <a:extLst>
                    <a:ext uri="{FF2B5EF4-FFF2-40B4-BE49-F238E27FC236}">
                      <a16:creationId xmlns:a16="http://schemas.microsoft.com/office/drawing/2014/main" id="{7B600C03-2A8C-15DB-9E79-A59F2B40DD7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310947" y="2208385"/>
                  <a:ext cx="70200" cy="5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6" name="Encre 145">
                  <a:extLst>
                    <a:ext uri="{FF2B5EF4-FFF2-40B4-BE49-F238E27FC236}">
                      <a16:creationId xmlns:a16="http://schemas.microsoft.com/office/drawing/2014/main" id="{14ACC8CF-8DC8-272E-B601-4650ED00C0EA}"/>
                    </a:ext>
                  </a:extLst>
                </p14:cNvPr>
                <p14:cNvContentPartPr/>
                <p14:nvPr/>
              </p14:nvContentPartPr>
              <p14:xfrm>
                <a:off x="11063427" y="1956385"/>
                <a:ext cx="62280" cy="10800"/>
              </p14:xfrm>
            </p:contentPart>
          </mc:Choice>
          <mc:Fallback xmlns="">
            <p:pic>
              <p:nvPicPr>
                <p:cNvPr id="146" name="Encre 145">
                  <a:extLst>
                    <a:ext uri="{FF2B5EF4-FFF2-40B4-BE49-F238E27FC236}">
                      <a16:creationId xmlns:a16="http://schemas.microsoft.com/office/drawing/2014/main" id="{14ACC8CF-8DC8-272E-B601-4650ED00C0E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054787" y="1947385"/>
                  <a:ext cx="79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7" name="Encre 146">
                  <a:extLst>
                    <a:ext uri="{FF2B5EF4-FFF2-40B4-BE49-F238E27FC236}">
                      <a16:creationId xmlns:a16="http://schemas.microsoft.com/office/drawing/2014/main" id="{9F578DC6-062C-124D-CCAC-2B399D5BF43C}"/>
                    </a:ext>
                  </a:extLst>
                </p14:cNvPr>
                <p14:cNvContentPartPr/>
                <p14:nvPr/>
              </p14:nvContentPartPr>
              <p14:xfrm>
                <a:off x="10974507" y="1965385"/>
                <a:ext cx="151200" cy="863640"/>
              </p14:xfrm>
            </p:contentPart>
          </mc:Choice>
          <mc:Fallback xmlns="">
            <p:pic>
              <p:nvPicPr>
                <p:cNvPr id="147" name="Encre 146">
                  <a:extLst>
                    <a:ext uri="{FF2B5EF4-FFF2-40B4-BE49-F238E27FC236}">
                      <a16:creationId xmlns:a16="http://schemas.microsoft.com/office/drawing/2014/main" id="{9F578DC6-062C-124D-CCAC-2B399D5BF43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65507" y="1956745"/>
                  <a:ext cx="168840" cy="88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8" name="Encre 147">
                  <a:extLst>
                    <a:ext uri="{FF2B5EF4-FFF2-40B4-BE49-F238E27FC236}">
                      <a16:creationId xmlns:a16="http://schemas.microsoft.com/office/drawing/2014/main" id="{CAB37FDE-98E7-4267-9C40-4B3F4CA4D76C}"/>
                    </a:ext>
                  </a:extLst>
                </p14:cNvPr>
                <p14:cNvContentPartPr/>
                <p14:nvPr/>
              </p14:nvContentPartPr>
              <p14:xfrm>
                <a:off x="9359907" y="2136745"/>
                <a:ext cx="1683720" cy="597240"/>
              </p14:xfrm>
            </p:contentPart>
          </mc:Choice>
          <mc:Fallback xmlns="">
            <p:pic>
              <p:nvPicPr>
                <p:cNvPr id="148" name="Encre 147">
                  <a:extLst>
                    <a:ext uri="{FF2B5EF4-FFF2-40B4-BE49-F238E27FC236}">
                      <a16:creationId xmlns:a16="http://schemas.microsoft.com/office/drawing/2014/main" id="{CAB37FDE-98E7-4267-9C40-4B3F4CA4D76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351267" y="2128105"/>
                  <a:ext cx="1701360" cy="614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07069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B741D0A-611D-DAA1-593C-AAB28AEE4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19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44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96F411D-12A5-3852-F0AB-4293E5030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894"/>
            <a:ext cx="12192000" cy="185641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0E78AF0-8EB6-857B-604B-28A30BF49F11}"/>
              </a:ext>
            </a:extLst>
          </p:cNvPr>
          <p:cNvSpPr txBox="1"/>
          <p:nvPr/>
        </p:nvSpPr>
        <p:spPr>
          <a:xfrm>
            <a:off x="1170317" y="4339581"/>
            <a:ext cx="6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FR" b="0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662FAB4-C015-4848-0704-FD5530E681F4}"/>
                  </a:ext>
                </a:extLst>
              </p:cNvPr>
              <p:cNvSpPr txBox="1"/>
              <p:nvPr/>
            </p:nvSpPr>
            <p:spPr>
              <a:xfrm>
                <a:off x="796505" y="2145101"/>
                <a:ext cx="2261773" cy="35627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sSubSup>
                        <m:sSub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fr-FR" b="0" dirty="0"/>
              </a:p>
              <a:p>
                <a:endParaRPr lang="fr-FR" b="0" dirty="0"/>
              </a:p>
              <a:p>
                <a:endParaRPr lang="fr-FR" b="0" dirty="0"/>
              </a:p>
              <a:p>
                <a:endParaRPr lang="fr-FR" b="0" dirty="0"/>
              </a:p>
              <a:p>
                <a:endParaRPr lang="fr-FR" b="0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662FAB4-C015-4848-0704-FD5530E68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05" y="2145101"/>
                <a:ext cx="2261773" cy="3562707"/>
              </a:xfrm>
              <a:prstGeom prst="rect">
                <a:avLst/>
              </a:prstGeom>
              <a:blipFill>
                <a:blip r:embed="rId3"/>
                <a:stretch>
                  <a:fillRect t="-1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1DD9F702-720E-CFFB-4602-62A1D6F9DD4F}"/>
                  </a:ext>
                </a:extLst>
              </p:cNvPr>
              <p:cNvSpPr txBox="1"/>
              <p:nvPr/>
            </p:nvSpPr>
            <p:spPr>
              <a:xfrm>
                <a:off x="4796287" y="2150852"/>
                <a:ext cx="2453557" cy="3334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fr-FR" b="0" dirty="0"/>
              </a:p>
              <a:p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  <m:e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sSubSup>
                        <m:sSub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bSup>
                    </m:oMath>
                  </m:oMathPara>
                </a14:m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⁡(1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 dirty="0"/>
              </a:p>
              <a:p>
                <a:endParaRPr lang="fr-FR" b="0" dirty="0"/>
              </a:p>
              <a:p>
                <a:endParaRPr lang="fr-FR" b="0" dirty="0"/>
              </a:p>
              <a:p>
                <a:endParaRPr lang="fr-FR" b="0" dirty="0"/>
              </a:p>
              <a:p>
                <a:endParaRPr lang="fr-FR" b="0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1DD9F702-720E-CFFB-4602-62A1D6F9D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6287" y="2150852"/>
                <a:ext cx="2453557" cy="3334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7">
            <a:extLst>
              <a:ext uri="{FF2B5EF4-FFF2-40B4-BE49-F238E27FC236}">
                <a16:creationId xmlns:a16="http://schemas.microsoft.com/office/drawing/2014/main" id="{2D9F88D6-A5BF-D284-E41E-0419E260BD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3637"/>
          <a:stretch>
            <a:fillRect/>
          </a:stretch>
        </p:blipFill>
        <p:spPr>
          <a:xfrm>
            <a:off x="471213" y="4637159"/>
            <a:ext cx="2847081" cy="47121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DF2BF31-0ED1-9EFE-1695-B9487801C6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661" y="5485739"/>
            <a:ext cx="2110317" cy="117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745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5331968-AB08-3B4E-CA89-ED8CC4F2EC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810"/>
          <a:stretch>
            <a:fillRect/>
          </a:stretch>
        </p:blipFill>
        <p:spPr>
          <a:xfrm>
            <a:off x="0" y="86782"/>
            <a:ext cx="12192000" cy="227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62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48A5E20-60A0-D4A4-4558-00352EFB7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90"/>
            <a:ext cx="12192000" cy="12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1874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83</Words>
  <Application>Microsoft Office PowerPoint</Application>
  <PresentationFormat>Grand écran</PresentationFormat>
  <Paragraphs>25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Thème Office</vt:lpstr>
      <vt:lpstr>C107 – Intégration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ICART</dc:creator>
  <cp:lastModifiedBy>R ICART</cp:lastModifiedBy>
  <cp:revision>5</cp:revision>
  <dcterms:created xsi:type="dcterms:W3CDTF">2026-03-09T10:12:15Z</dcterms:created>
  <dcterms:modified xsi:type="dcterms:W3CDTF">2026-03-13T17:21:29Z</dcterms:modified>
</cp:coreProperties>
</file>