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78" autoAdjust="0"/>
    <p:restoredTop sz="94660"/>
  </p:normalViewPr>
  <p:slideViewPr>
    <p:cSldViewPr snapToGrid="0">
      <p:cViewPr varScale="1">
        <p:scale>
          <a:sx n="86" d="100"/>
          <a:sy n="86" d="100"/>
        </p:scale>
        <p:origin x="216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6T13:14:52.6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77 204 2561,'0'0'6270,"0"0"-1435,0 0-2528,0 0-690,0 0 391,4-5-136,23-23 588,-28 30 768,2 7-2568,-1 7-1117,0-2 434,1 27 141,-3 0-1,-1 1 1,-7 30-118,-22 72 354,2-14-226,2 22-128,26-128 23,1 0-1,1 10-22,0-18 4,0-15-3,0 1 0,1-1-1,-1 0 1,0 1 0,1-1 0,-1 0-1,1 0 1,0 1 0,0-1 0,-1 0-1,1 0 1,0 0 0,0 0 0,0 0-1,0 0 1,0 0 0,0 0 0,0 0-1,1 0 1,-1-1 0,0 1 0,0 0-1,1-1 1,-1 1 0,0-1 0,1 0-1,-1 1 1,0-1 0,1 0 0,-1 0-1,10 2 1,-1 0 1,0-1 0,9 0-2,-12 0-9,50 0-503,-28-1-1154,1 2 0,0 1 1666,-27-3-388,0 0-1,-1 1 1,1 0 0,-1-1-1,1 1 1,0 0-1,-1 0 1,1 1 388,-2-2-423,-1 1 1,1-1 0,0 1-1,0 0 1,-1-1-1,1 1 1,0 0 0,-1-1-1,1 1 1,-1 0-1,1 0 1,-1 0 0,1 0-1,-1 0 1,1 0 422,0 8-4968</inkml:trace>
  <inkml:trace contextRef="#ctx0" brushRef="#br0" timeOffset="537.055">401 843 2497,'0'0'1497,"0"0"3114,0 0-1392,0 0-1432,0 0 97,0 0-299,0-12-374,-2-37-497,2 49-690,0-1 0,0 0-1,0 0 1,0 1 0,0-1-1,-1 0 1,1 1 0,0-1-1,-1 0 1,1 1 0,0-1-1,-1 0 1,1 1 0,-1-1-1,1 1 1,-1-1 0,1 1-1,-1-1 1,1 1 0,-1-1-1,0 1 1,1-1 0,-1 1 0,0 0-1,1 0 1,-1-1 0,0 1-1,1 0 1,-1 0 0,0 0-1,0-1 1,1 1 0,-1 0-24,0 0 40,-1 0 1,1 0-1,0 0 1,-1 0 0,1 1-1,0-1 1,-1 0-1,1 1 1,0-1-1,-1 1 1,1-1 0,-1 1-41,0 2 54,-1-1 1,1 0 0,0 1 0,0 0-1,0-1 1,1 1 0,-1 0-1,1 0 1,-1 0 0,1 0 0,0 0-1,0 1 1,1-1 0,-1 0-1,1 0 1,-1 1-55,-1 12 207,1 0-1,1 12-206,0-18 19,0-8-17,0 0 0,0 0 0,0 0 0,0 0 0,0 0 0,1-1 1,-1 1-1,1 0 0,-1 0 0,1 0 0,-1-1 0,1 1 0,0 0 1,0-1-1,0 1 0,0 0 0,0-1 0,1 1-2,-1-1 6,1 0 0,0 0 0,0 0 0,0 0 0,0 0 0,0 0 1,0-1-1,0 1 0,0-1 0,0 1 0,1-1 0,-1 0 0,0 0 0,0 0 0,2 0-6,-1 0-5,0-1 1,0 1-1,0-1 0,0 1 0,0-1 1,-1 0-1,1 0 0,0 0 0,0 0 1,0-1-1,-1 1 0,1-1 0,-1 0 1,1 1-1,-1-1 0,0 0 1,0 0-1,0-1 0,0 1 0,0 0 1,0-2 4,2-2-18,0-1 0,0 1 1,-1-1-1,0 0 1,0 0-1,-1-1 0,2-6 18,-4 18 81,0 1-1,0-1 1,0 1-1,1-1 1,0 1 0,-1-1-1,2 1 1,-1-1-1,0 0 1,1 0-1,0 1 1,0-1-1,0 0 1,0-1-1,1 1 1,0 0-81,5 8-1041,0-1 0,1 0 0,0-1 0,11 9 1041,1-1-5615,0-10-3901</inkml:trace>
  <inkml:trace contextRef="#ctx0" brushRef="#br0" timeOffset="868.864">1139 0 1320,'0'0'7714,"0"0"-3106,0 0-3124,0 0-731,0 0 429,0 0 81,12 17-32,-8-10-1097,3 2 64,-1 0 0,0 1 0,-1 0 0,0 0 0,-1 0 0,0 1 0,0 0 0,-1-1 0,0 1 0,-1 0 0,-1 1 0,1-1 0,-2 6-198,0 6 362,0 131 2690,-13 71-3052,7-168-11,-25 191-927,5-127-2480,15-80-3817,-14 33 7235,4-29-5969</inkml:trace>
  <inkml:trace contextRef="#ctx0" brushRef="#br0" timeOffset="1882.518">1053 969 3345,'0'0'6069,"0"0"-1115,0 0-2326,0 0-357,0 0 167,0 0-666,1-12-796,5-34-477,-6 45-493,0 1 0,0-1 0,1 1 0,-1-1 0,0 0 1,0 1-1,0-1 0,0 1 0,0-1 0,1 1 0,-1-1 0,0 1 0,1-1 0,-1 1 0,0-1 0,1 1 1,-1-1-1,0 1 0,1 0 0,-1-1 0,1 1 0,-1-1 0,1 1 0,-1 0 0,1 0 0,-1-1 0,1 1 1,-1 0-1,1 0 0,-1 0 0,1-1 0,-1 1 0,1 0 0,0 0 0,-1 0 0,1 0 0,-1 0 0,1 0 0,-1 0 1,1 0-1,0 1 0,-1-1 0,1 0 0,-1 0 0,1 0 0,-1 1-6,4-1 37,13 1 3,0 1-1,-1 1 1,1 0-1,9 4-39,-4-2-118,-1 0 0,10-1 118,24 0-1376,19-4 1376,-40 0-581,-31 0 559,0 0 0,0 0 1,0 0-1,-1 0 0,1 0 0,0-1 0,0 1 0,0-1 0,0 0 0,-1 0 0,1 0 0,0 0 0,-1-1 0,1 1 1,-1 0-1,1-1 0,-1 0 0,0 0 0,0 0 0,0 0 0,0 0 0,0 0 0,0 0 0,0 0 0,-1-1 1,1 1-1,-1-1 0,1 0 0,-1 1 0,0-1 0,0 0 0,-1 1 0,1-1 0,0 0 0,-1 0 0,0 0 0,1-1 22,0-4 3,0 1 13,0-1-1,-1 0 1,1 0 0,-2 0 0,0-5-16,1 12 2,0-1 1,0 1-1,0-1 1,-1 1-1,1-1 1,-1 1-1,1 0 1,-1-1-1,0 1 1,0 0-1,1 0 1,-1-1-1,0 1 1,0 0-1,0 0 1,0 0-1,0 0 1,0 0-1,-1 0 1,1 0-1,0 0 1,0 1-1,-1-1 1,1 0-1,0 1 1,-1-1-1,1 1 1,-1 0-1,1-1 1,0 1-1,-2 0-2,0 0 12,1-1-1,-1 1 1,1 1-1,-1-1 1,1 0-1,-1 1 1,1-1-1,0 1 1,-1 0-1,1-1 1,0 1 0,-1 0-1,1 1 1,0-1-1,0 0 1,-1 2-12,-1 0 38,0 0 0,1 0-1,0 1 1,-1 0 0,2-1 0,-1 1 0,0 0 0,-1 4-38,0 1 73,-1 0-1,2 0 1,0 1 0,0-1 0,0 1-1,1-1 1,1 1 0,-1 6-73,2-10 34,-1 5 37,1 0 1,0 0-1,1 0 1,0 1-72,0-9 15,0 0 1,-1 0 0,1 0-1,0 0 1,0 0-1,1 0 1,-1-1-1,1 1 1,-1 0 0,1-1-1,0 1 1,0-1-1,0 1 1,0-1 0,0 0-1,1 1-15,5 2-14,-1-1 0,1 0-1,-1 0 1,1-1 0,0 0 0,1 0-1,-1-1 1,0 0 0,1-1 0,-1 0-1,1 0 1,-1 0 0,1-1 0,0-1-1,-1 1 1,9-3 14,-13 2-12,0 0 0,0-1 0,1 0 0,-1 0 0,-1 0 0,1 0 0,0 0 1,0-1-1,-1 0 0,0 0 0,1 0 0,-1 0 0,0 0 0,0-1 0,-1 1 0,1-1 0,-1 1 0,0-1 0,1-3 12,2-2-20,-1 1 0,0-1 0,-1 0 0,0-1-1,-1 1 1,1 0 0,-2-1 0,1-6 20,-1-57 642,-1 73-666,0 15-186,-1 13 246,0-11 45,1 0-1,1 0 1,0 0 0,2 3-81,-3-16 12,1 0 0,0 1 0,1-1 0,-1 0 0,1 0 0,-1 0 0,1 0 0,1 0-1,-1 0 1,0-1 0,1 1 0,0-1 0,0 0 0,0 0 0,0 0 0,0 0 0,1 0 0,1 1-12,-3-3-10,0 0 1,0 1-1,1-1 1,-1 0-1,1 0 1,-1 0-1,1-1 1,-1 1-1,1 0 1,-1-1-1,1 0 1,0 0-1,-1 1 1,1-2-1,0 1 1,-1 0-1,1 0 1,0-1-1,-1 0 1,1 1-1,-1-1 1,1 0-1,-1 0 10,2-2-54,0 1 1,0-1-1,0 1 1,-1-1-1,1 0 1,-1-1-1,0 1 0,0 0 1,0-1-1,0 0 1,-1 0-1,2-2 54,3-6-248,-1-1 0,0 0 0,-1 0 0,0 0 0,-1-1 0,0 1 0,-2-1 0,1 0 0,-2 0 0,1-9 248,-2 23 398,0 0-54,0 0-209,0 2-71,0 127 800,0-125-868,1 0-1,-1 0 1,1 1-1,-1-1 1,1 0-1,1 0 1,-1 0-1,0 0 1,1 0 0,0 0-1,0-1 1,0 1-1,0 0 1,1-1-1,0 0 1,-1 1-1,1-1 1,0 0-1,0-1 1,1 1-1,-1 0 1,1-1-1,-1 0 1,1 0-1,0 0 1,0 0 0,0-1-1,0 1 1,0-1-1,0 0 1,0 0-1,0 0 1,0-1-1,2 1 5,-4-1-59,1 0 1,0 0-1,0-1 0,0 1 0,-1 0 0,1-1 1,0 0-1,0 1 0,-1-1 0,1 0 1,-1-1-1,1 1 0,-1 0 0,1-1 59,0 0-107,0-1 0,-1 0-1,1 0 1,-1 0 0,0 0-1,0 0 1,0-1-1,0 1 1,0-1 0,0 0 107,3-9-456,0 0 0,0 0 0,-1-1 0,-1 0-1,2-13 457,-3-15 2461,-2 42-1749,0 0-300,0 13-36,1 3-225,1 0-1,0 0 1,1 1 0,0-1-1,3 5-150,11 30-1701,2-4-4016,-9-25-2050</inkml:trace>
  <inkml:trace contextRef="#ctx0" brushRef="#br0" timeOffset="2739.885">2205 737 11747,'0'0'4430,"0"0"-2770,0 0-825,0 0-9,0 0-104,0 0-176,10 22-26,-3-7-411,1 1 31,0 1 0,-2 0 1,0 0-1,0 0 0,-2 1 0,0 0 1,-1 0-1,0 10-140,1 352 1783,-5-228-1580,1-140-189,1-8-10,-1 1 0,0 0-1,0-1 1,0 1 0,-1 0-1,0-1 1,0 1 0,0 0-1,0-1 1,-1 1 0,1-1-1,-2 2-3,3-6-2,0 0 0,0 1 1,-1-1-1,1 0 0,0 0 0,0 0 0,0 0 0,0 0 0,-1 0 0,1 1 1,0-1-1,0 0 0,0 0 0,0 0 0,-1 0 0,1 0 0,0 0 0,0 0 0,0 0 1,-1 0-1,1 0 0,0 0 0,0 0 0,0 0 0,0 0 0,-1 0 0,1 0 0,0 0 1,0 0-1,0 0 0,-1 0 0,1 0 0,0 0 0,0 0 0,0 0 0,0-1 1,-1 1-1,1 0 0,0 0 0,0 0 0,0 0 0,0 0 0,0 0 0,-1-1 0,1 1 1,0 0-1,0 0 0,0 0 0,0-1 0,0 1 0,0 0 0,0 0 0,0 0 0,0 0 1,0-1-1,0 1 0,0 0 0,0 0 2,-3-9-238,1-1-1,1 1 1,-1-1 0,2 1 0,-1-1 0,1 1-1,1-1 1,0-2 238,0-20-876,0 1-544,2 0 0,0 1 0,8-28 1420,29-91-3462,-11 46 3561,-23 89 1513,-6 14-1556,0 0 0,0-1-1,1 1 1,-1 0-1,0 0 1,0 0 0,0 0-1,0 0 1,1 0 0,-1 0-1,0 0 1,0 0 0,0 0-1,0 0 1,1 0-1,-1 0 1,0 0 0,0 0-1,0 0 1,0 0 0,1 0-1,-1 0 1,0 0 0,0 0-1,0 0 1,0 0-1,0 0 1,1 0 0,-1 0-1,0 0 1,0 0 0,0 0-1,0 1 1,0-1-1,1 0 1,-1 0 0,0 0-1,0 0 1,0 0 0,0 1-56,11 22 1873,-11-23-1877,4 10 323,1 0 0,-1 0 0,2 0 0,-1-1 0,1 1 0,1-1 0,5 6-319,-9-12 23,-1 0 0,1 0 0,0-1-1,1 1 1,-1-1 0,0 1 0,1-1 0,-1 0-1,1 0 1,0-1 0,-1 1 0,1-1 0,0 0-1,0 0 1,0 0 0,0 0 0,0-1 0,0 1-1,1-1 1,-1 0 0,0-1 0,1 1-23,-2-1-25,-1 0 0,0 0 0,1 0 0,-1-1 0,0 1 0,0-1 0,0 1-1,0-1 1,0 0 0,0 0 0,0 0 0,0 0 0,-1 0 0,1 0 0,-1 0 0,0 0 0,0-1 0,1 1 0,-1 0 0,0-2 25,5-11-474,-1-1 0,3-13 474,-6 23-138,2-15-173,0 1 0,-2-1 1,-1 0-1,0 1 0,-2-5 311,1 16-4,-7 12 302,5 2-233,-1 0 0,1 1 0,1 0 1,-1-1-1,1 1 0,0 0 0,0 0 1,1 0-1,0 0 0,0 0 0,0 0-65,0 3 124,-1 38 1168,2 23-1292,0-66 33,-1 0-1,0 0 1,1 0 0,0 0-1,0 0 1,0 0-1,1 0 1,-1 0-1,1 0 1,0 0 0,0 0-1,0-1 1,1 1-1,-1-1 1,1 0-1,0 0 1,0 0 0,0 0-1,0 0 1,0-1-1,1 1 1,-1-1 0,1 0-1,-1 0 1,1 0-1,0 0 1,0-1-1,0 1 1,0-1 0,0 0-1,0-1 1,0 1-1,3-1-32,2 1 21,0-1 0,0 0 0,-1-1 0,9-1-21,-12 1-27,-1 0-1,0 0 0,0-1 0,0 0 1,0 0-1,0 0 0,0 0 0,0-1 1,-1 1-1,4-4 28,7-8-176,0 0 0,0-2 0,-2 1 0,0-2 0,0 0 0,-2 0 0,0-1 0,-1 0 1,-1-1-1,-1 0 0,0 0 0,-1-4 176,0 11 1447,-6 26 25,0-6-1671,0 16 420,-1-7-354,1 0 0,1 0 0,0 0 1,1 0-1,1 0 0,2 7 133,-2-19-483,-1-1 0,1 1 0,0-1 0,0 1 0,0-1 0,1 0-1,-1 0 1,1 0 0,0-1 0,0 0 0,0 1 0,1-1 0,-1-1 0,1 1 0,0-1 0,0 1-1,0-1 1,0-1 0,0 1 0,2 0 483,22 2-4978</inkml:trace>
  <inkml:trace contextRef="#ctx0" brushRef="#br0" timeOffset="3137.657">3197 1030 6793,'0'0'4205,"0"0"-1469,0 0-147,0 0 96,0 0-455,0 0-758,-14-19-492,-45-57-341,57 74-606,0 0 0,0 0-1,0 0 1,0 0 0,0 0-1,-1 1 1,1-1 0,-1 1-1,1-1 1,-1 1 0,0 0-33,2 0 21,-1 1 1,1 0 0,-1 0 0,0 0 0,1 0 0,-1 0 0,1 0-1,-1 0 1,1 0 0,-1 0 0,1 1-22,-8 0 91,7-1-81,-1 0-1,1 0 1,-1 1 0,1-1 0,-1 1-1,1-1 1,0 1 0,-1 0 0,1 0-1,0 0 1,0 0 0,-1 0-1,1 0 1,0 1 0,0-1 0,0 1-1,-1 1-9,1 0 6,-1 0 0,0 1-1,1 0 1,-1-1 0,1 1-1,0 0 1,1 0 0,-1 0-1,0 4-5,-2 6-9,1 0 1,1 0-1,0 0 0,1 0 0,1 11 9,0-23-11,0-1-1,0 0 1,0 1-1,1-1 1,-1 1-1,0-1 1,1 1 0,-1-1-1,1 0 1,0 1-1,-1-1 1,1 0-1,0 0 1,0 1 0,0-1-1,0 0 1,0 0-1,0 0 1,0 0-1,0 0 1,0 0 11,2 1-43,0-1-1,0 1 1,0-1 0,0 1 0,0-1-1,0 0 1,0 0 0,0 0 0,1-1-1,-1 1 44,2 0-100,0-1-1,0 0 1,0 0 0,0 0-1,1 0 1,-1-1-1,0 1 1,0-1-1,0-1 1,-1 1-1,1-1 1,0 1-1,0-1 1,0-1 100,0-1-94,0 0 1,0-1-1,-1 1 1,1-1-1,-1 0 1,0 0-1,0 0 1,-1-1-1,1 1 1,-1-1-1,0-2 94,4-7-101,-1-1 1,-1 0-1,3-14 101,-8 76 1635,1-17-1240,-1-21-311,0 1 1,1-1-1,1 0 1,-1 1-1,1-1 0,1 0 1,-1 0-1,3 3-84,-4-8-30,-1-1 1,1 0-1,0 0 0,0 0 0,1 0 0,-1 0 0,0-1 0,1 1 0,-1 0 0,1 0 1,-1-1-1,1 1 0,0-1 0,0 0 0,0 1 0,0-1 0,0 0 0,0 0 0,0 0 1,0 0-1,0-1 0,0 1 0,0 0 0,1-1 0,-1 0 0,0 1 0,0-1 0,1 0 1,-1 0-1,0 0 0,1-1 0,-1 1 0,1-1 30,-1 1-222,-1-1 1,1 0-1,-1 0 1,1 0-1,-1 0 0,1 0 1,-1 0-1,0 0 1,1 0-1,-1-1 0,0 1 1,0-1-1,0 1 0,0-1 1,0 1-1,0-1 1,0 1-1,-1-1 0,1 0 1,0 1-1,-1-1 1,0 0-1,1-1 222,7-29-6361</inkml:trace>
  <inkml:trace contextRef="#ctx0" brushRef="#br0" timeOffset="4234.035">3357 159 1824,'0'0'9341,"0"0"-5827,0 0-2691,0 0-167,0 0 470,0 0-67,8 28-257,2 2-560,3 8 250,-2 0-1,-2 1 1,2 27-492,1 33 1715,-3 49-1715,-6 102 868,-3-219-813,0-20-44,-1 11 12,2 0 1,0 0-1,2 0 0,0 0 1,1 1-24,-3-21-2,-1 0 1,1 0-1,0 0 1,0 0 0,-1 0-1,1-1 1,1 1-1,-1 0 1,0 0-1,0-1 1,0 1-1,1-1 1,-1 1 0,1-1-1,-1 1 1,1-1-1,0 0 1,0 0-1,-1 0 1,1 0-1,0 0 1,0 0 0,0-1-1,0 1 1,0-1-1,0 1 1,0-1-1,0 0 1,0 1-1,0-1 1,0 0 0,0 0-1,0-1 1,0 1-1,1 0 2,3-1-130,0-1 0,0 1 0,0-1 0,-1 0 0,1 0 0,0-1 0,-1 0 0,0 0 0,1 0 0,-1 0 0,1-2 130,4-4-522,-1 1-1,1-2 0,-2 1 0,1-1 0,-1-1 0,-1 0 0,2-2 523,-5 5-84,0 0 1,-1 0-1,1 0 0,-1 0 1,-1-1-1,0 0 0,0 1 1,-1-1-1,0 0 0,0-8 84,-1 39 3642,0 80-1972,1-98-1731,-1 0-1,1 0 0,-1-1 1,1 1-1,0 0 0,0-1 1,1 1-1,-1 0 0,1-1 1,0 0-1,0 1 0,0-1 1,0 0-1,0 0 1,1 0-1,-1 0 0,1-1 1,0 1-1,0-1 0,0 1 1,0-1-1,0 0 0,1 0 1,-1 0-1,0-1 0,1 1 1,0-1-1,-1 0 0,1 0 1,0 0-1,-1-1 1,1 1-1,0-1 0,0 0 1,0 0-1,0 0 0,-1 0 1,1-1-1,0 1 0,0-1 62,0-1-193,-1 1-1,0 0 0,1-1 0,-1 0 1,0 0-1,0 0 0,0 0 0,0-1 0,0 1 1,0-1-1,-1 1 0,1-1 0,-1 0 1,1 0-1,-1 0 0,0 0 0,-1-1 1,1 1-1,-1-1 0,2-2 194,0-3-354,1 0 0,-2 0 1,1-1-1,-1 1 0,-1-1 0,0 1 0,0-8 354,-1-11 1597,0 27 911,0 16-1644,-1 38 4,0-23-230,1 0 0,1 0 0,2 2-638,-3-29 51,1 1 0,0-1 0,0 1 0,0-1-1,0 0 1,1 0 0,-1 1 0,1-1 0,0 0 0,0 0-1,0-1 1,0 1 0,0 0 0,3 1-51,-3-2 10,-1-1 1,1 1 0,0-1-1,0 0 1,0 0 0,1 0-1,-1 0 1,0 0 0,0 0-1,1 0 1,-1-1-1,0 1 1,1-1 0,-1 0-1,0 0 1,1 1 0,-1-2-1,1 1 1,-1 0 0,0 0-1,1-1 1,0 0-11,-1 0-48,0 0-1,0 0 1,1 0 0,-1 0 0,0-1-1,-1 1 1,1-1 0,0 0 0,0 1-1,-1-1 1,1 0 0,-1 0 0,1 0-1,-1 0 1,0 0 0,0 0 0,1-2 48,17-45-1186,-14 33 602,-5 15 522,15-40-1441,1 1 1,1 1-1,5-4 1503,-22 43 101,0-1 1,0 1 0,1 0-1,-1-1 1,0 1 0,0-1-1,0 1 1,1 0-1,-1-1 1,0 1 0,1 0-1,-1-1 1,0 1 0,0 0-1,1-1 1,-1 1 0,1 0-1,-1 0 1,0-1-1,1 1 1,-1 0 0,1 0-1,-1 0 1,0 0 0,1 0-102,3 9 1247,-5 28-411,1-26-297,0 9-91,-1-1 54,2 0 1,0 0 0,3 13-503,-3-26 114,1 1 0,0 0-1,0-1 1,1 1 0,0-1 0,0 0 0,0 0 0,1 0 0,0 0 0,0-1 0,0 1-1,2 0-113,-1-1 112,0 0 0,1 0 0,-1-1 0,1 0 0,0 0 0,1 0 0,-1-1 0,1 0 0,-1 0 0,1-1 0,0 1 0,1-1-112,8 1 96,0 0 0,1-1 1,-1-1-1,14-1-96,-26 0-24,1 0 1,0 0-1,0-1 0,0 1 1,-1-1-1,1 0 0,0-1 1,-1 1-1,1-1 1,-1 0-1,0 0 0,1 0 1,-1-1-1,0 0 0,0 0 1,-1 0-1,1 0 1,0 0-1,-1-1 0,0 1 1,0-1-1,0 0 1,0 0-1,-1 0 0,0 0 1,1-1-1,-2 1 0,2-3 24,1-4-111,-1 0-1,0 0 0,0-1 1,-1 1-1,-1-1 0,0 1 1,-1-1-1,0-5 112,0 17-2,0-1 1,0 0 0,0 0-1,-1 0 1,1 0 0,0 0-1,-1 1 1,1-1-1,-1 0 1,1 0 0,0 0-1,-1 1 1,0-1-1,1 0 1,-1 1 0,1-1-1,-1 0 1,0 1-1,0-1 1,1 1 0,-1-1-1,0 1 1,0 0-1,1-1 1,-1 1 0,0 0-1,0-1 1,0 1-1,0 0 1,0 0 0,1 0-1,-1 0 1,-1 0 1,-1-1 8,0 1-1,-1 0 1,1 0 0,0 0 0,0 1 0,-1-1-1,1 1 1,0-1 0,-2 2-8,0 0 39,1 1 0,0 0 0,-1-1 0,1 2 0,0-1 0,1 0-1,-1 1 1,1-1 0,-1 1 0,1 0 0,0 0 0,1 1 0,-1-1 0,1 1 0,0-1 0,-1 4-39,-1 1 55,0 0 1,1 1-1,0 0 1,1-1-1,0 1 1,1 0-1,0 0 1,1 1-56,0-9-248,-1 2 395,1 0 0,1 1 0,-1-1 0,1 0 0,-1 0 0,2 4-147,7 3-1629,-8-10 1048,0 0-1,0-1 1,0 1 0,0-1-1,0 1 1,1-1 0,-1 0-1,0 0 1,0 1-1,0-1 1,1 0 0,-1 0-1,0 0 582,-1 0-7148</inkml:trace>
  <inkml:trace contextRef="#ctx0" brushRef="#br0" timeOffset="4567.852">3344 550 7330,'0'0'10082,"0"0"-7458,0 0-1359,0 0 447,162-8-720,-110 8-704,-2 3-288,-13 13-2024,-16-10-5690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6T13:14:57.9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1 651 4545,'0'0'3801,"0"0"2436,0 0-3210,0 0-1338,0 0 143,0 0-645,0-3-752,0-3-384,-1 2-32,3 8-13,-1-3-7,-1 0 0,1 0 0,-1-1 0,0 1 0,1-1 0,0 1 0,-1 0 0,1-1 0,-1 1 0,1-1 0,0 1 0,-1-1 0,1 1 0,0-1 0,-1 0 0,1 1 0,0-1 0,0 0 0,0 0 0,-1 1 0,1-1 0,0 0 0,0 0 0,0 0 1,24 1-98,-17-1 45,3 0-2,-3 0-190,0 0-1,0 0 0,-1-1 0,1 0 0,0 0 0,0-1 0,0 0 246,-6 2-20,-1-1 0,1 0 1,0 0-1,0 0 0,-1 0 0,1 0 0,0-1 1,-1 1-1,1 0 0,-1-1 0,0 1 1,1-1-1,-1 1 0,0-1 0,0 0 0,0 0 1,0 1-1,0-1 0,-1 0 0,1 0 1,0 0-1,-1 0 0,0 0 0,1 0 0,-1 0 1,0 0-1,0 0 0,0 0 0,0-1 20,0 2 35,0 1 0,0 0-1,0-1 1,0 1 0,0 0-1,0 0 1,0-1 0,0 1-1,0 0 1,-1-1 0,1 1 0,0 0-1,0 0 1,0-1 0,0 1-1,0 0 1,-1 0 0,1 0-1,0-1 1,0 1 0,0 0-1,-1 0 1,1 0 0,0-1-1,0 1 1,-1 0 0,1 0-1,0 0 1,0 0 0,-1 0 0,1 0-1,-1-1-34,-11 3 517,9-2-464,1 1 1,0 0-1,-1 0 1,1 0 0,0 0-1,0 1 1,0-1-1,0 1 1,-2 1-54,-1 3 94,1 0-1,0 1 1,0 0 0,0 0 0,1 0-1,0 0 1,0 1 0,1-1 0,0 1 0,-1 5-94,0 7 168,1 1 1,0 0 0,2 10-169,-1-25-2,1-1 0,0 1-1,1 0 1,-1 0 0,1-1 0,0 1 0,1 0-1,0-1 1,-1 0 0,2 1 0,-1-1-1,0 0 1,1 0 0,0 0 0,1 0 0,-1-1-1,1 1 1,-1-1 0,1 0 0,1 0-1,1 2 3,1-1-215,1 1-1,0-1 1,1 0-1,-1-1 1,1 0-1,0 0 0,0-1 1,0 0-1,0-1 1,9 2 215,10-1-2446,0-1 0,0-1 0,1-1 2446,-14 0-1853,42 0-10043</inkml:trace>
  <inkml:trace contextRef="#ctx0" brushRef="#br0" timeOffset="361.334">457 626 1816,'0'0'3544,"0"0"2169,0 0-3124,0 0-1555,0 0 205,0 0-82,24 22-507,73 77-399,-91-94-242,-1 1 0,1 0-1,-1 0 1,-1 1 0,1-1-1,-1 1 1,0 0 0,-1 0-1,0 1 1,0-1 0,1 5-9,0-1-14,-2-2-53,0-1 0,0 0 0,-1 1 0,0-1 0,0 1 0,-1-1 1,0 1-1,-1 4 67,1-12-1,0-1 0,0 1 0,0 0 0,0-1 0,-1 1 0,1-1 0,0 1 0,-1 0 0,1-1 0,0 1 0,-1-1 0,1 1 0,-1-1 0,1 1 0,-1-1 0,1 1 0,-1-1 0,1 0 0,-1 1 0,1-1 0,-1 0 0,1 1 1,-1-1-1,0 0 1,-22 5 3,14-5 17,1 0 1,-1-1 0,0 0-1,0-1-20,5 2 57,1-2-1,-1 1 1,1 0-1,0-1 0,-1 1 1,1-1-1,0 0 1,0 0-1,0 0 0,1-1 1,-1 1-1,0-1 0,1 1 1,-1-1-1,1 0 1,0 0-1,0 0 0,0 0 1,1 0-1,-1-1 1,1 1-1,-1-1 0,1 1 1,0-1-1,1 1 0,-1-1 1,1 1-1,-1-1 1,1 1-1,0-1 0,0 0 1,1-3-57,-1 5 33,1 0 0,-1-1 0,1 1 0,0 0 0,0 0 0,0-1 0,0 1 0,0 0 0,0 0 0,1 0 0,-1 0 0,1 0 0,-1 1 0,1-1 0,0 0 0,0 1 0,0-1 0,1 0-33,8-5 75,-1 0 0,1 1 1,4-1-76,5-3 97,3-3-175,-5 4-260,0-1 0,-1-1 1,0-1 337,-11 7-597,-1 0 1,1 0-1,-1 0 1,0-1-1,-1 1 1,1-1 0,-1 0-1,0-1 1,-1 1-1,2-4 597,6-20-6579</inkml:trace>
  <inkml:trace contextRef="#ctx0" brushRef="#br0" timeOffset="1279.972">813 0 3569,'0'0'8049,"0"0"-3338,0 0-3216,0 0-846,0 0 41,0 0 178,10 26-61,-4-9-666,9 21 184,-2 1 0,-2 1 0,-1-1 0,-2 2-325,24 175 1159,-9 1-1,-7 127-1158,-16-338-29,0 12-25,0-18 54,0 1-1,0-1 0,0 0 1,0 1-1,0-1 1,-1 0-1,1 1 0,0-1 1,0 1-1,0-1 1,0 0-1,0 1 0,-1-1 1,1 0-1,0 1 1,0-1-1,-1 0 0,1 0 1,0 1-1,0-1 1,-1 0-1,1 0 0,0 1 1,-1-1-1,1 0 0,0 0 1,-1 0-1,1 1 1,0-1-1,-1 0 0,1 0 1,0 0-1,-1 0 1,1 0-6,-1-1 0,1 1 0,-1-1 0,1 0 0,-1 1 0,1-1 0,-1 1 0,1-1 0,0 0 0,-1 1 0,1-1 0,0 0 0,0 1 0,0-1 0,-1 0 0,1 1 0,0-1 0,0 0 0,0 0 0,0 1 0,0-1 0,0 0 0,0 1 0,0-1 6,1-27-481,-1 21 171,0-3-29,1 1 0,1 0 0,0 0 0,0-1 0,0 1 0,1 0 0,1 1-1,0-1 1,3-5 339,-2 3-259,2 1 0,-1 0-1,2 0 1,-1 0-1,1 1 1,1 0 0,2-3 259,-8 11 17,-1-1 0,1 0 0,0 1-1,-1 0 1,1-1 0,0 1 0,0 0 0,0 1 0,0-1 0,0 0 0,0 1 0,0-1 0,0 1-17,44 1 953,-23 0-585,-9-1-291,1 0-1,-1-1 1,0 0 0,0-2-1,0 1 1,1-2-77,-13 3-32,1 0 0,-1-1 0,0 1 1,1-1-1,-1 1 0,0-1 0,0 0 1,0 0-1,0-1 0,0 1 0,-1-1 1,1 1-1,-1-1 0,1 0 1,-1 0-1,0 0 0,0 0 0,0 0 1,-1 0-1,1-1 0,-1 1 0,0-1 1,1 1-1,-2-1 0,1 1 0,0-1 1,-1 1-1,1-2 32,-1-1-17,0 3 0,1 0 1,-1 1-1,0-1 1,0 0-1,0 1 1,-1-1-1,1 0 1,-1-1 16,1 4-1,-1-1 0,1 0 0,0 0 0,-1 1 0,1-1 0,-1 1 0,0-1 0,1 0 0,-1 1 0,1-1 0,-1 1 0,0-1 0,1 1 0,-1 0 0,0-1 0,0 1-1,1 0 1,-1-1 0,0 1 0,0 0 0,0 0 0,1 0 0,-1-1 0,0 1 0,0 0 0,0 0 0,1 0 0,-1 0 0,0 1 1,-1-2 19,0 1 0,0 0-1,0 0 1,0 0 0,0 1-1,0-1 1,0 0 0,0 1 0,0-1-1,0 1 1,0-1 0,0 1-1,1 0 1,-1 0 0,0 0 0,0 0-1,1 0 1,-1 0 0,1 1-1,-1-1 1,1 1 0,-1-1 0,1 1-1,0-1 1,0 1 0,0-1-1,0 1 1,0 0 0,0 0 0,0 0-1,1 0 1,-1-1 0,1 1-1,-1 1-18,-4 15 272,2 0-1,0 0 0,0 1 0,2-1 1,0 1-1,1-1 0,3 13-271,-3-18 96,0-8-83,1 0-1,0-1 1,0 1 0,0 0-1,0-1 1,1 1-1,-1-1 1,1 1-1,0-1 1,1 0-1,-1 0 1,1 0-1,0 0 1,0 0-1,0 0 1,0-1-1,1 0 1,-1 1-1,1-1 1,0-1-1,0 1 1,0 0 0,0-1-1,1 0 1,-1 0-1,0 0 1,1-1-1,0 1 1,-1-1-1,1 0 1,0-1-1,0 1 1,1-1-13,1 1-50,1 0 0,-1-1 0,0 0 1,1-1-1,-1 0 0,0 0 0,1 0 0,1-2 50,-4 1-69,0 1-1,-1-2 1,1 1-1,-1-1 0,0 1 1,0-1-1,0 0 1,0-1-1,0 1 0,-1-1 1,1 1-1,1-3 70,4-7-101,0-1 0,-1 0-1,-1 0 1,0 0 0,0-1 0,-2 0-1,0 0 1,0 0 0,-2-1 0,0 0-1,0 1 1,-2-1 0,0 0 0,-1-10 101,0 26 322,0 0-112,-1 13 184,-4 20 21,0-9 76,2 1 0,-1 24-491,4-36 59,-1-7-36,1 1 0,0-1 1,1 0-1,0 6-23,-1-11-2,1 1 1,-1-1-1,1 1 1,-1-1-1,1 0 1,-1 0-1,1 1 1,0-1-1,-1 0 1,1 0-1,0 0 1,0 0-1,0 0 1,0 0-1,0 0 1,0 0-1,0 0 1,0 0-1,1 0 1,-1-1-1,0 1 1,0-1-1,1 1 2,3 1-92,-1-1 0,1 0 0,0 0 0,-1 0 0,1 0 0,0-1 0,0 0 0,-1 0 0,1 0 0,0-1 0,0 1 0,0-1 0,-1 0 0,3-1 93,-1-1-285,1 1 0,-1-1 0,0-1 0,0 1 0,0-1 0,-1 0 0,1 0 0,-1-1 0,2-2 284,6-7-814,0-2 1,-1 0-1,-1 0 0,0-1 0,-1 0 0,3-9 814,-10 19 23,-1 5 199,-1-1 1,0 1-1,0-1 1,0 0 0,0 1-1,0-1 1,0 0 0,-1 0-1,1 0 1,-1 0-223,0 2 1387,0 12 524,-1 18-787,-2-1 1,-1 4-1125,-3 27 202,6-52-351,0-1 0,0 0 0,0 1-1,-1-1 1,0 0 0,-2 4 149,3-7-566,-1 0 0,0 0 0,0 1 0,0-1 0,0 0 0,0-1 0,-3 3 566,-10 5-5863</inkml:trace>
  <inkml:trace contextRef="#ctx0" brushRef="#br0" timeOffset="1611.198">1653 458 8874,'0'0'8234,"0"0"-6450,0 0-1160,0 0-472,0 0-152,0 0-1576,0 0-2761,24 78-4857</inkml:trace>
  <inkml:trace contextRef="#ctx0" brushRef="#br0" timeOffset="2640.122">1912 793 488,'0'0'7610,"0"0"-3869,0 0-1584,0 0 125,0 0-208,0 0-608,19 1-585,5 1-686,56 1 356,-80-3-545,1-1 1,0 1-1,-1 0 1,1-1-1,0 1 1,-1-1-1,1 1 1,0 0-1,-1-1 1,1 1-1,-1-1 1,1 0-1,-1 1 1,1-1 0,-1 1-1,1-1 1,-1 0-1,0 1 1,1-1-1,-1 0 1,0 1-1,0-1 1,1 0-1,-1 0 1,0 1-1,0-1 1,0 0-1,0 0 1,0 1 0,0-1-8,2-27-232,-2 26 215,0-11-46,0 10 15,1-1 0,-1 1 0,0 0 0,-1 0 0,1 0 0,0 0 0,-1 0 0,0-2 49,0 4-10,1 0 0,-1 1 0,1-1 0,-1 0 0,1 0 0,-1 0 1,0 1-1,0-1 0,1 0 0,-1 1 0,0-1 0,0 1 0,0-1 1,0 1-1,0-1 0,0 1 0,0-1 0,1 1 0,-1 0 0,0 0 0,0-1 1,0 1-1,0 0 0,0 0 0,-1 0 0,1 0 0,0 0 0,0 0 10,-1 0 11,0 0 0,0 0 1,0 0-1,0 1 0,0-1 0,0 0 0,0 1 0,1-1 0,-1 1 0,0 0 0,0-1 0,0 1 0,1 0 0,-1 0 0,0 0 0,0 1-11,0 0 54,0 1 1,0-1-1,0 1 0,0 0 1,1 0-1,-1-1 0,1 1 1,0 0-1,-1 3-54,-4 11 229,1 0 0,1 0 1,0 0-1,2 0 0,0 0 0,1 1 1,0-1-1,1 1 0,2 8-229,-1-23 18,-1 1 1,1 0-1,0 0 0,0-1 0,0 1 1,1-1-1,-1 1 0,1-1 1,0 1-1,0-1 0,0 0 0,0 0 1,1 0-1,-1 0 0,1 0 1,-1-1-1,1 1 0,0-1 0,0 0 1,1 1-1,-1-1 0,0-1 1,1 1-1,-1 0 0,3 0-18,5 1-125,1 1 0,0-2-1,1 0 1,-1 0 0,0-1-1,1 0 1,3-2 125,-11 1-76,-1 0 0,0 0 0,0 0 0,0-1 0,1 0 0,-1 0 0,0 0 0,0-1 0,0 1 0,-1-1 1,1 0-1,0 0 0,-1 0 0,1 0 0,-1-1 0,1 0 76,1-2-171,0 0 0,-1-1 1,1 1-1,-1-1 0,-1 0 1,1 0-1,-1 0 0,0-1 1,1-2 170,1-4-286,-1-1 0,-1 0 0,0 0 0,0 0-1,-1 0 1,-1 0 0,-1-6 286,1-32 1957,-1 35-391,0 17-1161,0 0-293,0 17 180,0 121 1401,0-134-1684,0-1 0,1 0-1,-1 1 1,1-1 0,0 0 0,-1 1 0,1-1 0,1 0-1,-1 0 1,0 0 0,1 0 0,0 0 0,0 0 0,0-1-1,0 1 1,1 1-9,-1-2-95,1 0-1,-1-1 0,1 1 0,-1 0 1,1-1-1,-1 0 0,1 0 0,0 0 1,0 0-1,-1 0 0,1 0 0,0-1 1,0 1-1,0-1 0,0 0 0,0 0 1,0 0-1,0 0 0,0-1 96,-1 1-118,0-1-1,0 0 1,0 0-1,0 0 1,0 0 0,0 0-1,0 0 1,0 0-1,0-1 1,0 1-1,0-1 1,-1 1 0,1-1-1,-1 0 1,1 0-1,-1 0 1,0 0-1,0 0 1,0 0 0,0 0-1,0 0 119,5-10-622,0-1 0,-2 1-1,1-3 623,-3 8-292,4-12-977,0-1 0,-2 0 0,2-16 1269,-4-6 1922,-2 42-1015,1 6 403,2 54 984,-2-32-1664,1 0 0,1 0 0,7 25-630,-8-46 32,0 0 0,0 0 0,0-1 0,1 1 0,0-1 0,0 1 0,1-1 1,0 0-1,0-1 0,0 1 0,1-1 0,0 1 0,0-1 0,0-1 0,0 1 0,1-1 0,4 3-32,-6-5 4,0 0 0,0-1 0,1 1 0,-1-1 0,0 0 0,2 0-4,-5-1-23,0 1 1,0-1-1,1 0 0,-1 0 0,0 0 1,0 0-1,1 0 0,-1 0 0,0 0 1,0 0-1,1 0 0,-1-1 1,0 1-1,0 0 0,0-1 0,1 1 1,-1-1-1,0 1 0,0-1 0,0 0 1,0 1-1,0-1 0,0 0 0,0 0 23,3-7-242,-1 0 0,0 0 0,0 0 0,-1 0 0,0 0 0,-1 0 0,1-8 242,2-10-763,4-15-589,-5 19 1064,1 0 1,1 0 0,1 0-1,1 1 1,7-17 287,-13 37 60,0-1 1,-1 1-1,1 0 0,0-1 0,-1 1 1,1 0-1,0 0 0,0 0 1,0-1-1,0 1 0,0 0 1,0 0-1,1 0 0,-1 1 0,0-1 1,0 0-1,1 0 0,-1 1 1,0-1-1,1 0 0,-1 1 1,1 0-1,-1-1 0,1 1 0,-1 0 1,1 0-1,-1 0 0,1 0-60,-1 1 67,-1 0 0,1 1 0,-1-1 0,1 1 0,-1-1 0,1 1 0,-1-1 0,0 1 0,0 0 0,0-1 0,0 1 0,0-1 0,0 1 1,0-1-1,-1 1-67,1 2 185,-1 38 804,0-17-311,0 1-1,4 18-677,-3-38 70,1 0 1,0 0-1,1 0 0,-1 0 1,1 0-1,0 0 0,0-1 1,1 1-1,0-1 0,0 1 1,0-1-1,1 0 0,1 2-70,-2-5 20,-1 0-1,0 0 0,1 0 1,-1 0-1,1-1 1,0 1-1,-1-1 0,1 0 1,0 1-1,0-1 0,0-1 1,0 1-1,0 0 1,1-1-20,7 2 77,0-2 1,0 0 0,4 0-78,3 0 82,-11-1-102,1 0 0,-1 0 1,1 0-1,-1-1 0,1 0 0,-1-1 0,0 0 0,0 0 1,0 0-1,-1-1 0,1 0 0,-1 0 0,0-1 0,0 1 0,0-1 1,0-1-1,2-3 20,-2 3-65,0-1 0,0-1 0,-1 1 0,0-1 0,-1 0 0,1 0 0,-2 0 0,1-1 0,-1 1 0,0-1 0,-1 0 0,0 0 0,0 0 0,0-7 65,-2 8-42,-1-20-43,1 28 88,0-1 0,-1 0 0,1 0 0,0 0 0,-1 0 0,1 0 0,-1 1 0,1-1 0,-1 0 0,1 0 0,-1 1 0,0-1 0,1 0 0,-1 1 1,0-1-1,0 1 0,1-1 0,-1 1 0,0-1 0,0 1 0,0-1 0,0 1 0,0 0 0,0 0 0,1-1 0,-2 1-3,-1-1 29,0 1 0,0 0 0,0-1-1,0 1 1,0 0 0,0 1 0,0-1-1,0 0 1,0 1 0,0 0 0,0-1 0,0 1-1,0 0 1,1 1 0,-1-1 0,0 0-1,-1 2-28,0 0 31,0 0 0,0 1 0,1-1 0,-1 1 0,1 0 0,0 0 0,0 0 0,0 0-1,1 0 1,-1 2-31,-3 6 28,2 0 0,-1 0 0,2 0-1,-1 0 1,2 0 0,0 1 0,0-1-1,1 7-27,0-7-206,1 46-1010,5-24-6290,-2-26-1987</inkml:trace>
  <inkml:trace contextRef="#ctx0" brushRef="#br0" timeOffset="2990.056">1389 148 11138,'0'0'7618,"0"0"-6330,0 0-632,0 0-312,16 193-344,-16-154-5001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6T13:15:07.2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67 94 2905,'0'0'6706,"0"0"-1877,0 0-2625,0 0-535,0 0 310,0 0-306,5-7-510,18-23-386,-22 29-723,0 0 0,-1 0-1,1 0 1,0 0 0,0 0 0,-1 0-1,1 0 1,-1-1 0,1 1 0,-1 0-1,0 0 1,1-1 0,-1 1 0,0 0-1,0 0 1,0-1 0,0 1-1,0 0 1,0-1 0,0 1 0,0 0-1,0 0 1,-1-1 0,1 1 0,-1 0-1,1 0 1,-1 0 0,1-1 0,-1 1-1,1 0 1,-1 0 0,0 0 0,0 0-1,0 0 1,0 0 0,0 0 0,0 0-1,0 1 1,0-1 0,0 0 0,0 1-1,0-1 1,0 0 0,0 1 0,-1-1-1,1 1 1,0 0 0,0-1-1,-1 1-52,-3-2-12,-1 1-1,1 0 1,0 0 0,-1 0 0,1 1 0,-1 0 0,1 0 0,-1 0 0,1 1 0,-1 0 11,5-1-8,0 1 0,0 0-1,0-1 1,0 1-1,0 0 1,0 0 0,0 0-1,0-1 1,1 1 0,-1 0-1,0 0 1,1 0-1,-1 0 1,0 1 0,1-1-1,0 0 1,-1 0 0,1 0-1,0 0 1,-1 0-1,1 1 1,0-1 0,0 0-1,0 0 9,-2 34-146,2-31 109,0-1-9,0 0 0,0 0 0,0 0-1,0 0 1,1 0 0,0 0 0,-1 0 0,1 0-1,0 0 1,0 0 0,1 2 46,0-3-41,-1-1 0,1 1 0,0 0-1,-1-1 1,1 1 0,0-1 0,0 0 0,0 1 0,0-1-1,0 0 1,0 0 0,1 0 0,-1-1 0,0 1 0,2 0 41,11 2-304,0-1 0,-1 0 0,1-1 0,0-1 0,0-1 0,5 0 304,-18 1-77,4-1-114,0 0 0,0 0 1,-1 0-1,1-1 0,0 0 0,2-1 191,15-5-542,-23 9 538,0-1 0,1 0-1,-1 1 1,0-1 0,1 1 0,-1-1-1,0 1 1,1-1 0,-1 1 0,0-1-1,0 1 1,1-1 0,-1 1 0,0-1-1,0 1 1,0-1 0,0 1-1,0 0 1,0-1 0,0 1 0,0-1-1,0 1 1,0-1 0,0 1 0,0-1-1,-1 1 5,1 2 3,3 10-339,-1-1 0,1 1-1,1-1 1,0 0 0,5 10 336,-5-14-1263,4 8-4053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6T13:15:07.5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15211,'0'0'4377,"0"0"-3865,0 0-512,0 0-112,0 0-72,0 0-2736,0 0-3730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6T13:15:24.4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0 793 3609,'0'0'7912,"0"0"-3720,0 0-2395,0 0-59,24-19-331,74-59-777,-91 73-594,-1 0 1,0 0 0,-1-1-1,1 0 1,-1 0 0,0 0-1,-1 0 1,0-1-1,0 0 1,0 0 0,0 0-1,-1-2-36,3-3 66,3-11 19,-1-1-1,-1 0 1,-1 0 0,-1 0-1,-2-1 1,2-21-85,-3-21 117,-6-63-117,1 105-41,-1 0-1,0 0 0,-2 1 0,-1 0 0,-1 0 0,-1 0 0,-3-1 42,12 24 9,0 0 0,-1-1 1,1 1-1,-1 0 0,1 0 0,-1 0 0,1 0 1,-1 0-1,1 1 0,-1-1 0,0 0 0,0 0 1,1 0-1,-1 0 0,0 1 0,0-1 0,0 0 1,0 1-1,-1-1-9,2 1 4,-1 0 0,1 0 1,-1 1-1,1-1 0,-1 0 1,1 0-1,-1 1 0,1-1 1,-1 0-1,1 1 0,0-1 1,-1 0-1,1 1 0,-1-1 1,1 1-1,0-1 0,-1 1 1,1-1-1,0 1 0,0-1 1,0 1-1,-1-1 0,1 1 1,0-1-1,0 1 1,0 0-5,-3 8 27,1 1 1,0-1 0,0 9-28,-13 193 2254,9 102-2254,6-290-199,2 0 1,0-1-1,2 1 1,0-1 0,1 0-1,2 0 1,0-1 0,1 0-1,9 17 199,-7-21-1366,0 1 0,1-2-1,1 1 1367,0-2-2562,0-1 0,1-1 0,5 5 2562,22 12-10848</inkml:trace>
  <inkml:trace contextRef="#ctx0" brushRef="#br0" timeOffset="394.424">629 862 1480,'0'0'8760,"0"0"-4288,0 0-2236,0 0 44,0 0-131,-4-25-558,-15-77-550,19 99-987,-1 0-1,0 0 1,0 0-1,0 0 1,0 0-1,0 0 1,-1 0-1,1 1 0,-1-1 1,0 1-1,0-1-53,2 2 26,-1 1 0,0-1 0,0 0-1,0 1 1,0-1 0,0 1-1,0-1 1,0 1 0,0-1-1,0 1 1,0 0 0,0 0-1,0-1 1,0 1 0,-1 0-26,-2-1 85,-3 0-72,0 0 0,0 0-1,0 1 1,-1-1 0,1 1 0,0 1 0,0 0 0,0 0-1,0 0 1,0 0 0,1 1 0,-1 1 0,0-1 0,1 1-1,-1 0 1,1 0 0,0 1 0,0 0 0,1 0-1,-1 0 1,1 1 0,-1 0 0,2 0 0,-1 0 0,0 1-1,1-1 1,0 1 0,0 0 0,1 0 0,0 1 0,0-1-1,0 1 1,1-1 0,0 1 0,0 0 0,1 0 0,0 0-1,0 0 1,0 5-13,1-10-5,0 0-1,0 1 1,1-1-1,-1 0 1,1 0-1,-1 0 1,1 0 0,0 1-1,-1-1 1,1 0-1,0 0 1,0-1-1,1 1 1,-1 0-1,0 0 1,1 0-1,-1-1 1,1 1 0,-1-1-1,1 1 1,0-1-1,0 0 1,0 1-1,0-1 1,0 0-1,0 0 1,0-1 0,0 1-1,0 0 1,0-1-1,0 1 1,1-1 5,9 3-133,1-2 0,0 1 0,-1-2 0,1 0 0,4 0 133,2-1-314,-13 1 217,0 0 0,0 0 0,0-1 1,0 0-1,0 0 0,0 0 0,3-2 97,-7 2 20,0 1-1,0-1 1,-1 0-1,1-1 1,0 1-1,0 0 1,-1 0-1,1-1 0,0 1 1,-1-1-1,0 0 1,1 1-1,-1-1 1,0 0-1,0 0 1,0 1-1,0-1 0,0 0 1,0 0-1,-1 0 1,1 0-1,0-1-19,-1 2 30,0 1-1,0 0 1,0 0 0,0 0-1,0 0 1,0 0-1,0 0 1,0-1 0,0 1-1,0 0 1,0 0 0,0 0-1,0 0 1,0 0-1,0 0 1,0-1 0,0 1-1,1 0 1,-1 0-1,0 0 1,0 0 0,0 0-1,0 0 1,0 0 0,0 0-1,0 0 1,0 0-1,1 0 1,-1 0 0,0-1-1,0 1 1,0 0-1,0 0 1,0 0 0,0 0-1,1 0 1,-1 0 0,0 0-1,0 0 1,0 0-1,0 0 1,0 0 0,1 0-1,-1 1-29,6 4 211,5 10-565,-10-14 464,21 31-2589,11 10 2479,8 3-7233,-20-27 840</inkml:trace>
  <inkml:trace contextRef="#ctx0" brushRef="#br0" timeOffset="774.246">1309 536 7978,'0'0'880,"0"0"4809,0 0-4505,0 0-271,0 0 1367,0 0-704,110 148-463,-94-70-193,0 11-72,-6 12-192,1 2-352,-6 0-128,-3-5-176,4-11-24,-4-12-896,1-11-1721,-3-19-2104,0-23-3128</inkml:trace>
  <inkml:trace contextRef="#ctx0" brushRef="#br0" timeOffset="1170.479">1367 829 9498,'0'0'4129,"0"0"-2307,0 0-434,-7-25 112,-19-77-287,25 99-1160,0 0 1,0 1 0,1-1 0,-1 0-1,1 0 1,0 0 0,0 0 0,0 0-1,0 0 1,0 1 0,0-1 0,1 0-1,-1 0 1,1 0 0,0 0 0,0 1-1,1-3-53,-1 3 24,1 1 1,-1 0-1,1-1 0,0 1 0,-1 0 0,1 0 0,0 0 0,0 0 0,-1 0 1,1 1-1,0-1 0,0 0 0,0 1 0,0-1 0,1 1-24,6-2 27,9-3-15,0 1-1,0 1 0,1 1 1,16 0-12,75 3-114,-105 0 104,11 0-60,1 0 1,-1 2-1,0 0 0,1 1 1,-2 0-1,1 2 0,0-1 1,8 6 69,-17-7-52,1 0 0,-1 1 0,0 0 0,-1 0 0,1 0 0,-1 1 0,0 0 0,1 3 52,-3-5-45,-1 1 0,0-1 1,0 1-1,-1 0 0,1 0 1,-1 0-1,0 0 0,0 1 1,-1-1-1,0 0 0,0 1 1,0-1-1,0 1 45,-1-3-5,0 0-1,0 0 0,0 0 1,0 1-1,0-1 0,-1 0 1,1 0-1,-1 0 1,0 0-1,0 0 0,0 0 1,0 0-1,-1 0 1,1 0-1,-1-1 0,0 2 6,-1-1 31,0 0-1,-1 0 0,1 0 0,0 0 1,-1 0-1,0-1 0,0 0 0,0 0 0,0 0 1,0 0-1,-1 0-30,-9 3 228,1-1 0,-1 0 0,0-2 0,0 1 0,-13-1-228,-18 0 1125,-9-2-1125,13-1 437,40 1-431,-3 0 44,0 0 0,0 0 1,0 0-1,0-1 0,0 0 0,-3 0-50,6 0-1,1 1 0,-1 0-1,0 0 1,1-1 0,-1 1-1,1 0 1,-1-1 0,1 1 0,-1-1-1,1 1 1,-1-1 0,1 1-1,0-1 1,-1 1 0,1-1-1,-1 1 1,1-1 0,0 1-1,0-1 1,-1 0 0,1 1-1,0-1 1,0 0 0,0 1-1,0-1 1,0 0 0,0 1-1,-1-1 1,2 0 0,-1 1-1,0-1 1,0 0 0,0 1-1,0-1 1,0 1 0,0-1-1,1 0 1,-1 1 0,0-1-1,1 1 1,-1-1 0,0 0-1,1 1 1,-1-1 0,1 1 1,1-3-99,0 1 1,0 0-1,0 0 0,0 0 1,0 0-1,1 0 0,-1 1 1,1-1-1,-1 1 0,1-1 1,0 1-1,0 0 1,-1 0-1,4 0 99,1-2-161,19-6-1098,2 1 0,-1 1 1,1 1-1,20-1 1259,13 2-2282,41 3 2282,-97 2 157,0 0 1,0 1-1,0 0 1,0 0-1,0 0 1,-1 0-1,1 1 1,0 0-1,-1 0 1,1 0-1,-1 1 1,0-1-1,0 1 1,0 0 0,0 0-1,0 1 1,-1-1-1,1 1 1,-1-1-1,0 1 1,2 4-158,-2-3 0,0 0 0,0 1 1,0-1-1,-1 0 0,0 1 0,-1-1 1,1 1-1,-1 0 0,0-1 0,0 1 1,-1 0-1,1 0 0,-1 0 0,-1-1 1,1 1-1,-1 0 0,0 0 0,-1 3 0,1-5-215,0-1 1,-1-1-1,1 1 0,-1 0 0,0 0 0,1 0 0,-1-1 0,-2 2 215,-16 15-3665</inkml:trace>
  <inkml:trace contextRef="#ctx0" brushRef="#br0" timeOffset="1502.969">1830 555 12219,'0'0'4513,"0"0"-3617,0 0 488,0 0-1384,0 0-72,0 0-1576,0 0-2257,26 64-2961</inkml:trace>
  <inkml:trace contextRef="#ctx0" brushRef="#br0" timeOffset="1834.815">2066 860 1792,'0'0'1806,"0"0"2707,0 0-1108,0 0-1250,0 0-219,0 0-567,24 2-703,26 2-386,1-2-280,-47-1 9,-1-2 0,1 1 0,-1 0 0,0-1 0,0 1 0,1-1 0,-1 0 0,0 0 0,0 0 0,0 0-1,1-1-8,-3 1 3,1-1 0,0 1 0,-1 0 0,1-1 0,-1 1 0,1-1 0,-1 0 0,0 1 0,0-1 0,1 0-3,2-4 5,-1 0 78,1 0 0,-1 1-1,0-1 1,0-1 0,-1 1 0,0 0 0,0-1 0,0 1 0,-1-1 0,0 1 0,-1-1 0,1 0 0,-1-5-83,-1 11 42,1 0-1,0 1 0,-1-1 0,1 0 1,-1 1-1,1-1 0,-1 1 1,1-1-1,-1 1 0,1-1 0,-1 1 1,0-1-1,1 1 0,-1-1 0,0 1 1,1 0-1,-1-1 0,0 1 0,0 0 1,1 0-1,-1 0 0,0-1 0,0 1 1,0 0-1,1 0 0,-1 0 0,0 0 1,0 0-1,1 0 0,-1 1-41,-2-2 36,0 1 0,1 0 0,-1 1 0,0-1 0,0 0 0,1 1 0,-1 0 0,1-1 0,-1 1 0,0 1-36,-2 1 87,1 0 0,0 1 1,0 0-1,0 0 0,0 0 0,0 0 0,1 1 1,0-1-1,0 1 0,0 0 0,1 0 0,-1 0-87,-2 8 251,0 0-1,0-1 1,1 1 0,-1 8-251,3-10 86,0-1 1,1 0-1,0 1 1,0 0-1,1-1 1,1 1-1,0 0-86,-1-8-45,0-1 0,1 1 0,0 0 0,0 0 0,0 0 0,0 0 0,0-1 0,1 1 0,-1-1 0,1 1 0,-1-1 0,1 1 0,0-1 0,0 0 0,0 0-1,0 0 1,1 0 0,-1 0 0,0 0 0,1-1 0,-1 1 0,1-1 0,0 0 0,-1 0 0,1 0 0,3 1 45,4 0-1143,0 0 1,1-1-1,-1-1 0,1 1 0,0-2 1143,-3 1-1458,24 0-7263</inkml:trace>
  <inkml:trace contextRef="#ctx0" brushRef="#br0" timeOffset="1835.815">2267 399 1088,'0'0'15147,"0"0"-12642,0 0-1745,0 0-280,0 0-480,0 0-96,0 0-896,47 50-1641,-33-25-2864</inkml:trace>
  <inkml:trace contextRef="#ctx0" brushRef="#br0" timeOffset="2279.195">2657 583 3345,'0'0'9442,"0"0"-4772,0 0-2850,0 0-341,0 0-153,-13 26-420,-42 84-202,52-104-604,0 0 0,0 1 0,1 0 0,0 0 0,0-1-1,1 1 1,0 0 0,0 0 0,0 0 0,1 1 0,1 4-100,-1 5 218,0-9-124,0-1-1,1 1 1,-1-1-1,2 1 1,-1-1-1,1 1 1,0-1-1,1 0 1,1 4-94,-1-6 17,0 0 0,0-1 0,0 1 0,0-1 0,1 0 1,0 0-1,0 0 0,0 0 0,0-1 0,0 0 0,1 0 0,0 0 1,3 1-18,1 1-43,0-1 0,1 0 1,-1-1-1,1 0 1,0 0-1,0-1 1,5 0 42,14 0-1120,28-1 1120,-52-1-91,1 0-10,0 0 0,0-1 0,0 0 0,-1 0 0,1 0 0,0-1 0,-1 0 1,1 0-1,-1 0 0,1-1 0,-1 0 0,0 0 0,0 0 0,0 0 0,-1-1 0,1 0 0,-1 0 0,3-3 101,-2 1-38,0-1 1,-1 1 0,0-1-1,0 0 1,0 0 0,-1 0-1,0-1 1,0 1 0,-1-1-1,0 0 1,0 0-1,-1 1 1,1-7 37,-1 5-20,0 0 55,-1 1 0,1-1-1,-2 0 1,1 1 0,-1-1-35,1 7 14,0 1 0,-1-1-1,1 1 1,0-1 0,-1 1 0,1-1 0,-1 1 0,0-1 0,1 1 0,-1 0 0,0-1 0,0 1 0,0 0 0,0-1 0,0 1-1,0 0 1,0 0 0,0 0 0,-1 0 0,1 0 0,0 0 0,0 1 0,-1-1 0,1 0 0,-1 1 0,1-1 0,-1 1 0,1-1 0,-2 1-14,0-1 60,-1 0 1,0 1 0,0 0 0,0-1 0,0 2-1,0-1 1,1 0 0,-1 1 0,0-1 0,0 1-1,0 0 1,1 1 0,-1-1 0,1 1 0,-1-1 0,1 1-1,-3 2-60,1-1 124,1 1 0,0 1 0,0-1 0,0 1 0,1-1 0,-1 1 0,1 0 0,0 0 0,1 0 0,-1 1 0,0 1-124,0 2 146,0 0 0,1 0 0,0 1 0,0-1 0,1 0 0,0 1 0,1-1 0,0 0 0,1 2-146,-1-7 5,1-1-1,-1 0 1,1 1-1,0-1 1,0 0-1,0 0 1,0 0-1,1 0 1,0 0-1,-1 0 1,1 0-1,0-1 1,0 1-1,0 0 1,1-1-1,-1 0 1,1 1-1,-1-1 1,1 0-1,0 0 1,0 0-5,9 5-199,0-1 0,1 0 1,0-1-1,6 3 199,19 4-3198,15 3 3198,9 0-6450,-22-6-987</inkml:trace>
  <inkml:trace contextRef="#ctx0" brushRef="#br0" timeOffset="2628.873">3602 1030 15091,'0'0'3865,"0"0"-3345,0 0-520,0 0-400,0 0-6425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6T13:15:18.7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1 888 2969,'0'0'7755,"0"0"-4079,0 0-2077,0 0 26,0 0-150,23-12-519,74-44-491,-90 52-409,0 0-1,-1-1 1,0 0-1,0 0 1,0-1-1,-1 1 1,0-1-1,0 0 1,0-1-1,2-4-55,5-6 176,3-5-36,-1-1 0,-1 0-1,-1-1 1,-1-1-1,-2 0 1,0 0 0,-1-1-1,0-7-139,-1-5-83,-1 0 1,-3 0-1,0 0 0,-3 0 0,-2-21 83,1 46-39,-1 0 0,0 1 0,-1-1 0,0 1 0,0 0 0,-2 0 0,1 0 0,-2 0 0,1 1 0,-2 0 0,1 0 0,-2 1 0,1 0 0,-1 0 0,-1 0 0,-2-1 39,10 10-7,-1-1-1,1 1 1,-1 0 0,0-1 0,1 1 0,-1 0-1,0 0 1,0 0 0,0 0 0,0 1 0,0-1-1,0 0 1,0 1 0,0-1 0,0 1-1,0 0 1,-1-1 7,2 2-3,0 0 1,0-1-1,0 1 0,1-1 1,-1 1-1,0 0 0,0 0 0,1-1 1,-1 1-1,0 0 0,1 0 1,-1 0-1,1 0 0,-1 0 0,1-1 1,0 1-1,-1 0 0,1 0 1,0 0-1,0 0 0,-1 0 0,1 0 1,0 1-1,0-1 0,0 0 3,-1 4-5,-9 56 228,2 1 0,4 0 1,1 29-224,2-48 223,-1 24 78,-3 297 24,5-357-574,0-1 0,0 0 1,1 1-1,0-1 0,1 0 0,-1 0 1,1 0-1,0 0 0,1 0 0,0 0 1,0 0-1,0-1 0,0 1 0,1-1 1,0 0-1,0 0 0,0 0 0,1-1 1,-1 0-1,1 1 0,0-2 0,0 1 1,1 0-1,-1-1 0,2 0 249,4 2-977,1 0 1,-1-1-1,1-1 0,0 0 0,0-1 0,0 0 1,8 0 976,2 0-2794,0-2 1,0 0-1,20-4 2794,-35 2 316,0 1 1,0-1-1,0 0 0,0-1 0,0 0 0,-1 0 0,1 0 1,-1-1-1,0 0 0,0 0 0,5-5-316,-7 5 563,-1 1-1,1 0 1,-1-1-1,0 1 1,0-1 0,0 0-1,0 0 1,-1 0-1,0-1 1,1 1-1,-2-1 1,1 1 0,0-1-1,-1 1 1,0-1-1,0 0 1,0 0 0,-1-1-563,0 0 501,0-2 272,0 0 0,0-1 0,-1 1 0,0 0 0,0 0 0,-3-7-773,3 13 114,0-1-1,0 1 1,0 0 0,0 0 0,-1 0-1,1 0 1,-1 0 0,0 0 0,1 0-1,-1 0 1,0 0 0,0 1 0,0-1 0,0 1-1,0 0 1,-1-1 0,1 1 0,0 0-1,-1 0 1,1 1 0,0-1 0,-1 0-1,1 1 1,-2-1-114,-3 0 136,0 0-1,0 0 1,1 1-1,-1 0 1,0 0-1,0 1 1,0 0-1,-3 0-135,6 0 24,0 1 0,0-1-1,0 0 1,0 1 0,0 0-1,1 0 1,-1 0-1,1 0 1,-1 1 0,1 0-1,0-1 1,0 1 0,0 0-1,0 0-23,-2 4 2,0 0 0,0 0 0,0 1 0,1-1 0,0 1 0,1 0 0,-1 0-1,2 0 1,-1 1 0,1-1 0,0 0 0,1 1 0,0 0 0,0-1 0,1 1 0,0 2-2,0-9-8,0 0-1,0 1 1,1-1 0,-1 0 0,1 0-1,-1 0 1,1 0 0,-1 0 0,1 0-1,0 0 1,0 0 0,0 0 0,0 0-1,1 0 1,-1-1 0,0 1 0,1 0 0,-1-1-1,1 1 1,0-1 0,-1 1 0,1-1-1,0 0 1,0 0 0,0 0 0,0 0-1,0 0 1,0 0 0,0-1 0,0 1-1,1 0 9,8 1-30,1 0 0,-1-1-1,1 0 1,-1-1 0,7 0 30,-6 0-28,-8-1 35,0 1 0,-1-1-1,1 0 1,0 0 0,-1 0 0,1 0 0,-1-1-1,0 0 1,1 1 0,-1-1 0,0 0-1,0-1 1,0 1 0,0-1 0,0 1 0,-1-1-1,1 0 1,-1 0 0,0 0 0,1 0 0,-1 0-1,-1 0 1,1-1 0,0 1 0,-1-1-1,0 1 1,0-1 0,0 0 0,0 1 0,-1-1-1,1 0 1,-1 0 0,0 1 0,0-2-7,8 13-282,-2 4 99,1 0 0,0 0 0,1-1-1,0 0 1,1 0 0,0-1 0,3 2 183,-1-1-1870,1-2 1,0 1 0,12 6 1869,0-3-4653</inkml:trace>
  <inkml:trace contextRef="#ctx0" brushRef="#br0" timeOffset="1220.065">1239 0 992,'0'0'2940,"0"0"2294,0 0-2263,0 0-1146,3 26 72,0 4-1351,1 0 77,-1 0 0,-2 0-1,0 1 1,-4 17-623,1-30 243,-9 99 2057,5 1-1,7 76-2299,-1-186 51,1 0-1,0 0 1,1 1-1,0-1 0,0-1 1,1 1-1,0 0 0,0-1 1,1 1-1,0-1 1,0 0-1,4 4-50,-4-6 6,1 0 0,-1 0 0,1-1 0,0 0 0,0 0 0,0 0 0,1 0 0,-1-1 0,1 0 0,0 0 0,0-1 0,0 0 0,0 0 0,0 0 0,0-1 0,4 1-6,7 1-82,0-1 1,0-1-1,1-1 1,-1 0-1,1-1 1,-1-1 0,0-1-1,6-2 82,-16 4-79,0-1 0,0-1 0,0 1 1,0-1-1,-1 0 0,0-1 0,1 0 0,-1 0 0,0 0 0,-1 0 0,1-1 0,-1 0 0,0 0 0,0-1 1,-1 1-1,1-1 0,-1 0 0,-1 0 0,1-1 0,-1 1 0,1-3 79,-2 3 15,0-1 1,0 1-1,0-1 0,-1 0 0,0 0 0,0 0 1,-1 0-1,0 0 0,0 0 0,-1 0 1,0 0-1,0 0 0,0 0 0,-3-6-15,3 9 42,-1 0 0,0 0-1,1 1 1,-1-1 0,-1 0-1,1 1 1,-1 0 0,1-1-1,-1 1 1,0 0 0,0 0-1,0 1 1,0-1 0,-1 1-1,1-1 1,-1 1 0,0 0-1,1 0 1,-1 1 0,0-1-1,0 1 1,0 0 0,0 0-1,0 0 1,-1 0-42,2 1 12,-1-1-1,0 1 1,0 0-1,0-1 1,0 2-1,1-1 1,-1 0-1,0 1 1,0 0-1,-1 0-11,3 0-2,1 0 0,-1 0-1,1 0 1,-1 0 0,1 0 0,-1 0-1,1 0 1,0 0 0,-1 1 0,1-1-1,0 1 1,0-1 0,0 1 0,0-1-1,0 1 1,0-1 0,1 1-1,-1 0 1,1 0 0,-1-1 0,1 1-1,-1 0 3,-2 13 6,1-1 0,0 1 0,1-1 0,1 1 0,0-1-1,1 1 1,1-1 0,0 3-6,0-11 3,0 1 0,1-1 0,0 1 0,0-1 0,0 0 0,0 0 0,1 0 0,0-1 0,1 1 0,-1-1 0,1 0 0,0 0 0,0-1 0,1 1-1,3 2-2,-1-2-34,1 1-1,0-2 0,0 1 0,0-1 0,0 0 0,0-1 1,1 0-1,0-1 0,-1 0 0,7 1 35,3-1-341,1-1 0,0-1 1,0-1-1,15-2 341,-31 3-95,0-1 0,-1 0 0,1 0 0,0-1 0,-1 1 0,1-1 0,-1 0 0,1 0 0,-1 0-1,0 0 1,0 0 0,0-1 0,0 1 0,0-1 0,0 0 0,-1 0 0,1 0 0,-1 0 0,0 0 0,0-1 0,0 1 0,-1-1 0,1 1 0,0-3 95,1-6-111,0 0 1,0-1-1,-1 1 1,-1-1-1,0 1 0,-1-12 111,1 12 12,-1-18 537,0 29-466,0 0 1,0 0-1,0 0 0,0 0 1,0 0-1,-1 0 1,1 0-1,0 0 0,0 0 1,-1 0-1,1 0 0,-1 0 1,1 0-1,-1 0 0,1 0 1,-1 0-1,0 0 0,1 1 1,-2-2-84,2 2 168,0 0-166,0 0 0,0 0 0,0 0 1,0 0-1,0 0 0,0 0 0,0 0 0,0 1 0,0-1 1,0 0-1,0 0 0,0 0 0,0 0 0,0 0 0,0 0 1,0 0-1,0 0 0,0 1 0,0-1 0,0 0 0,0 0 1,0 0-1,0 0 0,0 0 0,0 0 0,0 0 0,0 0 1,0 0-1,0 0 0,0 1 0,0-1 0,0 0 1,0 0-1,0 0 0,0 0 0,-1 0 0,1 0 0,0 0 1,0 0-1,0 0 0,0 0 0,0 0 0,0 0 0,0 0 1,0 0-1,0 0 0,0 0 0,-1 0 0,1 1 0,0-1 1,0 0-1,0 0 0,0 0 0,0 0 0,0 0 0,0 0 1,0 0-1,0-1 0,-1 1 0,1 0 0,0 0 0,0 0 1,0 0-1,0 0 0,0 0 0,0 0 0,0 0 1,0 0-1,0 0 0,0 0-2,-2 37 99,1-18-16,1 0 0,0 0 0,2 0 0,1 6-83,-2-21 5,0 1 0,1-1 0,0 0 0,-1 0 0,2 0 0,-1 0 0,0-1 0,1 1 0,0 0 0,-1-1 0,2 0 0,-1 0 0,0 0 0,0 0 0,1 0 0,0-1 0,-1 1 0,1-1 1,0 0-1,0 0 0,0-1 0,1 1 0,-1-1-5,4 2-70,1-1 0,0 0 0,-1 0 0,1-1 0,0 0 0,0-1 0,0 0 0,-1 0 0,1-1 0,0 0 0,2-1 70,-6 0-162,0 1 0,0-1 0,0-1 0,0 1-1,-1 0 1,1-1 0,-1 0 0,1 0 0,-1-1 0,0 1-1,0-1 1,-1 1 0,1-1 0,-1-1 0,0 1 0,0 0-1,0-1 1,-1 1 0,3-5 162,-1-1-149,0-1-1,0 1 1,-1-1-1,0 0 1,-1 0-1,0 0 1,-1 0-1,0 0 1,-1-1 149,0-44 2220,-2 99-1377,0-26-687,2 0 0,0 1-1,1-1 1,1 4-156,-2-18-5,1 0-1,0 0 1,0 0-1,0 0 1,1 0-1,-1 0 1,1-1 0,-1 1-1,1 0 1,0-1-1,0 1 1,0-1 0,1 0-1,-1 0 1,0 0-1,1 0 1,-1 0-1,1 0 1,0-1 0,0 1-1,-1-1 1,1 0-1,0 1 1,0-2-1,0 1 1,3 0 5,8 2-320,1 0-1,0-2 1,0 0 0,0-1 0,1 0 320,-5 0-369,-8 0 322,1 0 1,-1 0-1,0-1 0,0 1 1,1-1-1,-1 1 0,0-1 1,0 0-1,0 0 0,0-1 1,0 1-1,0-1 0,-1 1 1,1-1-1,0 0 0,-1 0 1,1 0-1,-1-1 0,0 1 1,1 0-1,-1-1 0,0 1 1,-1-1-1,1 0 0,0 0 1,-1 0-1,0 0 0,1 0 1,-1 0-1,0 0 0,0-3 47,2-11 392,0 1-1,-1-1 0,-1-1 1,-1 1-1,-1-13-391,0 3 1577,1 26-1088,0 8-377,-2 88 189,0-16-1523,4 17 1222,-2-95-203,0 0 0,0 0 0,0 0 0,0 0 0,0 0 0,0-1 0,0 1 0,0 0 0,1 0 0,-1 0 0,0 0 0,0-1 0,1 1 0,-1 0 0,1 0 0,-1-1 0,1 1 0,-1 0 0,1 0 0,-1-1 0,1 1 0,-1-1 0,1 1 0,0-1 0,0 1 0,-1-1 0,1 1 203,7 0-5392</inkml:trace>
  <inkml:trace contextRef="#ctx0" brushRef="#br0" timeOffset="2092.894">2485 433 8546,'0'0'2582,"0"0"-1190,0 0 12,0 0 215,0 35-177,0 231 1249,0-185-1473,0 106 3639,21 161-4857,-14-297 182,-2-23-57,-2 0 0,0 18-125,4-80 53,2-42-1329,11-89-7957,-4-87 9233,-15 43-2426,-1 127 5881,0 90-3284,1 0 1,1 0-1,0 0 0,0 0 1,0-1-1,1 1 1,0 0-1,0-1 1,1 0-1,0 0 1,0 0-1,1 0 1,0-1-1,0 1 1,0-1-1,1 0 1,2 1-172,0 0 76,0 0 0,0 0-1,1-1 1,0 0 0,0-1 0,0 0 0,1 0 0,0-1 0,0-1 0,0 1 0,0-2 0,0 1 0,5-1-76,-6 0 47,1-1 0,0-1 1,0 0-1,0 0 1,-1-1-1,1-1 0,0 1 1,1-2-48,-7 2-28,0-1 1,0 0 0,0 0 0,0 0 0,0 0-1,0 0 1,0-1 0,-1 0 0,1 0 0,-1 0-1,0 0 1,0-1 0,0 1 0,0-1 0,-1 1-1,0-1 1,1 0 0,0-3 27,2-6-123,-1 0 0,-1 0 0,0 0 0,-1 0 0,0-1 1,-1 1-1,0-1 0,-1 1 0,-1-7 123,1 2-1,0 12 15,-1 0 0,1 0 0,-1 0 0,0-1-1,0 1 1,-1 0 0,-1-4-14,2 8 34,0 0 1,1 1-1,-1-1 0,0 0 1,0 1-1,0-1 0,0 1 0,0 0 1,-1-1-1,1 1 0,0 0 1,-1-1-1,1 1 0,-1 0 1,1 0-1,-1 0 0,1 1 0,-1-1 1,0 0-1,1 0 0,-1 1 1,0-1-1,0 1 0,0 0 0,1-1 1,-1 1-1,-2 0-34,4 0 1,-1 1 1,0-1-1,0 0 0,1 1 1,-1-1-1,0 0 0,1 1 1,-1-1-1,1 1 0,-1-1 1,0 1-1,1-1 0,-1 1 1,1-1-1,-1 1 0,1-1 1,0 1-1,-1 0 0,1-1 1,0 1-1,-1 0 0,1 0 1,0-1-1,0 1 0,-1 0 1,1-1-1,0 1 0,0 0 1,0 0-1,0 0-1,-2 28-11,2-25 13,-1 6 27,0 0 1,1 0-1,1 1 1,0-2-1,0 1 1,1 0-1,0 0 1,1 0-1,0-1 1,1 1-1,0-1 1,0 0-1,1 0 1,0 0-1,0-1 1,1 0-1,0 0 0,1 0-29,-4-4 19,1 1-1,0-1 0,1 1 0,-1-1 0,1-1 0,-1 1 0,1-1 0,0 0 1,1 0-1,-1 0 0,0 0 0,1-1 0,0 0 0,-1 0 0,1-1 0,0 0 1,0 0-1,0 0 0,0-1 0,0 1 0,0-1 0,5-1-18,-7 0 6,-1 0 0,0 0 0,0 0 0,0-1 0,0 1 0,0-1 0,-1 1 0,1-1 0,0 0 0,-1 0 0,1-1 0,-1 1 0,0 0 0,0-1 0,0 1 0,0-1 0,2-2-6,5-10-145,0 0 1,5-12 144,-14 26-5,12-23 158,-1 0 0,6-23-153,-6 119 1667,-8-57-1849,0-1 0,1 1 0,1-1 0,0 0 0,2-1 0,3 8 182,-6-14-354,0-1 0,0-1 0,0 1 0,1 0 0,0-1 0,0 0 0,1 0 0,-1-1 0,1 1 0,0-1 0,0-1 0,0 1 0,1-1 0,5 3 354,3-2-1160,-1 0 0,1-1 1,-1 0-1,1-1 0,3-1 1160,22 0-4211</inkml:trace>
  <inkml:trace contextRef="#ctx0" brushRef="#br0" timeOffset="3556.102">3538 771 5369,'0'0'4841,"0"0"-1863,0 0-603,0 0-78,0 0-407,0 0-684,-20-14-591,-61-40-315,80 53-292,-1 0 1,1 0-1,0 0 0,0 1 0,-1-1 0,1 0 0,0 1 0,-1-1 0,1 1 0,0 0 1,-1-1-1,1 1 0,-1 0 0,1 0 0,-1 0 0,1 0 0,-1 0 0,1 0 0,-1 0 1,1 0-1,0 1 0,-1-1 0,1 1-8,0-1 6,0 1 1,0 0 0,0 0-1,0 0 1,0 0-1,1 0 1,-1 0-1,0 0 1,1 0-1,-1 0 1,1 1 0,-1-1-1,1 0 1,0 0-1,-1 1-6,-1 3 26,-4 9 2,1-1-1,0 1 1,1 1 0,1-1-1,0 0 1,1 1 0,0 0-1,1 0 1,1-1-1,0 1 1,3 15-28,-3-29-14,1 0-1,0 0 1,-1 1-1,1-1 1,0 0-1,-1 0 1,1 0-1,0 0 1,0 0-1,0 0 1,0 0-1,0 0 1,0 0-1,0 0 1,0 0-1,0 0 1,1-1-1,-1 1 1,0-1-1,0 1 1,1-1 0,-1 1-1,0-1 1,1 0-1,-1 1 1,1-1-1,-1 0 1,0 0-1,1 0 15,3 0-30,0 0 0,0 0 0,0 0 0,0 0 1,0-1-1,0 0 0,4-1 30,-5 0-127,1 0 1,-1 0-1,1-1 1,-1 1 0,0-1-1,0 0 1,0 0-1,0-1 1,0 1 0,0-3 126,34-41-1974,-29 35 1334,-5 8 527,-1-1 0,1 0 0,-1 0 1,0 0-1,0 0 0,0 0 0,-1-1 1,0 1-1,0-1 0,0 1 0,-1-1 1,0 0-1,0-1 113,-1 6 1049,-3 10 504,-2 6-1055,0 1-1,2 0 1,0 1 0,0-1 0,2 1-1,0-1 1,1 1 0,1 8-498,-1-23 21,0-1 0,1 1 0,-1 0 1,0-1-1,1 1 0,-1-1 0,1 1 0,-1 0 0,1-1 1,0 1-1,0-1 0,0 0 0,0 1 0,0-1 0,0 0 1,0 1-1,0-1 0,0 0 0,1 0 0,-1 0-21,2 1 32,-1-1-1,1 0 1,-1 1 0,1-1-1,0 0 1,0 0-1,-1-1 1,1 1-1,0-1 1,0 1 0,2-1-32,0 0 18,0 0 0,0 0 0,-1 0 0,1-1 0,0 0 0,0 0 0,0 0 0,-1-1 0,1 1 0,0-1 0,-1 0 0,0-1 0,1 1 0,1-2-18,4-5-203,-1-1 0,1 0 0,-2-1 0,0 0-1,0 0 1,-1-1 0,0 1 0,3-10 203,0 0-606,-2 0 0,0-1 0,-2 0 0,4-19 606,-4-8-708,-1 0 0,-3 0 0,-3-25 708,1 22-74,-1 30 74,0-1 0,-1 0 0,-1 0 0,-1 1 0,-2 0 0,0-1 0,-1 2 0,-1-1 0,-1 1 0,-1 1 0,-1-1 0,-5-5 0,16 24 55,-1 1 0,0-1 0,0 1-1,0-1 1,0 1 0,0 0 0,-1-1 0,1 1-1,0 0 1,-1 0 0,1 0 0,0 0 0,-1 0-1,0 0 1,1 0 0,-1 0 0,1 0 0,-1 1-1,0-1 1,0 1 0,-1-1-55,3 2 19,-1 0 1,1-1-1,-1 1 1,1 0-1,-1-1 0,1 1 1,-1 0-1,1 0 0,0-1 1,-1 1-1,1 0 1,0 0-1,0 0 0,-1 0 1,1-1-1,0 1 0,0 0 1,0 0-1,0 0 1,0 0-1,0 0 0,1-1 1,-1 1-20,0 3 72,-4 135 3267,16 138-3339,-5-203 1192,5 11-1192,-7-60 161,1 1 0,1-1 0,1-1 0,1 1 1,2 2-162,-7-19 21,0-1 1,1 0-1,-1 0 0,1 0 1,1 0-1,-1-1 1,7 6-22,-8-8 4,0-1 0,0 0 0,1 0 0,-1 0 0,1-1-1,0 1 1,0-1 0,0 0 0,0 0 0,0-1 0,0 0 0,0 0 0,1 0-4,2 0-184,1 0-1,-1-1 1,0 0 0,1 0-1,-1-1 1,0 0 0,1 0 0,-1-1-1,0 0 1,0 0 0,0-1-1,-1 0 1,1-1 0,-1 0-1,1 0 1,-1 0 0,0-1-1,-1 0 1,1-1 0,-1 1-1,0-1 1,-1 0 0,1-1-1,-1 1 1,0-1 0,-1 0 0,1 0-1,-2-1 1,4-6 184,-4 4 78,1-1 0,-2 1 0,1-1 0,-2 0 0,1 1 1,-2-1-1,1 0 0,-1 0 0,-1-2-78,1-7 1719,-5 28-1455,1 12-148,1 1-1,2-1 1,-1 0 0,2 1 0,1 1-116,0 7 62,-2-23-58,1 0-1,0 0 0,1-1 1,0 1-1,0 0 0,0 0 1,0-1-1,2 4-3,-2-7-11,0 0-1,0 0 1,1-1 0,-1 1-1,0 0 1,1-1 0,-1 1-1,1-1 1,-1 0-1,1 1 1,0-1 0,0 0-1,0 0 1,-1 0 0,1 0-1,0 0 1,0-1-1,0 1 1,0-1 0,0 1-1,1-1 1,-1 0 0,0 0-1,0 1 1,1-2 11,1 2-59,0-1 0,0 0-1,1 0 1,-1 0 0,0-1 0,0 1 0,0-1 0,0 0 0,0 0-1,0-1 1,0 1 0,0-1 0,0 0 0,-1 0 0,1 0 0,-1 0-1,1-1 1,-1 1 0,0-1 0,0 0 0,0 0 0,0 0 0,0 0-1,-1-1 1,0 1 0,2-4 59,1 0-197,0-1 0,-1 0 0,0-1 0,-1 1 1,0-1-1,0 1 0,-1-1 0,1-4 197,0-6 688,-1 0 0,-1-1 1,-1-5-689,1 36 67,0 1 1,1 0 0,1 3-68,4 20 258,-6-25-177,2 16 77,1-1-1,4 11-157,-7-30 9,1 0-1,0 0 1,0 0 0,1 0-1,-1-1 1,1 1-1,0-1 1,1 0-1,-1 0 1,1 0-1,0 0 1,4 3-9,-5-6 4,0-1 0,-1 1 0,1-1 1,0 1-1,0-1 0,0 0 0,0 0 0,1 0 1,-1-1-1,1 1-4,-2-1 4,0 1 0,0-1 0,0 0 0,0 0 0,0 0 1,0 0-1,0 0 0,0-1 0,0 1 0,0 0 0,-1-1 0,1 1 0,0-1 1,0 0-1,0 0 0,-1 0 0,3-1-4,-1-1-40,0-1-1,0 0 1,0 0 0,0 0 0,-1-1 0,1 1-1,-1-1 1,1-3 40,13-40-691,-15 46 661,6-26-791,-1 0 0,1-28 821,5-20-505,-7 66 544,-5 11-43,0-1-1,0 0 1,1 1-1,-1-1 0,0 0 1,0 0-1,1 1 0,-1-1 1,0 1-1,0-1 1,0 0-1,1 1 0,-1-1 1,0 0-1,0 1 0,0-1 1,0 1-1,0-1 1,0 1-1,0-1 0,0 0 1,0 1-1,0-1 0,0 1 1,0-1-1,0 0 1,0 1 4,0 208 2327,0-204-2265,0 1 0,1-1-1,0 0 1,0 1 0,0-1 0,1 0 0,0 0 0,-1 0 0,2 0 0,-1 0 0,1-1 0,-1 1 0,1-1 0,1 1 0,0 0-62,0-1 21,1 0 0,0 1 0,0-2 0,0 1 1,0-1-1,0 1 0,1-1 0,0-1 0,-1 1 0,1-1 1,0 0-1,0-1 0,1 1-21,14 1 78,0 0 1,0-1-1,1-2 0,-1 0 1,2-1-79,-5 0-11,-8 1-17,-1-1 0,0-1-1,1 1 1,-1-2-1,0 1 1,0-1-1,0 0 1,-1-1 0,1 0-1,-1-1 1,0 0-1,0 0 1,-1 0 0,1-2 28,-2 3-42,-1-1 0,1 0 0,-1-1 0,-1 1 1,1-1-1,-1 0 0,0 0 0,0-1 1,-1 1-1,0-1 0,0 0 0,0 0 1,-1 0-1,0 0 0,0 0 0,-1 0 1,0 0-1,0-2 42,-1 1-27,1-18 177,-1 25-126,0 0 1,0 0-1,0 0 0,0 0 1,0 1-1,0-1 1,-1 0-1,1 0 0,0 0 1,-1 1-1,1-1 0,0 0 1,-1 0-1,1 1 0,-1-1 1,1 0-1,-1 1 0,1-1 1,-1 0-1,1 1 1,-1-1-1,0 1 0,0-1 1,1 1-1,-1-1-24,-1 1 9,1-1-1,-1 1 1,1-1 0,-1 1-1,1 0 1,-1 0 0,0-1-1,1 1 1,-1 0 0,1 1-1,-1-1 1,1 0 0,-1 0-1,1 1 1,-1-1 0,1 1-1,-1-1 1,1 1-1,-1 0 1,1-1 0,0 1-1,-1 0-8,0 1 18,0 0-1,0 0 1,0 1-1,0-1 0,1 0 1,-1 0-1,1 1 0,0-1 1,-1 1-1,1-1 1,1 1-1,-2 1-17,0 8 47,-1-1 1,1 1-1,1 1 1,0-1-1,1 7-47,0-15-80,0 1 0,0-1 0,0 1 0,0-1 0,1 1-1,0-1 1,0 0 0,0 1 0,1-1 0,-1 0 0,1 0 0,0 0 0,0 0 0,0 0 0,1-1-1,1 3 81,13 22-5575,-14-22 510</inkml:trace>
  <inkml:trace contextRef="#ctx0" brushRef="#br0" timeOffset="3887.575">3812 509 912,'0'0'10466,"0"0"-7217,0 0-2265,0 0 169,139 0-1065,-102 8-88,-8 0-2153,-8 1-4216</inkml:trace>
  <inkml:trace contextRef="#ctx0" brushRef="#br0" timeOffset="4270.958">1035 302 1632,'0'0'1081,"0"0"4752,0 0-1328,0 0-2321,0 0-399,0 0 703,0 0-447,126 0-913,-85 3-584,12 2-544,20 12-32,-13 0-1584,-2-6-4074</inkml:trace>
  <inkml:trace contextRef="#ctx0" brushRef="#br0" timeOffset="5335.335">5428 732 1360,'0'0'1117,"0"0"640,0 0 4138,0 0-1726,0 0-2038,0 0-143,-2-5-117,1 3-1772,1 1 0,-1-1 1,0 1-1,1-1 0,-1 1 0,0-1 0,0 1 0,0-1 0,0 1 0,0 0 0,-1 0 0,1 0 0,0-1 0,-1 1 0,0 0-99,1 0 28,0 1 0,-1 0 0,1-1 0,0 1 0,0 0-1,-1 0 1,1 0 0,0 0 0,0 0 0,0 0 0,-1 0 0,1 0-1,0 1 1,0-1 0,0 0 0,-1 1 0,1-1 0,0 1 0,0 0-1,0-1 1,0 1 0,0 0 0,0-1 0,0 1 0,0 0 0,0 0-1,1 0 1,-1 0 0,0 0-28,-4 5 52,1-1-1,0 1 1,0-1-1,1 1 1,-1 0-1,2 1 1,-1-1 0,0 1-1,1-1 1,0 1-1,1 0 1,-1 4-52,0 4 68,0 0 0,1-1 0,1 1 0,1 0 0,0 6-68,0-19 6,-1 0 1,1 0-1,0 0 0,-1 0 0,1-1 1,0 1-1,0 0 0,0 0 0,1-1 0,-1 1 1,0-1-1,1 1 0,-1-1 0,0 0 1,1 1-1,0-1 0,-1 0 0,1 0 1,0 0-1,-1 0 0,1-1 0,0 1 1,0 0-1,0-1 0,0 1 0,0-1 1,0 0-1,0 1 0,1-1-6,1 1 13,1-1 0,0 0 0,0 1 0,0-2 0,-1 1 0,1 0 0,0-1-1,0 0 1,-1 0 0,1-1 0,0 1 0,1-2-13,1-1-88,-1 0 1,0-1-1,0 0 0,0 0 0,-1 0 1,0-1-1,0 0 0,0 0 1,0 0-1,-1 0 0,2-5 88,4-8-596,-1 0-1,-1 0 1,5-16 596,-4 4-1027,-1 0-1,-2-1 1,-2 0-1,2-27 1028,-4-13-1814,-5-44 1814,2 101 109,-1-1-1,-3-14-108,4 25 173,-1-1-1,1 1 0,-1 1 0,0-1 0,0 0 0,0 0 0,-1 1 0,0-1 0,1 1 0,-4-3-172,6 7 22,0-1 0,-1 1 0,1-1-1,0 1 1,-1 0 0,1-1 0,-1 1 0,1 0 0,-1-1 0,1 1 0,0 0-1,-1-1 1,1 1 0,-1 0 0,0 0 0,1 0 0,-1 0 0,1-1 0,-1 1-1,1 0 1,-1 0 0,1 0 0,-1 0 0,1 0 0,-1 0 0,0 1 0,1-1-1,-1 0 1,1 0 0,-1 0 0,1 0 0,-1 1 0,1-1 0,-1 0-1,1 0 1,-1 1 0,1-1 0,-1 0 0,1 1 0,0-1 0,-1 0 0,1 1-1,0-1 1,-1 1 0,1-1 0,0 1 0,-1 0-22,-11 24 123,12-24-78,-16 49 572,3 0-1,2 1 0,2 0 1,2 0-1,3 1 0,1 0 1,4 15-617,-1-58 25,0 0 0,1 1 0,0-1 1,1 0-1,0 0 0,0 0 0,1 0 1,0-1-1,0 1 0,1-1 1,1 0-1,-1 0 0,1 0 0,0 0 1,1-1-1,0 0 0,0 0 1,0 0-1,1-1 0,0 0 0,1 0 1,-1-1-1,8 4-25,-4-4-21,0 1-1,0-2 1,1 0-1,0 0 1,0-1 0,0-1-1,0 0 1,1 0 21,5-1-151,1 0 1,-1-1 0,0-1-1,0 0 1,3-2 150,-10 0-170,0 1 0,0-2 0,0 0 0,-1 0 0,0-1 0,0 0 0,0 0-1,0-1 1,-1-1 0,0 0 0,0 0 0,2-3 170,-5 5-40,-1-1 0,1 0 0,-1 0 1,0-1-1,0 1 0,-1-1 0,0 0 0,0 0 0,-1-1 0,0 1 0,0-1 0,-1 0 0,0 1 1,0-1-1,0 0 0,-1 0 0,-1-3 40,0 10 104,0 0 0,0 0 1,0 0-1,-1 0 0,1 0 1,0 0-1,-1 0 0,1 0 0,-1 1 1,1-1-1,-1 0 0,1 0 0,-1 0 1,1 1-1,-1-1 0,0 0 1,0 1-1,1-1 0,-1 1 0,0-1 1,0 1-1,0-1 0,0 1 1,1-1-1,-1 1 0,0 0 0,0 0 1,0-1-1,0 1 0,0 0-104,0 0 52,-1 0 0,1-1 0,0 1 0,-1 0 0,1 0 0,0 0 0,-1 0 0,1 0 0,0 0 0,0 1 0,-1-1 0,1 0 1,0 1-1,0-1 0,-1 1 0,1-1 0,0 1 0,0-1 0,0 1 0,0 0 0,0 0 0,0 0 0,0-1-52,-1 4 38,0-1 0,0 0 1,0 1-1,1-1 0,0 1 0,-1-1 1,1 1-1,1 0 0,-1-1 0,0 1 1,1 2-39,-2 45 219,2-44-202,0 3-31,0-1-1,0 0 1,1 1-1,1-1 1,1 5 14,-2-10-125,1 0 1,-1 0-1,1 0 0,0 0 1,0-1-1,0 1 0,1-1 1,-1 0-1,1 1 0,0-1 1,0 0-1,0-1 0,0 1 1,3 1 124,7 5-1558,2 0 1,-1-1 0,1 0-1,13 4 1558,18 2-4767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6T13:15:28.5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45 3113,'0'0'945,"0"0"926,0 0 3164,0 0-1839,0 0-1515,0 0 10,2-1 3291,14-1-5155,38 2-1051,-53-3 1286,0 1 1,0-1 0,-1 0 0,1 1 0,-1-1 0,0 0 0,0 1 0,0-1 0,0 0 0,0 1-1,0-1 1,-1-2-63,0 5 46,0-1 0,1 1-1,-1-1 1,1 1 0,-1 0-1,0-1 1,1 1-1,-1 0 1,0-1 0,1 1-1,-1 0 1,0 0 0,0 0-1,1-1 1,-1 1 0,0 0-1,0 0 1,1 0-1,-1 0 1,0 0 0,0 1-46,1-1-11,-1 0 0,1 0 0,0 0 1,-1 0-1,1 0 0,0 1 0,-1-1 0,1 0 1,0 0-1,0 0 0,-1 1 0,1-1 1,0 0-1,0 0 0,-1 1 0,1-1 1,0 0-1,0 1 0,0-1 0,0 0 0,-1 0 1,1 1-1,0-1 0,0 0 0,0 1 1,0-1-1,0 1 0,0-1 0,0 0 0,0 1 1,0-1-1,0 0 0,0 1 0,0-1 1,0 0-1,0 1 0,0-1 0,0 0 1,1 1-1,-1-1 0,0 0 0,0 1 0,0-1 1,0 0-1,1 0 0,-1 1 11,1-1-9,1 1 0,-1 0 1,1-1-1,-1 0 0,1 1 0,-1-1 0,1 0 1,-1 0-1,1 0 0,-1 0 0,1 0 0,-1 0 9,8 0-819,-11 0-4014,-14 0-1197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6T13:15:29.4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34 2561,'0'0'944,"0"0"2304,0 0-86,0 0-937,0 0-490,0 0-132,1 2-389,0-1-1037,0 0 1,0 0 0,0-1 0,0 1-1,0 0 1,0 0 0,0-1 0,1 1 0,-1-1-1,0 1 1,0-1 0,0 0 0,1 1-1,-1-1 1,0 0 0,0 0 0,1 0-1,-1 0 1,0 0 0,1 0-178,-1 0 46,0 0-1,0 0 1,0-1-1,-1 1 1,1 0-1,0-1 1,0 1-1,-1-1 1,1 1-1,0-1 1,-1 1-1,1-1 1,0 0-1,-1 1 1,1-1-1,-1 0 1,1 1-1,-1-1 1,1 0-1,-1 0 1,0 1-1,1-1 1,-1 0-1,0 0 1,0 0-1,0 1 1,1-1-1,-1 0 1,0 0-1,0 0 1,0 0-1,0 1 1,0-2-46,0 1 16,0 0 0,0 0 0,0 0 1,0 0-1,0 0 0,0 0 0,0 0 1,-1 0-1,1 0 0,0 0 0,0 0 1,-1 1-1,1-1 0,0 0 0,-1 0 1,1 0-1,-1 0 0,1 0 0,-1 1 1,0-2-17,-1 2 43,1-1 1,-1 1 0,1-1 0,-1 1 0,1 0-1,-1-1 1,1 1 0,-1 0 0,1 0 0,-1 0 0,0 1-44,-4-1-39,5 0 35,0 0 0,1 0 0,-1 0 0,0 1 0,1-1 0,-1 0 0,0 1 0,1-1 0,-1 0 0,1 1 0,-1-1 0,1 1 0,-1-1 0,1 1 0,-1-1 0,1 1 0,-1-1 1,1 1-1,0-1 0,-1 1 0,1-1 0,0 1 0,0 0 0,-1-1 0,1 1 0,0 0 0,0-1 0,0 1 0,0 0 0,0-1 0,0 1 0,0 0 4,-1 27-17,1-23 15,0-4 2,0 0-1,0 0 0,0 0 0,0 0 0,0-1 0,0 1 0,0 0 1,1 0-1,-1 0 0,0 0 0,0-1 0,1 1 0,-1 0 0,1 0 1,-1-1-1,0 1 0,1 0 0,-1-1 0,1 1 0,0-1 0,-1 1 1,1 0-1,-1-1 0,1 1 0,0-1 0,0 1 0,-1-1 0,1 0 1,0 1 0,2 0-107,0-1 0,1 1 1,-1-1-1,0 0 1,0 1-1,0-1 0,1-1 107,2 1-537,-5 0-1499,-1 0-2576,0-3-2433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6T13:15: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1 333 3089,'0'0'8045,"0"0"-4656,0 0-2295,0 0-25,0 0 35,0 0-450,0-2-165,0-17-204,0 1 0,1 0 0,1 0-1,1 0 1,3-11-285,-4 22-22,1 1 0,-1 0-1,1-1 1,0 1 0,0 1 0,1-1-1,0 0 1,0 1 0,0 0 0,0 0-1,1 0 1,0 0 0,0 1 0,0 0-1,1 0 1,-1 0 0,4-1 22,-2 1-1,1 1-1,0 0 1,1 0 0,-1 0-1,0 1 1,1 1 0,-1-1-1,1 1 1,-1 1 0,2 0 1,-4-1-8,0 1 0,0 1 0,-1-1 0,1 1 0,0 0 0,0 1 0,0 0 0,0-1 0,-1 2 0,1-1 0,-1 1 0,0-1 0,1 2 0,3 2 8,3 5-26,-1 1 0,0 0-1,-1 1 1,0 0 0,-1 0 0,0 1 0,2 8 26,8 15 92,-3 2 0,4 13-92,-8-18 123,-2 0 1,-1 1-1,-2 0 0,-1 1 1,-2 0-1,-1 34-123,-3-64 16,0 0-1,0 0 1,-1 1-1,0-1 1,0 0 0,-1 0-1,1 0 1,-1 0-1,-3 5-15,3-7 43,0 0 0,-1-1 0,0 1 0,0 0 0,0-1-1,0 0 1,0 0 0,-1 0 0,1 0 0,-1 0 0,0-1 0,0 0-1,0 0 1,0 0-43,-5 3 124,0-2-1,-1 1 0,0-2 1,1 1-1,-1-1 1,0 0-1,-3-1-123,-19 1 378,-21-2-378,27 0 36,21 0-22,-1 0 0,1 0 0,-1-1 0,1 1 0,-1-1 0,1-1-1,-6-1-13,10 3-39,-1-1-1,1 0 0,0 0 1,-1 0-1,1 0 0,0 0 1,-1 0-1,1 0 0,0 0 1,0 0-1,0-1 0,0 1 1,0 0-1,0-1 0,0 1 0,1-1 1,-1 1-1,0-1 0,1 1 1,0-1-1,-1 1 0,1-1 1,0 0-1,-1 1 0,1-1 1,0 1-1,0-1 0,0 0 40,1 0-105,-1 0 0,0 1-1,1-1 1,-1 0 0,0 1 0,1-1-1,0 0 1,0 1 0,-1-1-1,1 1 1,0-1 0,0 1 0,0-1-1,0 1 1,1-1 0,-1 1-1,0 0 1,0 0 0,1 0 0,0-1 105,35-19-1390,-21 13 750,30-18-3154,-2-1 1,24-20 3793,-25 13-4916</inkml:trace>
  <inkml:trace contextRef="#ctx0" brushRef="#br0" timeOffset="331.382">624 1 2801,'0'0'6073,"0"0"-2643,0 0-1990,0 0-545,0 0 72,0 0 100,-1 24 17,-8 162 1575,6 130 3351,6-284-5869,0-1 0,8 28-141,-5-31-1865,-1 0 1,-2 1-1,0 13 1865,-3-4-6193,0-11-3599</inkml:trace>
  <inkml:trace contextRef="#ctx0" brushRef="#br0" timeOffset="726.163">1142 548 2897,'0'0'9706,"0"0"-5792,0 0-2777,0 0-379,0 0 73,0 0-72,2 17-281,-1-16-473,4 50 1001,0 38-1006,-5-78 145,-1-7-78,1-1 0,0 0 0,0 0-1,0 0 1,1 0 0,-1 1-1,1-1-66,-1-3 12,0 1 0,0-1 0,0 0-1,1 0 1,-1 1 0,0-1 0,0 0 0,0 0-1,1 1 1,-1-1 0,0 0 0,0 0-1,1 0 1,-1 1 0,0-1 0,1 0 0,-1 0-1,0 0 1,0 0 0,1 0 0,-1 1-1,0-1 1,1 0 0,-1 0 0,0 0-1,1 0 1,-1 0 0,0 0 0,1 0 0,-1 0-1,0 0 1,1 0 0,-1-1 0,0 1-1,1 0 1,-1 0 0,0 0 0,1 0 0,-1 0-1,0-1 1,0 1 0,1 0 0,-1 0-1,0 0 1,0-1 0,1 1-12,12-12 356,67-110-2650,-75 114 2119,-4 6 165,0 1 22,-1 0 0,1 0 0,-1 0 0,0 0 1,1 1-1,0-1 0,-1 0 0,1 0 0,-1 1 0,1-1 0,0 0 0,0 1 0,-1-1 0,1 1 0,0-1 0,0 1 0,0-1 0,0 1 0,-1 0 0,2-1-12,-1 7 358,0 17 303,1 0 0,2 6-661,2 11-784,-4-1-4282,-2-34-1317</inkml:trace>
  <inkml:trace contextRef="#ctx0" brushRef="#br0" timeOffset="1126.098">1504 154 15971,'0'0'1225,"0"0"239,0 0-1144,0 0-128,0 0-8,81 157-184,-79-82-1328,-2-11-1225,0-8-2216</inkml:trace>
  <inkml:trace contextRef="#ctx0" brushRef="#br0" timeOffset="1486.165">1810 548 10066,'0'0'4598,"0"0"-2509,0 0-2,0 0 220,0 0-370,9 27-476,32 86-394,-37-102-878,1 0 0,-1 0 0,2-1 0,0 1 0,0-1 1,0 0-190,-3-7 29,0 0 0,1 0 1,-1 0-1,1 0 0,-1 0 1,1-1-1,0 0 1,0 1-1,0-1 0,0-1 1,2 2-30,-3-2-55,0 0 1,-1 0 0,1 0 0,0 0-1,0 0 1,0 0 0,0-1-1,0 1 1,0-1 0,0 0 0,0 0-1,0 0 1,0-1 0,0 1-1,-1 0 1,1-1 0,0 0 0,0 0-1,0 0 1,0 0 0,-1 0-1,1-1 1,0 1 0,-1-1 0,0 1-1,1-1 1,-1 0 0,0 0-1,0 0 1,0-1 0,0 1 54,4-7-613,-1 1-1,0-1 1,-1-1 0,0 1 0,0-1 0,-1 0 0,0 1-1,0-9 614,1-5-876,-2 0 0,0 0 0,-2-8 876,0 29 650,-2 9 438,-2 26-154,1 0-1,2 1 1,3 14-934,-2 3 686,0-38-547,0 37 879,2 0-1,8 48-1017,9 3 716,-6-34-675,-2 0 1,-3 1-1,-3 28-41,-4-92-46,-1 0 1,0-1-1,0 1 0,-1 0 0,1-1 0,-1 1 0,0-1 0,-1 3 46,2-5-10,-1 0 0,0 0 0,0 0-1,1 0 1,-1 0 0,0 0-1,0-1 1,0 1 0,0 0 0,0-1-1,0 1 1,0-1 0,-1 1-1,1-1 1,0 1 0,0-1-1,0 0 1,0 0 0,0 1 0,-1-1-1,1 0 1,0 0 0,0 0-1,0 0 1,-2-1 10,-2 1-2,0-1 0,-1 0 0,1 0 0,0-1 0,0 1-1,0-1 1,0 0 0,1 0 0,-1-1 0,0 0 0,1 1 0,0-1 0,0-1 0,0 1 0,0-1-1,0 0 1,0 1 0,0-3 2,-5-5 6,0-1 0,1 0 1,0 0-1,1 0 0,1-1 0,-2-4-6,5 8 0,0 0 0,0 0 0,1 0 0,0 0 0,0-1 0,1 1 0,1 0 0,-1-1 0,2-4 0,-1 11-52,1 0 1,0 0-1,0 0 1,0 0-1,0 0 1,0 1-1,1-1 1,-1 0-1,1 1 1,0-1 0,-1 1-1,1 0 1,0-1-1,1 1 1,-1 0-1,0 0 1,0 1-1,1-1 1,0 0-1,-1 1 1,1-1-1,0 1 1,1-1 51,11-4-1266,1 0-1,-1 1 1,15-2 1266,-30 7-1,63-14-8539,-38 8 1390</inkml:trace>
  <inkml:trace contextRef="#ctx0" brushRef="#br0" timeOffset="1895.82">2697 822 1272,'0'0'8387,"0"0"-2924,0 0-3111,0 0-746,0 0-106,0 0-577,-19-9-572,-7-2-167,-26-8-184,51 19 6,0-1-1,0 1 1,0 0 0,0-1-1,0 1 1,0 0 0,0 0-1,-1 0 1,1 0 0,0 0-1,0 0 1,0 0 0,0 0-1,0 1 1,0-1 0,0 0-1,0 1 1,0-1 0,0 0 0,1 1-1,-1-1 1,0 1 0,0 0-1,0-1 1,0 1 0,1 0-1,-1-1 1,0 1-6,0 1 12,0 0 0,0 0-1,0 0 1,1 0 0,-1 0 0,1 0 0,-1 0-1,1 0 1,0 0 0,-1 0-12,1 3 24,-2 9-5,0 0 0,2 0 0,0 9-19,0-8 1,0-13-3,0 0 0,0-1-1,1 1 1,-1 0 0,0-1 0,1 1 0,-1 0 0,1-1 0,-1 1 0,1-1 0,0 1-1,0-1 1,0 0 0,0 1 0,0-1 0,0 0 0,0 1 0,0-1 0,0 0 0,1 0 2,1 1-54,0 0 0,0 0 1,0 0-1,1-1 0,-1 1 1,1-1-1,-1 0 0,1 0 1,1 0 53,4 1-256,0-1 0,0 0 0,1-1 0,-1 0 0,0 0 0,0-1 0,7-1 256,-10-1 5,-1 1 1,1-1-1,-1 0 0,0 0 0,0-1 0,0 1 1,-1-1-1,1 0 0,-1 0 0,0-1 0,0 1 1,-1-1-1,1 0 0,-1 0 0,0 0 0,0 0 0,0-1 1,-1 0-6,13 45 1649,-6-18-2531,2 0 1,6 9 881,15 14-5988,-11-21-1002</inkml:trace>
  <inkml:trace contextRef="#ctx0" brushRef="#br0" timeOffset="2436.01">3375 769 2601,'0'0'6494,"0"0"-2864,0 0-1481,0 0 109,9 32-113,26 111-319,-30-121-1403,-2 0 0,0 0 0,-2 1 0,0-1 0,-2 9-423,0 7 528,1 486 2754,0-499-3806,-3-18-553,-2-13 657,-2-16 9,-7-52-867,5-1 1,1-29 1277,2-154-60,6 227 189,1 0 0,2 0 1,1 0-1,3-8-129,-5 28 112,1 1 0,0 0 0,1-1 0,0 1 0,0 1 0,1-1 0,1 0 0,-1 1-1,2 0 1,-1 1 0,1-1 0,0 1 0,1 1 0,0-1-112,-4 6 18,0-1-1,-1 1 1,1-1 0,0 1 0,1 0-1,-1 1 1,0-1 0,1 1-1,-1 0 1,0 0 0,1 0-1,-1 0 1,1 1 0,4 0-18,-7 0-7,1 0 0,0 0 0,0 0 0,-1 1 0,1-1 0,0 1 0,-1 0 0,1 0 0,0 0 0,-1 0 0,0 0 0,1 1 0,-1-1 0,1 1 0,-1-1 0,0 1 0,0 0 0,0 0 0,0 0 0,0 0 0,-1 0 0,1 0 0,-1 1 0,1 0 7,3 9 15,-1-1-1,0 2 0,-1-1 1,1 8-15,-1-6 57,0 1-1,1-1 1,5 11-57,-8-22-78,1 1 0,0-1-1,0 1 1,0-1 0,0 0 0,1 1-1,-1-1 1,1-1 0,0 1 0,0 0 0,0-1-1,0 1 1,0-1 0,0 0 0,4 2 78,3 0-897,1-1 1,0 0 0,0 0 0,1-1-1,-1-1 1,0 0 0,0 0 0,1-1-1,8-1 897,2 1-2365,13 0-2577</inkml:trace>
  <inkml:trace contextRef="#ctx0" brushRef="#br0" timeOffset="3085.024">4017 919 5825,'0'0'4844,"0"0"-2097,0 0-700,0 0 102,0 0-107,0 0-447,0 0-454,-14-11-269,-45-36-329,57 46-526,1 0 0,0 0 1,-1 0-1,0 0 0,1 0 0,-1 0 1,1 1-1,-1-1 0,0 0 0,0 1 0,1 0 1,-1-1-1,0 1 0,0 0 0,1 0 0,-2 0-17,2 0 12,-1 1 0,1-1 0,0 0 0,0 1-1,0 0 1,0-1 0,0 1 0,0 0-1,0-1 1,0 1 0,0 0 0,1 0 0,-1 0-1,0 0-11,-3 3 46,-2 3 5,-1 0 1,1 1 0,1 0-1,0 0 1,0 0 0,0 1-1,1-1 1,0 1 0,1 0 0,0 0-1,0 1 1,1-1 0,0 0-1,1 1 1,0 0 0,0-1-1,1 3-51,0-11-19,1 0 0,-1 0 0,0 0-1,0 0 1,0-1 0,0 1 0,1 0-1,-1 0 1,0-1 0,1 1 0,-1 0-1,0-1 1,1 1 0,-1 0 0,1-1-1,0 1 1,-1 0 0,1-1 0,-1 1-1,1-1 1,0 1 0,-1-1 0,1 0-1,0 1 1,-1-1 0,1 0 0,0 1 0,0-1-1,0 0 1,-1 0 0,1 1 0,0-1-1,0 0 1,0 0 0,0 0 19,33-1-801,-29 0 648,0 0-13,1 0 0,-1-1-1,0 1 1,0-1-1,0-1 1,0 1-1,0-1 1,0 0-1,0 0 1,-1 0 0,0 0-1,0-1 1,0 0-1,0 0 1,0 0-1,-1 0 1,1-1 0,-1 1-1,0-2 167,2-1-132,-1-1 0,0 0-1,0 0 1,0-1 0,-1 1 0,-1-1-1,1 1 1,-2-1 0,1 0 0,-1 0-1,0-5 133,-2 3 1350,-3 18-625,-1 22 148,5-23-679,-2 11 122,2-1 0,0 0 0,1 1 0,0-1 0,2 6-316,-2-18 8,0-1 0,-1 1 0,1-1-1,1 1 1,-1-1 0,0 0 0,1 1-1,0-1 1,0 0 0,0 0 0,0 0-1,0 0 1,1-1 0,-1 1 0,1-1-1,0 1 1,-1-1 0,1 0 0,0 0 0,1 0-1,-1 0 1,0-1 0,0 1 0,1-1-1,-1 0 1,4 1-8,-2-1-34,0 1 0,0-2 0,0 1 0,0 0 0,0-1 0,0 0 1,0 0-1,1-1 0,-1 1 0,0-1 0,0 0 0,0 0 0,-1-1 0,1 0 0,0 1 0,0-2 0,-1 1 0,1 0 0,-1-1 0,0 0 0,0 0 1,0 0-1,0-1 0,0 1 0,-1-1 0,0 0 0,3-3 34,0-3-127,0 0 1,0-1 0,-1 0-1,1-2 127,-3 5-148,0 0-1,1 1 0,0-1 1,0 1-1,1 0 1,-1 0-1,1 1 0,1-1 1,4-3 148,-8 8-35,1 1 0,-1 0 0,1 0 0,0-1-1,-1 1 1,1 1 0,0-1 0,0 0 0,-1 1 0,1-1 0,0 1 0,0 0 0,0 0 0,0 0 0,1 1 35,1-1-17,0 1 1,0-1-1,1 1 0,-1 1 1,0-1-1,0 1 1,0 0-1,1 1 17,8 5 34,-1 0 1,0 1-1,0 0 1,-1 1-1,0 1 0,-1 0 1,0 0-1,-1 1 1,0 0-1,4 10-34,-12-19 35,-1-1 0,1 1 1,-1 0-1,0 1 0,0-1 0,0 0 0,-1 0 1,1 0-1,-1 0 0,1 1 0,-1-1 0,-1 2-35,1-3 43,0 0 0,0 0 0,-1-1-1,1 1 1,-1-1 0,1 1 0,-1 0-1,0-1 1,0 1 0,1-1 0,-1 1-1,0-1 1,-1 0 0,1 1 0,0-1-1,0 0 1,0 0 0,-1 0 0,1 0-1,-1 0 1,1 0 0,-1 0 0,0 0-43,-11 4-41,-1 0 0,0-1 0,0-1 0,0 0 1,-1-1-1,1-1 0,-9 0 41,-20 3-4886,34-3-344</inkml:trace>
  <inkml:trace contextRef="#ctx0" brushRef="#br0" timeOffset="3450.454">4915 1143 2713,'0'0'5674,"0"0"-2419,0 0-1047,26 9 183,89 30-698,-98-34-1409,-1-1 0,1 0 0,0-1 0,0-1 0,0-1 0,0 0-1,12-2-283,1 1 321,-25 0-282,5 0 51,0 0 0,0-1-1,0 0 1,0 0 0,8-3-90,-15 3 7,-1 1 0,0-1 0,1 0 0,-1 0 0,0-1 1,0 1-1,0 0 0,0-1 0,0 1 0,0-1 0,0 0 0,-1 1 1,1-1-1,-1 0 0,1 0 0,-1 0 0,0 0 0,1 0 1,-1-1-1,0 1 0,0 0 0,-1-1 0,1 1 0,0 0 0,-1-3-7,1 1 27,0-1 0,0 1-1,-1-1 1,0 1-1,0-1 1,0 1-1,0-1 1,-1 0-1,0 1 1,0 0-1,0-1 1,0 1-1,-1-1 1,1 1-1,-1 0 1,0 0 0,-1 0-1,1 0 1,-1 1-1,0-1 1,0 0-1,0 1 1,0 0-1,0 0 1,-1 0-1,1 0 1,-1 0-1,0 1 1,-3-2-27,-5-2 51,1 1-1,-1 0 1,-1 0 0,1 1-1,0 1 1,-1 0 0,0 1-1,-1 0-50,-12 0 53,1 0 0,-1 2 0,-16 2-53,39-2-4,0 1 1,-1-1-1,1 1 0,0 0 1,0 0-1,-1 0 0,1 0 1,0 0-1,0 1 0,0-1 1,0 1-1,0 0 4,1 0-90,1-1 0,-1 0 0,1 1 0,0-1 0,0 1 0,-1-1 0,1 1 0,0 0 0,0-1 0,1 1 0,-1 0 0,0 0 0,1 0 0,-1-1 0,1 1 0,-1 0 0,1 0 0,0 0 0,0 0 0,0 1 90,0-2-128,0 0 1,0 0-1,0-1 1,0 1-1,0 0 1,0 0-1,0-1 1,1 1-1,-1 0 1,0 0-1,1-1 1,-1 1-1,0 0 1,1-1-1,-1 1 1,1 0-1,-1-1 1,1 1-1,-1-1 1,1 1-1,0-1 1,-1 1-1,1-1 1,-1 0-1,1 1 1,0-1 127,19 6-3398,-19-6 3295,15 1-3917</inkml:trace>
  <inkml:trace contextRef="#ctx0" brushRef="#br0" timeOffset="3782.461">5247 623 1880,'0'0'1657,"0"0"4421,0 0-1615,0 0-1943,0 0-275,0 0-808,6-1-885,-5 1-528,0 0-1,0 0 0,0-1 0,0 1 1,0 0-1,0 0 0,0 0 0,0 0 0,0 0 1,0 1-1,0-1 0,0 0 0,0 0 0,0 1 1,0-1-1,0 0 0,0 1 0,0-1 1,0 1-1,0-1 0,0 1 0,-1 0 0,1-1 1,0 1-1,0 0 0,-1-1 0,1 1 1,0 0-25,1 3 104,-1 0-1,1 1 0,-1-1 0,0 0 0,0 1 0,0-1 0,0 5-102,75 495 2503,-73-480-4609,-1-1 0,0 15 2106,-2-20-5677</inkml:trace>
  <inkml:trace contextRef="#ctx0" brushRef="#br0" timeOffset="4115">5470 581 10242,'0'0'2129,"0"0"263,0 0-1672,0 0-144,75 143-79,-67-85-497,-2 32-833,-6-12-2159,0-11-1921</inkml:trace>
  <inkml:trace contextRef="#ctx0" brushRef="#br0" timeOffset="4447.242">6100 1260 12523,'0'0'4553,"0"0"-2552,0 0 220,0 0 41,0 0-623,0 0-688,2-18-238,3-54 29,-5 68-628,0 1 0,0-1 0,0 0 0,0 1 0,-1-1 0,0-2-114,1 5 16,-1 0-1,1 0 0,0 0 0,-1 0 1,1 0-1,-1 0 0,1 0 0,-1 0 1,1 0-1,-1 1 0,0-1 0,1 0 1,-1 0-1,0 1 0,0-1-15,-1 0-14,0 0-1,0 1 1,0-1 0,1 1-1,-1-1 1,0 1 0,0 0-1,0 0 1,0 0-1,0 0 1,0 0 0,0 0-1,0 0 1,-1 1 14,-10 0-76,10-1 44,1 1 1,-1 0 0,0 0 0,0 0-1,0 0 1,1 0 0,-1 1-1,1-1 1,-1 1 0,1 0 0,0-1-1,-1 1 1,1 0 0,0 0-1,0 1 1,-1 1 31,-30 40-300,32-42 287,-3 4-122,0 0 0,1 0-1,0 1 1,-2 3 135,4-7-123,1-1-1,-1 1 1,0-1 0,1 1 0,-1-1 0,1 1 0,0-1-1,0 1 1,0-1 0,0 1 0,0-1 0,0 1 0,1-1-1,0 2 124,-1-4-47,1 1 0,-1-1 0,1 0 0,0 1 0,-1-1 0,1 1 0,-1-1 0,1 0 0,0 1 0,-1-1 0,1 0 0,0 0-1,0 0 1,-1 1 0,1-1 0,0 0 0,-1 0 0,1 0 0,0 0 0,0 0 47,20-1-163,-16 1 98,-1 0 88,0 0 1,0 0 0,0-1-1,0 1 1,0-1-1,0 1 1,0-1-1,-1-1 1,1 1 0,0 0-1,-1-1 1,1 0-1,-1 0 1,1 0-1,-1 0 1,0 0 0,0-1-1,0 0 1,0 1-1,-1-1 1,1 0 0,-1 0-1,1-1 1,-1 1-1,1-2-23,-3 5 20,0 0-1,0-1 1,0 1-1,1 0 1,-1 0 0,0 0-1,0-1 1,1 1-1,-1 0 1,0 0-1,1 0 1,-1 0-1,0 0 1,0-1 0,1 1-1,-1 0 1,0 0-1,1 0 1,-1 0-1,0 0 1,1 0-1,-1 0 1,0 0-1,1 0 1,-1 0 0,0 0-1,1 0 1,-1 0-1,0 0 1,0 1-1,1-1 1,-1 0-1,0 0 1,1 0 0,-1 0-1,0 1 1,0-1-1,1 0 1,-1 0-1,0 0 1,0 1-1,0-1 1,1 0-1,-1 0 1,0 1 0,0-1-20,13 14-94,-11-12 170,11 13-410,1-1 0,1-1 0,2 2 334,28 16-8779,-29-24 995</inkml:trace>
  <inkml:trace contextRef="#ctx0" brushRef="#br0" timeOffset="4778.756">6354 897 6785,'0'0'10579,"0"0"-6693,0 0-2878,0 0-210,0 0 409,6 26 174,-2-5-1115,11 58 1558,2 37-1824,4 247 2701,-18-1-3149,-3-327 187,0-30-49,0 1 80,0 0 0,0 0-1,-1-1 1,0 1 0,0 0 0,0 1 230,0-5-350,1-1-1,-1 1 1,0-1 0,1 0 0,-1 1-1,0-1 1,0 0 0,0 1 0,0-1 0,-1 1 350,0-1-765,1 0-1,0 0 1,-1 0 0,1 0 0,-1 0 0,1-1 0,-1 1 0,0 0 0,1-1 0,-1 0 0,-1 1 765,-10 0-14981</inkml:trace>
  <inkml:trace contextRef="#ctx0" brushRef="#br0" timeOffset="5650.08">6485 827 8618,'0'0'3155,"0"0"470,0 0-1930,0 0-600,0 0 495,0 0 235,10 21-486,-5-10-1163,2 4 58,0-1 1,-1 1-1,-1 1 0,0-1 1,-1 1-1,-1-1 0,-1 1 0,0 0 1,0 11-235,-5 550 4491,3-565-4470,1 0 0,-1 0 0,2-1 0,0 1 0,0 0 0,1-1 0,2 5-21,-4-13-6,0 0 1,0 0-1,1-1 0,-1 1 0,1-1 0,-1 1 1,1-1-1,0 1 0,0-1 0,0 0 0,0 0 1,0 0-1,0 0 0,1 0 0,-1 0 0,1-1 0,-1 1 1,1-1-1,0 0 0,-1 1 0,1-1 0,0 0 1,0-1-1,0 1 0,0-1 0,0 1 0,0-1 0,0 0 1,0 0-1,0 0 0,1 0 6,-1-1-19,0 1-1,0-1 1,0 0-1,0 0 1,0 0-1,0-1 1,0 1-1,0-1 1,-1 1 0,1-1-1,-1 0 1,1 0-1,-1 0 1,1 0-1,-1-1 1,0 1-1,0-1 1,0 1 19,5-9-184,0 0 1,-1 0-1,5-12 184,-7 14-106,11-26-447,-1 0 0,-2-1 0,-1-1 0,0-11 553,5-38-1446,-1-28 1446,-10 58-429,-4-47 429,-1 69-214,1 39 198,-1-1 0,1 0 0,0 0 0,1 0 0,-1 0 0,1 0 0,0 0 0,0 0 0,0 1 16,23 35 5,-24-39-7,3 5-55,0-1 0,1 0 0,-1 0 0,1 0 1,0-1-1,0 0 0,1 0 0,-1 0 0,1 0 0,0-1 0,0 0 1,0 0-1,0-1 0,0 1 0,1-1 0,-1-1 0,1 1 0,-1-1 0,1 0 1,0-1-1,0 0 0,5 0 57,-12 0-64,1 0 0,0 0 0,0 0 1,0-1-1,-1 1 0,1 0 0,0 0 0,0-1 1,-1 1-1,1 0 0,0-1 0,-1 1 0,1-1 0,0 1 1,-1-1-1,1 1 0,-1-1 0,1 0 0,-1 1 1,1-1-1,-1 0 0,1 1 0,-1-1 0,0 0 0,1 1 1,-1-1-1,0 0 0,1 0 64,4-26-1123,-4 18 731,5-37-602,-4 29 935,0-1-1,2 0 1,1-6 59,-5 24 21,0 0 0,0 0 1,0 0-1,0 0 1,0 0-1,0 0 1,0 0-1,0 0 1,1 0-1,-1-1 0,0 1 1,0 0-1,0 0 1,0 0-1,0 0 1,0 0-1,0 0 1,0 0-1,0 0 0,0 0 1,0 0-1,0 0 1,0 0-1,0 0 1,0 0-1,0-1 1,0 1-1,1 0 0,-1 0 1,0 0-1,0 0 1,0 0-1,0 0 1,0 0-1,0 0 0,0 0 1,0 0-1,0 0 1,0 0-1,1 0 1,-1 0-1,0 0 1,0 0-1,0 0 0,0 0 1,0 0-1,0 0 1,0 0-1,0 0 1,0 0-1,0 1 1,1-1-1,-1 0 0,0 0 1,0 0-1,0 0 1,0 0-1,0 0 1,0 0-22,5 7 366,2 10-34,5 25 512,-9-29-730,1-1 0,0 1 1,1-1-1,0 0 0,1 0 0,7 10-114,-13-20 28,1-1-1,0 0 0,0 0 0,0 0 1,0 0-1,0-1 0,0 1 0,0 0 1,0 0-1,0-1 0,1 1 0,-1 0 1,0-1-1,0 1 0,1-1 0,-1 1 1,0-1-1,0 0 0,1 0 0,-1 0 1,1 0-1,-1 0 0,0 0 0,1 0 1,-1 0-1,0 0 0,1 0 0,-1-1 0,0 1 1,0 0-1,1-1 0,-1 0 0,0 1 1,0-1-1,0 0 0,1 1 0,-1-1 1,0 0-1,0 0 0,0 0 0,0 0-27,6-5 51,0-1 1,-1 0-1,0 0 0,0 0 0,2-6-51,10-15-619,-2 0 1,-1-2-1,-1 0 0,-1 0 1,-2-1-1,-2-1 1,0 0-1,-2 0 0,-2-1 1,-1 1-1,-1-1 1,-2-18 618,0 4-281,-2 1 0,-3-16 281,2 46 353,-1 1 1,0 0-1,-1 1 1,-1-1-1,0 1 1,-1 0-1,0 0 0,-1 0 1,-1 0-354,5 10 359,2 3-212,1-1 0,-1 1 1,0 0-1,0 0 0,1 0 0,-1 0 0,0 0 1,0 0-1,0 0 0,0 0 0,0 0 0,0 1 0,-1-1-147,1 11 425,10 279 2797,0 5-698,-9-35-1912,0-257-422,3-8 332,3-4-1040,0 1-1,1-1 0,1 1 0,0 0 1,2-1 518,-1 2-1942,1 0 0,-1 0 0,1 1 1,0 1-1,3-2 1942,9-2-6875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6T13:15:02.3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336 964 10202,'0'0'4321,"0"0"-2750,0 0-1073,0 0-260,0 0-72,9 0 128,60 0-4,-67 0-285,0 0 1,0 0 0,-1 0 0,1 0-1,0-1 1,-1 1 0,1 0-1,0-1 1,0 1 0,-1-1 0,1 0-1,-1 1 1,1-1 0,-1 0-1,1 0 1,-1 0 0,1 0-1,-1 0 1,0 0 0,1-1 0,-1 1-1,0 0 1,0-1 0,0 1-1,0-1-5,1-2 9,-1 0-1,1-1 0,-1 1 1,0 0-1,0 0 0,-1-1 1,0 1-1,1 0 0,-2-5-8,1 7 5,0 0-1,0 0 1,-1 0-1,1 0 1,-1 0 0,1 0-1,-1 1 1,0-1-1,0 0 1,0 0 0,0 1-1,0-1 1,0 0-1,0 1 1,-1-1 0,1 1-1,-1-1 1,1 1-1,-1 0 1,1 0 0,-1 0-1,0 0 1,0 0-1,1 0 1,-1 0 0,0 0-1,0 1 1,-1-1-5,-1 0 48,0-1 1,0 2-1,0-1 1,0 0-1,-1 1 1,1 0-1,0 0 1,0 0-1,-1 0 1,1 1-1,0-1 0,0 1 1,-3 1-49,6-1 35,-1 0 0,1 0 1,-1 0-1,1 1 0,0-1 0,0 1 0,-1-1 1,1 0-1,0 1 0,0 0 0,0-1 0,0 1 1,1 0-1,-1-1 0,0 1 0,1 0 1,-1 0-1,1 0 0,0 0 0,-1-1 0,1 1 1,0 0-1,0 1-35,0 2 58,0 1 1,0 0-1,0-1 1,0 1-1,1-1 0,0 1 1,1 3-59,0-5 50,0 0 0,0 0 1,1-1-1,-1 1 0,1 0 0,0-1 0,0 0 1,0 0-1,0 0 0,1 0 0,-1 0 0,1-1 1,0 1-1,-1-1 0,1 0 0,4 1-50,1 2 81,1-2 0,0 1-1,0-1 1,0-1-1,0 0 1,9 1-81,-10-2-44,0-1-1,0 0 1,-1 0 0,1-1-1,0 0 1,0-1 0,0 0 0,-1 0-1,1 0 1,-1-1 0,0-1 0,0 0-1,0 0 1,0 0 0,1-2 44,28-17-850,3-3-1202,36-16 2052,-65 36-105,1 1-1,0 0 0,0 1 1,0 0-1,1 1 0,-1 1 0,1 0 1,0 1-1,1 0 106,-13 0 2,0 1 0,0 0 0,0 0 0,0 0 0,0 0 0,0 1 0,0-1 0,0 0 1,0 0-1,0 1 0,0-1 0,0 0 0,0 1 0,0-1 0,0 1 0,0-1 0,0 1 0,0-1 0,-1 1 0,1 0 0,0 0 1,0-1-1,-1 1 0,1 0 0,-1 0 0,1 0 0,-1-1 0,1 1 0,-1 0-2,1 3 54,0-1 1,0 1-1,-1 0 0,0-1 1,1 1-1,-1-1 0,-1 4-54,1 4 179,-1-5-85,1 0 0,-1-1 0,-1 1 0,1-1 0,-1 1 0,0-1 0,0 0 0,0 0 0,-1 0 0,1 0 0,-1 0 0,-1-1 0,-1 3-94,-2 2 197,-1 0 1,1-1 0,-2 0 0,1-1-1,-1 0 1,-4 3-198,10-8 54,-1 0 0,1-1 0,-1 1-1,1 0 1,-1-1 0,-3 1-54,6-2 17,0 1 1,0-1-1,0 0 0,0 0 0,0 0 1,0 0-1,0 0 0,0 0 1,0 0-1,0 0 0,1 0 0,-1 0 1,0 0-1,0 0 0,0-1 1,0 1-1,0 0 0,0-1 1,0 1-1,1-1 0,-1 1 0,0-1 1,0 1-1,0-1 0,1 0 1,-1 1-1,0-1 0,1 0 0,-1 0 1,1 1-1,-1-1-17,-1-7 29,-1 1-1,2-1 1,-1 0 0,1 1-1,0-1 1,1 0 0,-1 0-1,2 0 1,0-5-29,-1-11-31,0-97-418,5 0 0,9-26 449,0 36-558,11-70-77,-24 173 613,4-13 79,-5 21-71,1-1 0,-1 1-1,0-1 1,1 0 0,-1 1-1,0-1 1,1 1 0,-1-1-1,1 1 1,-1-1 0,1 1-1,-1 0 1,1-1 0,-1 1 0,1 0-1,0-1 1,-1 1 0,1 0-1,-1-1 1,1 1 0,0 0-1,-1 0 1,1 0 0,0 0 0,-1 0-1,1 0 1,0 0 14,0 0-3,0 0 0,0 1 0,0-1 0,0 1 0,0-1 0,-1 1 0,1-1 0,0 1 1,0-1-1,0 1 0,-1 0 0,1-1 0,0 1 0,-1 0 0,1 0 0,0 0 0,-1-1 0,1 1 0,-1 0 0,0 0 0,1 0 0,-1 0 1,0 0-1,1 0 0,-1 1 3,8 30 35,-7-26-25,14 68 347,70 318 582,-76-355-870,4 13 225,-2 0-1,-1 11-293,-9-54-131,1 11 1296,1-16-103,3-9 144,1-5-1250,0-2-24,1 1-1,1 0 1,0 1 0,10-11 68,-16 20-425,1 0 1,-1 0-1,1 0 1,0 0-1,0 0 1,1 1-1,-1-1 1,0 1 0,1 0-1,-1 1 1,1-1-1,0 1 1,-1 0-1,1 0 1,0 0-1,0 1 1,4 0 424,7 0-4899</inkml:trace>
  <inkml:trace contextRef="#ctx0" brushRef="#br0" timeOffset="338.918">1671 930 13259,'0'0'2304,"0"0"121,0 0-1065,0 0 296,0 0-687,0 0-553,0 0-368,23 137-48,-36-134-1288,-15-3-2801,-4 0-12027</inkml:trace>
  <inkml:trace contextRef="#ctx0" brushRef="#br0" timeOffset="695.34">1516 592 8850,'0'0'7344,"0"0"-4286,0 0-2059,0 0-552,0 0-629,24 14-1249,25 17-606,-1 2 2037,-40-27-391,0 0 1,0 1 0,-1 0 0,0 0-1,-1 1 1,1 0 0,-1 0 0,-1 1-1,1 1 391,7 9-1102,57 81-3517,-20-35 6068,-30-36 2669,-19-27-3410,0 0 0,0-1 0,0 1 0,-1 0 0,1 0 0,-1 0-1,1 0 1,-1 0 0,1 2-708,-1-4 1146,0 0-31,0-10 466,3-7-1662,0-1 0,1 2-1,1-1 1,1 0 0,1 1-1,0 0 1,0 1 0,2-1-1,0 2 1,3-5 81,-11 18 22,0 0 1,-1 1-1,1-1 1,-1 0 0,1 0-1,0 0 1,0 1-1,-1-1 1,1 0-1,0 1 1,0-1-1,0 1 1,0-1-1,0 1 1,0-1-1,0 1 1,0-1-23,0 1 17,-1 1-1,0-1 1,1 0 0,-1 0 0,1 0 0,-1 0-1,1 0 1,-1 0 0,1 1 0,-1-1 0,0 0-1,1 0 1,-1 1 0,1-1 0,-1 0-1,0 1 1,1-1 0,-1 0 0,0 1 0,1-1-1,-1 0 1,0 1 0,0-1 0,1 1-1,-1-1-15,2 6 145,0-1 0,0 1 0,-1-1 0,1 1 0,-1 4-146,2 1 165,6 32 153,-5-22-644,1 0-1,1-1 0,0 0 0,5 6 327,-11-24-2502,0-5-2029,0-14-2764</inkml:trace>
  <inkml:trace contextRef="#ctx0" brushRef="#br0" timeOffset="1728.15">1990 0 14051,'0'0'1587,"0"0"-647,0 0 374,0 0-335,0 0-246,0 0 55,11 25 369,-7-16-1045,13 31 220,-1 1 0,-2 1 1,-2 1-1,-2 1-332,13 88 825,5 127-825,-12 136 177,-7-149-49,1 177-726,-9-416 530,-2 5-33,1-12 93,0 0 0,0 1 0,0-1-1,0 0 1,0 0 0,0 1 0,0-1 0,0 0 0,0 0 0,-1 0 0,1 1 0,0-1 0,0 0 0,0 0 0,0 0 0,0 1 0,-1-1 0,1 0 0,0 0 0,0 0 0,-1 0 0,1 1 0,0-1 0,0 0 0,0 0 0,-1 0 0,1 0 0,0 0 0,0 0 0,-1 0 0,1 0 0,0 0 0,-1 0 8,1 0-5,-1 0 0,1 0 0,-1 0 0,0 0 0,1-1 0,-1 1 1,1 0-1,-1 0 0,1-1 0,-1 1 0,1 0 0,-1-1 0,1 1 1,-1 0-1,1-1 0,-1 1 0,1-1 0,0 1 0,-1-1 0,1 1 1,0-1-1,-1 1 0,1-1 0,0 1 0,0-1 0,0 1 1,-1-1-1,1 1 0,0-1 5,-4-20-20,4 15-10,-3-33-517,1 0 1,3-10 546,-1 4-415,3-14-572,6-35 987,-2 34-462,-2-35 462,-5-68 810,0 162-805,0 0 0,0-1 0,1 1 0,-1 0 0,0-1 0,1 1 0,-1 0 0,1-1 0,-1 1 0,1 0 0,0 0 0,0 0 0,-1-1 0,1 1 0,0 0 0,0 0 0,0 0 0,0 1 0,0-1 0,1 0 0,-1 0 0,0 0 0,0 1 1,0-1-7,6-2 133,0 0-1,0 0 0,0 1 0,2-1-131,2 0 218,48-13 133,-34 10-402,-1-1 0,1-2 0,0 0 51,-18 6-65,-1 0-1,0 0 0,0-1 1,0 0-1,-1 0 0,0 0 1,1 0-1,-1-1 0,-1 0 1,1 0-1,-1 0 0,0-1 1,3-3 65,-5 4-22,0 0 0,0-1 0,0 0 1,-1 1-1,0-1 0,0 0 0,0 0 1,-1 0-1,0 1 0,0-1 0,-1-1 22,1 0-27,0 4 27,0 1 0,0 0 0,0 0 0,-1 0 0,1-1 1,-1 1-1,1 0 0,-1 0 0,0 0 0,0 0 0,0 0 0,0 0 0,0 0 0,0 0 0,-1 1 0,1-1 0,-1 0 1,1 1-1,-1-1 0,1 1 0,-1-1 0,0 1 0,0 0 0,-1-1 0,-1 0 48,-1 0-1,0 0 1,1 1-1,-1-1 1,0 1-1,0 0 1,0 0-1,0 1 1,0 0 0,-3-1-48,8 2 5,-1-1 1,0 0-1,1 1 1,-1-1 0,0 0-1,1 1 1,-1-1 0,0 1-1,1-1 1,-1 1-1,1-1 1,-1 1 0,1 0-1,-1-1 1,1 1 0,0 0-1,-1-1 1,1 1 0,0 0-1,-1-1 1,1 1-1,0 0 1,0 0 0,0-1-1,-1 1 1,1 0 0,0 0-1,0-1 1,0 1 0,0 0-1,1 0-5,-1 34 254,0-25-126,0 0-61,0 0 0,1-1 0,0 1 0,1 0 0,0-1 0,1 1 1,0-1-1,0 0 0,0 0 0,2 0 0,-1-1 0,1 1 0,0-1 0,1 0 1,-1 0-1,2-1 0,-1 1 0,4 1-67,-7-6 16,1 0 1,0 0-1,0-1 0,0 1 1,0-1-1,0 0 0,0 0 1,3 0-17,-5-1 14,0 0-1,-1-1 1,1 1 0,0-1 0,0 0 0,-1 0 0,1 1 0,0-1 0,0-1 0,0 1-1,-1 0 1,1 0 0,0 0 0,0-1 0,-1 1 0,1-1 0,0 0 0,-1 1 0,1-1-1,0 0 1,-1 0 0,1 0 0,-1 0 0,1-1-14,6-7-48,0-1 0,-1-1 0,0 0 0,0 0 0,-1 0 1,1-4 47,16-29-376,18-23-51,-38 82 793,1 1 0,0-1 0,1 0 0,1 0 0,5 11-366,-8-22-70,-1 1 0,1-1 0,1 1 0,-1-1 1,0 0-1,1 0 0,0-1 0,0 1 0,0-1 0,1 0 0,-1 0 0,1 0 0,-1 0 0,1-1 0,0 0 0,0 0 1,0 0-1,0-1 0,1 1 0,-1-1 0,0 0 0,0-1 0,1 0 0,-1 1 0,1-2 0,-1 1 0,0 0 0,5-2 70,-7 1-153,0-1 0,-1 1 0,1-1 0,-1 0 0,1 1 0,-1-1 0,0 0 0,1 0 0,-1-1 0,0 1 0,0 0 0,-1-1 0,1 1 0,0-1 0,-1 1 0,0-1 0,1 0 153,3-9-604,0 0 0,0 0-1,-1-4 605,13-48-280,-13 76 2906,0 10-2099,7 48 644,-7-47-1919,0-1 1,-1 1 0,-2 7 747,-3-22-4892,-9-6-4214</inkml:trace>
  <inkml:trace contextRef="#ctx0" brushRef="#br0" timeOffset="2078.235">2812 609 10594,'0'0'4593,"0"0"-4113,0 0-480,0 0-768,0 0-1816,0 0-5306</inkml:trace>
  <inkml:trace contextRef="#ctx0" brushRef="#br0" timeOffset="3094.478">3022 877 2657,'0'0'1222,"0"0"3901,0 0-1614,0 0-951,0 0-209,0 0-623,23 0-844,72-2-505,-91 2-362,0-1 0,0 1 0,-1-1 0,1 0 0,0 0 1,-1 0-1,1 0 0,2-2-15,-5 2 6,1 0 0,-1 0 0,1 0-1,-1 0 1,0-1 0,0 1 0,0 0 0,0-1 0,0 1 0,1-1-6,2-4 17,0 1-26,-1 1 0,0-1 0,1 0 0,-2 0 0,1-1-1,-1 1 1,1 0 0,-2-1 0,1 0 0,0 1 0,-1-1 0,0 0-1,-1 0 1,1 1 0,-1-4 9,0 9 1,0-1 0,0 1 0,0 0-1,-1-1 1,1 1 0,0-1 0,0 1 0,0 0 0,-1-1-1,1 1 1,0 0 0,0-1 0,0 1 0,-1 0 0,1 0-1,0-1 1,-1 1 0,1 0 0,0 0 0,-1-1 0,1 1-1,0 0 1,-1 0 0,1 0 0,0 0 0,-1 0 0,1-1-1,-1 1 1,1 0-1,-19-1 102,16 1-65,0 0-1,0 0 0,0 1 1,0-1-1,0 1 0,0 0 0,0 0 1,0 0-1,0 0 0,-3 2-36,2 1 73,0 0 0,1 1 0,-1-1 0,1 1-1,-1-1 1,2 1 0,-1 0 0,0 1-1,1-1 1,0 0 0,0 1 0,0-1 0,1 1-1,-1 4-72,-1 12 307,1 0-1,1-1 0,1 8-306,0-26 14,0 0 0,1 0 0,-1 0 0,1 0 1,0 0-1,-1 0 0,1 0 0,1 0 0,-1 0 0,0 0 0,1 0 0,-1-1 0,1 1 0,0 0 0,0-1 0,0 0 0,0 1 0,1-1 0,-1 0 1,1 0-1,-1 0 0,1-1 0,-1 1 0,1 0 0,0-1 0,0 0 0,0 0 0,0 0 0,0 0 0,0 0 0,0 0-14,3 0-65,0 0 1,0 0-1,1 0 0,-1-1 0,0 0 0,0 0 0,0-1 0,0 0 1,0 0-1,0 0 0,0 0 0,0-1 0,0 0 0,-1-1 1,1 1-1,1-2 65,4-3-173,-1-1 1,0 0 0,0-1-1,0 0 1,-1 0 0,-1-1-1,0-1 1,0 1 0,-1-1-1,0 0 1,-1-1 0,0 0-1,-1 0 1,0 0 0,-1 0-1,0-1 1,0-4 172,-3-16 908,-1 32-373,0 1-136,-1 8 298,-5 41 312,2-21-483,1-1-1,1 8-525,2-24 113,0-4-56,0-1-1,0 0 1,0 1-1,1-1 1,0 1 0,2 4-57,-3-9 8,1 0 0,0-1 0,0 1 0,0-1 0,-1 1 0,2-1 0,-1 1 0,0-1 0,0 1 0,0-1 0,1 0 0,-1 0 0,0 0 0,1 0 0,-1 0 0,1 0 0,0 0 0,-1 0 1,1-1-1,0 1 0,-1 0 0,1-1 0,0 1 0,0-1 0,-1 0 0,2 0-8,5 2-139,-1-1-1,0-1 1,1 1 0,-1-1-1,0-1 1,1 1 0,-1-1-1,0 0 1,1-1 0,-1 0-1,0 0 1,0-1 0,0 1-1,-1-1 1,1-1 139,4-3-601,-1-1 1,0 0-1,-1-1 0,1 0 1,-2 0-1,1-1 0,5-9 601,-9 12 28,-1 0 0,0 0 0,0 0 0,-1-1 0,0 0 0,0 1 0,-1-1-1,0 0 1,-1 0 0,1-1 0,-1 1 0,-1-5-28,0 20 3000,-5 51-1774,4-26-872,0-21-215,0-1 0,1 0-1,0 1 1,1-1 0,0 0 0,1 2-139,-1-11 18,0 0 0,0 1 0,-1-1 0,1 0 0,0 1 0,0-1 0,0 0 0,0 0 0,0 0 0,1 0 0,-1 0 0,0 0 0,1 0 0,-1 0 0,0 0 0,1-1 0,-1 1 0,1-1 0,-1 1 0,1-1 0,-1 1 0,1-1 0,-1 0 0,1 0-18,0 1 7,0-1 0,0 0 0,0 0 0,0 0 0,0 0 0,0 0 0,0 0 0,0 0 0,0-1 0,0 1-1,0-1 1,0 1 0,0-1 0,0 0 0,0 0 0,0 0 0,0 0 0,-1 0 0,1 0-7,5-6-202,0-1 0,-1 1 0,0-1 0,0 0-1,-1 0 1,0-1 0,0 0 0,-1 0 0,0 0-1,0 0 1,-1-1 0,-1 1 0,0-1 0,0 1 0,0-11 202,-2 20-34,0 0-150,3 5-443,6 53 1269,1 7 549,-8-60-1115,-1 1-1,1 0 1,0 0 0,1-1-1,-1 0 1,1 1 0,0-1 0,1 0-1,0 1-75,-1-3 43,-1-1 0,1 1-1,0-1 1,0 0 0,0 0 0,0-1-1,0 1 1,0 0 0,0-1 0,0 0-1,1 0 1,-1 0 0,0 0 0,1 0-1,2-1-42,9 2 46,1-2 0,-1 0 1,2 0-47,6-1-50,-18 1-33,1 0 0,0 0 1,-1-1-1,1 0 0,-1 0 0,0-1 1,1 1-1,-1-1 0,0 0 1,0 0-1,5-4 83,-7 4-65,0 0 1,1-1-1,-1 1 1,-1-1-1,1 0 0,0 0 1,-1 0-1,1-1 1,-1 1-1,0-1 1,0 1-1,0-1 0,-1 1 1,1-1-1,-1 0 1,1-4 64,0-6-67,0-1 1,-1 1-1,0-1 0,-2 1 1,1-2 66,-1-14-43,1 27 37,0 0 0,-1 0 0,1 0 0,-1 0 0,0 0 0,0 0 0,0 0 1,0 0-1,0 0 0,0 1 0,-1-1 0,1 0 0,-1 1 0,0-1 0,-2-1 6,3 3 21,0 0-1,0 0 0,0 0 0,-1 0 1,1 0-1,-1 0 0,1 0 0,-1 0 1,1 0-1,-1 1 0,1-1 0,-1 1 0,0-1 1,1 1-1,-1 0 0,0 0 0,1-1 1,-1 1-1,0 0 0,1 0 0,-1 1 1,0-1-1,1 0 0,-1 1 0,0-1 1,1 0-1,-1 1 0,1 0 0,-2 0-20,0 1 62,1 0 1,-1 0-1,1 0 0,-1 0 0,1 1 0,0-1 0,0 1 0,0-1 0,0 1 0,1 0 0,-1 0 0,1 0 0,-1 0 0,1 0 0,0 0 0,0 0 0,0 1-62,-2 11 305,0-1-1,0 1 1,1 3-305,2-11 82,-2 9 110,0-1-1,2 1 1,0-1 0,1 4-192,0-14 2,-1-1 1,1 0 0,0 1 0,0-1 0,1 0 0,-1 0 0,1 0 0,0 0-1,0 0 1,0 0 0,0-1 0,1 1 0,0-1 0,0 1 0,0-1 0,0 0-1,1 1-2,3 1-455,0 0-1,-1-1 0,1 0 0,0 0 1,1 0-1,-1-1 0,1 0 0,1 0 456,20-1-5520</inkml:trace>
  <inkml:trace contextRef="#ctx0" brushRef="#br0" timeOffset="33684.192">22 2675 9234,'0'0'1703,"0"0"2160,22 1-1762,77 3-502,2-3 1444,-95-1-2936,1 0 0,-1-1-1,0 0 1,0 0 0,0 0-1,0-1 1,0 0 0,0 0-1,0 0 1,0-1-1,-1 0 1,4-2-107,-6 3 66,0 0 0,0-1 0,0 0 0,0 1 0,-1-1 0,1 0 0,-1 0 0,1-1 0,-1 1 0,-1 0 1,1-1-1,0 1 0,-1-1 0,1 1 0,-1-1 0,0 0 0,0 0 0,-1 1 0,1-1 0,-1-4-66,0 5 28,0-1 0,0 1 0,0 0 0,-1-1 1,1 1-1,-1 0 0,0-1 0,0 1 0,0 0 0,0 0 1,-1 0-1,1 0 0,-1 0 0,0 0 0,0 0 1,0 1-30,-2-3 68,0 1-1,0 0 0,0 1 0,-1-1 1,1 1-1,-1 0 0,0 0 0,0 0 1,-1 0-67,-13-4 185,0 0 1,-1 2 0,1 0 0,-18-2-186,3 2-204,-1 2 1,1 1 0,-11 3 203,43-1-21,0-1-94,0 1 0,0 0 0,0 0 0,0 1 0,0-1 0,0 0 0,0 1 0,0-1 0,0 1 0,0-1 0,0 1 0,0 0 0,0 0 115,1 0-173,0 0-1,0 0 1,1 0-1,-1 0 0,0 0 1,1 0-1,-1 0 1,1 0-1,-1 0 0,1 0 1,-1 1-1,1-1 1,0 0-1,0 0 0,0 0 1,-1 1-1,1-1 1,0 0-1,0 0 0,1 1 174,-1-1-173,0 0-1,0 0 0,0 0 0,0 0 0,1-1 0,-1 1 1,0 0-1,0 0 0,1 0 0,-1-1 0,1 1 1,-1 0-1,0-1 0,1 1 0,0 0 0,-1-1 0,1 1 1,-1 0-1,1-1 0,0 1 0,-1-1 0,1 1 1,0-1-1,0 0 0,-1 1 0,1-1 0,0 0 1,0 1-1,0-1 0,-1 0 0,1 0 0,0 0 0,0 0 1,0 0-1,0 0 0,0 0 174,22 2-5829</inkml:trace>
  <inkml:trace contextRef="#ctx0" brushRef="#br0" timeOffset="34049.032">325 1846 4369,'0'0'9951,"0"0"-5407,0 0-3004,0 0-574,0 0-294,0 0 35,3 24 121,3 51-261,22 222 3122,-18-227-2836,12 39-853,-16-86 31,1 1-1,1-1 0,1-1 0,1 0 0,1 0 0,5 7-30,-13-24-6,1-1-1,-1 1 0,0-1 0,1 0 0,0-1 0,0 1 0,0-1 0,0 1 0,1-1 0,-1-1 0,1 1 0,0-1 0,0 1 0,-1-1 0,2 0 7,-3-1-12,1-1-1,-1 1 0,1 0 0,0-1 0,-1 0 1,1 0-1,-1 0 0,1 0 0,-1-1 0,1 1 1,-1-1-1,1 0 0,-1 0 0,1 0 0,-1-1 0,0 1 1,0-1-1,1 0 0,-1 1 0,0-1 0,-1-1 1,1 1-1,0-1 13,6-6-139,-1 0-1,0-1 1,0-1 0,-1 1 0,0-1-1,-1-1 1,0 1 0,-1-1 0,0 0 0,-1 0-1,-1 0 1,1-1 0,-2 1 0,0-1 0,-1 0-1,0 0 1,0 1 0,-2-8 139,1 19 17,0 0 0,-1 0 0,1 1-1,-1-1 1,1 0 0,0 0 0,-1 0 0,0 0 0,1 0 0,-1 1 0,1-1-1,-1 0 1,0 0 0,0 1 0,1-1 0,-1 0 0,0 1 0,0-1 0,0 1-1,0-1 1,1 1 0,-1 0 0,0-1 0,0 1 0,0 0 0,0 0 0,0-1-1,0 1 1,0 0 0,0 0 0,0 0 0,0 0 0,0 0 0,0 1 0,-1-1-17,-1 0 84,0 0 0,0 1 0,0-1 0,0 1 0,0-1 0,1 1 0,-1 0 1,0 0-1,0 1 0,1-1 0,-1 1 0,0-1 0,0 1-84,-1 3 78,0-1-1,1 1 1,-1 0 0,1 0-1,0 0 1,0 1-1,1-1 1,-1 1 0,1 0-1,0-1 1,1 1-1,0 0 1,0 0-1,0 0 1,0 4-78,-1 18 112,2 0-1,2 22-111,-2-47-5,0 3-111,1-1 0,0 0 0,0 0 0,1 1-1,-1-1 1,1 0 0,0 0 0,1-1 0,-1 1 0,1 0 0,0-1 0,0 1 0,0-1 0,0 0 0,4 3 116,-1-2-1135,0 1-1,0-1 1,1-1 0,-1 1 0,1-1-1,4 1 1136,-5-2-3446,0 0-1,1-1 0,0 0 0,6 0 3447</inkml:trace>
  <inkml:trace contextRef="#ctx0" brushRef="#br0" timeOffset="35271.106">1799 2488 9850,'0'0'4896,"0"0"-2841,0 0-324,0 0 404,0 0-297,0 0-818,-14-15-600,2 2-335,0 0-1,-1 1 1,-11-9-85,22 20 11,1 0 1,0 1-1,-1-1 1,1 0-1,-1 1 1,0-1 0,1 1-1,-1-1 1,1 1-1,-1 0 1,0-1-1,1 1 1,-1 0 0,1 0-1,-1 0 1,0 1-1,1-1 1,-1 0-1,0 1 1,1-1 0,-1 0-1,1 1 1,-1 0-1,1-1 1,-2 2-12,-1 1 43,-1 0-1,1 1 1,0-1 0,1 1-1,-1 0 1,-2 2-43,2-1 49,-4 4 35,0 0 0,1 1-1,0 0 1,1 0 0,0 0-1,1 1 1,0 0 0,0 0-1,1 0 1,1 0 0,0 1-1,1 0 1,0-1 0,0 1-1,1 0 1,1 0 0,0 0-1,1 0 1,0 3-84,0-12 15,0 0 1,0 0-1,0-1 0,0 1 0,0-1 1,1 1-1,-1-1 0,1 1 0,0-1 1,0 0-1,0 0 0,0 0 0,0 0 1,0 0-1,0 0 0,1 0 1,-1-1-1,1 1 0,-1-1 0,1 0 1,-1 0-1,1 0 0,0 0 0,0 0 1,-1 0-1,1-1 0,2 1-15,10 1 78,0-1-1,0 0 1,1-1-1,10-1-77,-24 1 3,11-2-44,0 0 0,0-1 0,0 0 1,-1-1-1,1 0 0,-1-1 0,0 0 0,0-1 0,0-1 0,-1 0 0,0 0 0,-1-1 0,1 0 0,-1-1 0,0-2 41,9-8-296,-1 0 1,-1-2 0,-1 0-1,0-1 1,-2-1 0,-1 0 0,1-3 295,-4 2-313,0 0 0,-2-1 1,0 0-1,-2 0 1,-1-1-1,2-22 313,-2-30-872,-3-47 872,-2 114-48,0 5 50,0-32-171,-4-31 169,3 58 130,-1 1 0,0 0 1,-1-1-1,0 1 0,0 0 0,-1 0 0,0 1 0,-6-9-130,10 18 4,0 0 0,0 0 0,0 0 0,0 0 0,0 0 0,0 0 0,0 1 0,0-1 0,0 0 0,0 0 0,0 0 0,0 0 0,0 0-1,0 0 1,0 0 0,0 0 0,0 0 0,0 0 0,0 0 0,0 0 0,0 0 0,0 0 0,0 0 0,0 0 0,0 0 0,-1 0 0,1 1 0,0-1 0,0 0 0,0 0 0,0 0 0,0 0 0,0 0 0,0 0 0,0 0 0,0 0 0,0 0 0,0 0 0,0 0 0,-1 0 0,1 0 0,0 0 0,0 0 0,0-1 0,0 1 0,0 0 0,0 0 0,0 0 0,0 0 0,0 0 0,0 0 0,0 0 0,0 0 0,0 0 0,0 0-1,-1 0 1,1 0 0,0 0 0,0 0-4,0 9-87,0-8 95,3 55 318,2 0 0,10 35-326,-1 1 478,-1 17 37,28 175 240,-41-282-715,1 4-80,1 0 0,-1 0 1,1 0-1,0 0 1,2 4 39,-4-10-18,0 1 1,1-1-1,-1 1 1,0-1-1,1 1 1,-1-1 0,0 1-1,1-1 1,-1 0-1,1 1 1,-1-1-1,0 0 1,1 1-1,-1-1 1,1 0 0,-1 1-1,1-1 1,0 0-1,-1 0 1,1 0-1,-1 1 1,1-1-1,-1 0 1,1 0 17,0 0-15,0-1-1,0 1 0,1-1 1,-1 1-1,0-1 1,0 1-1,-1-1 1,1 0-1,0 1 1,0-1-1,0 0 1,0 0-1,0 1 1,-1-1-1,1 0 1,0 0-1,-1 0 1,1 0 15,31-55-913,-25 43 813,1-1 1,0 1 0,0 0-1,1 1 1,2-1 99,-11 13 15,0 0 0,0 0 0,0 1 0,0-1 0,0 0 0,0 0 0,0 0 0,0 0 0,0 0 0,0 0 0,0 0 0,0 0 0,0 1 0,0-1 0,0 0 0,0 0 0,0 0 0,0 0-1,0 0 1,0 0 0,0 0 0,0 0 0,0 0 0,0 0 0,0 1 0,0-1 0,0 0 0,0 0 0,0 0 0,1 0 0,-1 0 0,0 0 0,0 0 0,0 0 0,0 0 0,0 0 0,0 0 0,0 0 0,0 0 0,0 0 0,1 0 0,-1 0 0,0 0-1,0 0 1,0 0 0,0 0 0,0 0 0,0 0 0,0 0 0,0 0 0,1 0 0,-1 0 0,0 0 0,0 0 0,0 0 0,0 0 0,0 0 0,0 0 0,0 0 0,0 0 0,0 0 0,0 0 0,1 0 0,-1-1-15,3 47 898,-2-29-765,0-1 0,0 0 0,2 0 0,0 0 0,4 11-133,-5-23-173,-1 0-1,1 0 0,0 0 0,0 0 0,0-1 1,1 1-1,-1-1 0,1 1 0,0-1 1,0 0-1,0 0 0,0 0 0,1 0 0,-1-1 1,1 1-1,-1-1 0,1 0 0,0 0 0,0 0 1,0-1-1,0 0 0,0 1 0,1-1 1,-1 0 173,22 2-3935,0-1 1,9-1 3934,-30-1-792,36 1-6395</inkml:trace>
  <inkml:trace contextRef="#ctx0" brushRef="#br0" timeOffset="36763.33">2726 2494 6001,'0'0'5365,"0"0"-2440,0 0-580,0 0-60,0 0-348,-23-10-492,-72-31-524,91 39-866,0 0-1,0 1 1,0 0 0,0 0 0,0 0 0,-1 0 0,1 1 0,0 0-1,-3-1-54,5 2 23,1-1 0,-1 1-1,0-1 1,1 1-1,-1 0 1,0-1-1,1 1 1,-1 0 0,1 0-1,-1 0 1,1 0-1,-1 1-22,-3 2 52,-1 1-26,0 0-1,1 1 1,-1 0 0,1 0 0,1 0 0,-1 1-1,1-1 1,0 1 0,1 0 0,-1 1 0,1-1-1,1 0 1,-1 1 0,2 0 0,-1-1 0,1 1 0,0 0-1,0 0 1,1 0 0,0 0-26,0-7-18,0 1 0,0-1 0,0 0 0,1 1 0,-1-1 0,0 0 0,1 1 0,-1-1 0,1 0 0,0 0 1,-1 0-1,1 1 0,0-1 0,0 0 0,-1 0 0,1 0 0,0 0 0,0 0 0,0 0 0,0 0 0,0-1 0,1 1 0,-1 0 0,0-1 0,0 1 0,0 0 0,1-1 0,-1 1 1,0-1-1,1 0 0,-1 0 0,0 1 0,2-1 18,7 1-216,-1 0 0,1-1 0,-1 0 0,9-1 216,-4 0-278,-4-1 65,0 1-1,0-2 0,0 1 0,-1-1 1,1-1-1,-1 0 0,0 0 1,0-1-1,0 0 0,0 0 0,-1-1 1,0 0-1,0-1 0,-1 0 1,0 0-1,7-8 214,-11 11-99,2-2 868,-4 12 393,-2 3-974,1 3 291,0-6-173,0 1 1,0-1 0,1 0-1,-1 1 1,2 3-307,-1-8 37,0 0 0,0 0 0,-1 0 0,1 0 1,1 0-1,-1 0 0,0 0 0,0 0 0,1-1 0,-1 1 1,1-1-1,-1 1 0,1-1 0,0 1 0,0-1 0,-1 0 1,1 0-1,1 1-37,4 1 23,1 0 0,0-1 1,-1 1-1,1-1 0,0-1 1,0 0-1,0 0 0,0 0 0,0-1 1,0 0-1,0-1 0,0 0 0,0 0 1,0-1-1,0 1 0,0-2 1,-1 1-1,1-1 0,-1-1 0,0 1 1,0-1-1,0 0 0,0-1 1,5-4-24,2-4-253,0 0 1,-1-1 0,0-1 0,-1 0 0,-1 0-1,0-1 1,-2-1 0,7-13 252,-6 8-345,-1-1 1,-1 0-1,-1-1 1,-2 0-1,0 0 1,1-17 344,0-41-353,-5-54 353,-1 83-11,-1 13 0,0 1 1,-3 0 0,-2-2 10,3 24 118,-1 1 1,0-1-1,-1 1 1,-1 0-1,-1 1 1,0-1 0,-1 1-1,-4-4-118,10 15 57,1 2-30,1 1 0,-1 0 0,0 0 0,0-1 0,0 1 0,0 0 1,0 0-1,0 0 0,0 0 0,0 0 0,0 0 0,0 0 1,-1 1-1,1-1 0,0 0 0,-1 0-27,1 1 0,1 0 0,0 0 0,-1 0-1,1 0 1,0 1 0,-1-1 0,1 0 0,0 0 0,0 0 0,-1 0 0,1 0 0,0 1-1,0-1 1,-1 0 0,1 0 0,0 1 0,0-1 0,-1 0 0,1 0 0,0 0-1,0 1 1,0-1 0,0 0 0,0 1 0,-1-1 0,1 0 0,0 0 0,0 1 0,0-1-1,0 0 1,0 1 0,0-1 0,0 0 0,0 1 0,0-1 0,0 0 0,0 1 0,0-1-1,0 0 1,0 0 0,1 1 0,-1-1 0,-1 3-2,-45 424 2097,37-321-1277,4 0-1,6 25-817,-1-124 17,1 0 0,0 0-1,0 0 1,0-1-1,1 1 1,0 0-1,1-1 1,0 1-1,0-1 1,0 0 0,0 0-1,1 0 1,0 0-1,0-1 1,1 0-1,0 0 1,0 0-1,0 0 1,5 3-17,-2-3-62,0 1-1,0-1 1,1 0-1,0-1 1,0 0-1,0-1 1,1 0-1,-1 0 1,1-1-1,-1 0 1,1-1-1,0 0 1,8 0 62,-12-1-97,0 0-40,0 0 0,0 0 0,0-1 0,0 0 0,5-1 137,-9 1-20,0 1 1,0-1 0,0 0-1,0 0 1,0 0-1,-1 0 1,1-1 0,0 1-1,-1 0 1,1-1-1,-1 1 1,1-1 0,-1 0-1,0 1 1,0-1-1,1 0 1,-1 0-1,0 0 1,-1 0 19,3-6-48,0-1 1,-1 1-1,0-1 0,-1 0 1,0 0-1,-1 0 0,1 0 1,-2-7 47,1 4 6,0 10-6,0 1 1,0-1-1,0 0 0,0 0 0,0 0 0,-1 1 1,1-1-1,0 0 0,-1 1 0,0-1 0,1 0 0,-1 1 1,0-1-1,0 1 0,0-1 0,0 1 0,0-1 0,0 1 1,0 0-1,0-1 0,0 1 0,-1 0 0,1 0 0,-1 0 1,1 0-1,-1 0 0,-1-1-8,-1 1-1,0 0 1,0 0 0,0 1 0,0-1 0,1 1 0,-1-1-1,0 1 1,0 0 0,0 1 0,-1-1 8,3 1 9,0 0 0,0-1 0,0 1 0,0 0 0,0 0 0,1 0 0,-1 0 0,0 0 0,1 1 0,-1-1 0,1 0 0,-1 1 0,1-1 0,0 1 0,-1-1 0,1 1 0,0 0 0,0 0 0,0-1 0,0 1 0,1 0 0,-1 0 0,0 0 0,1 1-9,-4 8 112,1 0-1,1 0 1,-2 9-112,2 1 125,0 0 0,1 1 1,1-1-1,1 0 1,1 7-126,-1-26-2,-1 1-1,1-1 1,-1 0 0,1 1 0,0-1 0,0 0 0,0 0 0,0 0 0,1 0 0,-1 0 0,0 0 0,1 0 0,-1 0 0,1 0 0,0 0 0,0-1 0,0 1 0,0-1 0,0 0 0,0 1 0,0-1 0,0 0 0,0 0 0,0 0 0,1-1 0,1 2 2,7 0-95,-1 0 0,1-1 0,-1 0 1,1 0-1,6-2 95,-15 1-27,6 0-95,0-1-1,0 0 1,0-1 0,0 0-1,-1 0 1,1-1 0,0 0-1,-1-1 1,0 1 0,0-1-1,0 0 1,0-1 0,0 0-1,-1 0 1,0 0-1,3-5 124,-3 5-145,-1-1 1,1-1 0,-1 1 0,0-1 0,-1 0 0,0 0 0,0 0 0,0 0 0,-1-1 0,0 0 0,-1 1 0,0-1 0,0 0 0,0 0 0,-1 0 0,0-5 143,0-1-67,-2-15 475,1 29-344,0-1-1,0 0 1,-1 0 0,1 1 0,0-1-1,0 0 1,-1 1 0,1-1 0,-1 1-1,1-1 1,0 0 0,-1 1 0,1-1-1,-1 1 1,0-1 0,1 1 0,-1-1-1,1 1 1,-1 0 0,0-1 0,1 1-1,-1 0 1,0-1 0,1 1-1,-1 0 1,0 0 0,1 0 0,-1 0-1,0-1 1,0 1 0,1 0 0,-1 0-1,0 0-63,0 1 14,1 0 0,-1-1-1,0 1 1,1 0 0,-1 0-1,1-1 1,-1 1 0,1 0-1,-1 0 1,1 0 0,0 0-1,-1-1 1,1 1-1,0 0 1,0 0 0,0 0-1,-1 0 1,1 0 0,0 0-1,0 0-13,0 2 53,-5 24 246,2 0 1,1 0-1,1 0 1,1 7-300,0-22 41,0-8-33,0-1 1,0 1 0,1-1-1,-1 0 1,1 1 0,-1-1-1,1 0 1,0 1 0,0-1-1,1 0 1,-1 0-1,1 0 1,-1 0 0,1 0-1,0 0 1,0-1 0,0 1-1,1 0-8,0-1 17,0 0-1,0 0 1,0 0-1,0 0 1,0 0-1,1-1 0,-1 1 1,1-1-1,-1 0 1,1 0-1,-1-1 1,1 1-1,0-1 1,-1 1-1,1-1 0,2 0-16,0 0 16,-2 0-70,0 0 0,0 1 0,1-2 0,-1 1 0,0 0 1,0-1-1,1 0 0,-1 0 0,0 0 0,0 0 0,0-1 1,0 1-1,0-1 0,0 0 0,-1 0 0,1-1 0,2-1 54,0-2-260,0 1 0,0-2 0,0 1 0,0-1 0,-1 0-1,-1 0 1,1 0 0,-1-1 0,0 1 0,-1-1 0,1 0-1,-1-2 261,1-5 186,-1-1 0,0 0 0,-1 0 0,-1 0-1,0 0 1,-1-1-186,-2 69 1245,-4 14-1245,1-14 397,2 14-397,3-65-4,0 1-1,0 0 1,0-1 0,0 1-1,0-1 1,0 1 0,1-1-1,-1 1 1,1-1 0,-1 1 0,1-1-1,-1 1 1,1-1 0,0 1-1,0-1 1,0 0 0,0 1 0,0-1-1,0 0 1,0 0 0,0 0-1,0 0 1,0 0 0,1 0-1,-1 0 1,0 0 0,1-1 0,-1 1-1,1 0 1,0-1 4,4 2-36,0-1-1,1 0 1,-1 0-1,1-1 1,-1 0 0,7 0 36,0 0-64,-10-1 20,0 1-1,0 0 1,0-1 0,0 1-1,0-1 1,0 0 0,0 0-1,0 0 1,0-1-1,0 1 1,0-1 0,-1 1-1,1-1 1,0 0 44,2-2-125,-1-1 1,1 1-1,-1-1 1,0 0-1,0 0 1,0 0-1,0-1 125,2-5-279,0 0-1,-1-1 1,0 1 0,-1-1-1,0 0 1,-1 0-1,0-3 280,-1-4-161,0 1-1,-2-1 1,0-3 161,0 6 2277,-2 75-513,1-19-944,1 0 0,4 26-820,-2-58-112,-1 0-1,1 0 1,1 0-1,0 0 1,0 0-1,0 0 1,1-1-1,2 4 113,-3-7-765,-1 0 0,2 0 0,-1 0 0,0 0 0,1 0 0,0-1 0,0 1 0,3 1 765,9 3-5387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6T13:15:40.9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47 434 1688,'0'0'7531,"0"0"-3256,0 0-3005,0 0-285,0 0-21,0 0-340,4 11-212,14 37-17,-18-46-358,1 0 0,0-1 0,-1 1 0,1-1 0,0 1 0,0-1 0,0 1 0,0-1 0,1 1 0,-1-1 0,2 1-37,9 1 1511,-9-3-995,-3 0-8,0-2-233,0-1-181,0 0 0,-1 1 0,1-1 0,-1 0 0,1 1 0,-1-1 0,0 1 0,0-1 0,0 1 0,0-1 0,-1 1 0,1-1 0,-1 1 0,1 0 0,-1 0 0,0 0 0,0 0 0,0 0 0,0 0 0,0 1 0,0-1 0,0 1 1,-1-1-1,1 1 0,0 0 0,-1 0 0,1 0 0,-1 0 0,0 0 0,1 0 0,-4 0-94,5 1-34,0 0 0,0-1 0,0 1 1,0 0-1,0 0 0,0 0 0,0-1 1,0 1-1,0 0 0,0 0 0,0 1 0,0-1 1,0 0-1,-1 0 0,1 0 0,0 1 0,0-1 1,0 1-1,0-1 0,0 1 0,0-1 0,1 1 1,-1-1-1,0 1 0,0 0 0,0-1 1,0 1-1,0 0 34,0 2-768,0 0 0,-1 0 1,1 0-1,0 0 0,0 0 1,1 0-1,-1 0 0,0 3 768,0 1-1515,-2 13-5580</inkml:trace>
  <inkml:trace contextRef="#ctx0" brushRef="#br0" timeOffset="1222.661">660 311 1664,'0'0'10751,"0"0"-6109,0 0-3768,0 0-580,0 0 616,0 0-49,3 22-371,9 70-274,-10-79-131,-1 1 0,-1 0 1,-1 6-86,2 12-1068,-10-37-1882,4-1 2266,0-1 1,0-1-1,0 1 1,1-1-1,0 0 1,1 1 0,-1-3 683,-20-64-1635,20 60 1523,-7-25 1232,2 0-1,-2-20-1119,6 18 3922,2-1-1,2-13-3921,1 54 45,0 0 0,0 0 0,0 0 0,1 0 0,-1 0 0,0 1 0,1-1 0,-1 0 0,1 0 0,-1 0 0,1 0-1,-1 1 1,1-1 0,-1 0 0,1 1 0,0-1 0,-1 0 0,1 1 0,0-1 0,0 1 0,0-1 0,-1 1 0,1-1 0,0 1 0,0 0 0,0-1 0,0 1 0,0 0 0,0 0 0,0 0 0,0 0-1,0 0 1,-1 0 0,1 0 0,1 0-45,5-1 45,-1 2 0,1-1 0,0 1-1,6 1-44,-7-1 5,0 1-1,-1 1 0,1-1 0,0 1 0,-1 0 0,0 0 0,1 1 0,-1 0 0,-1-1 1,1 2-1,0-1 0,-1 0 0,0 1 0,3 4-4,9 13 73,0 1 0,8 17-73,-22-36 8,23 39 153,-1 1 0,-3 1 0,-2 1 0,-1 0 0,5 30-161,-20-62-28,-1 1 1,0-1-1,-1 1 1,0 0-1,-2 0 28,1-12 7,0 0 0,-1 1 0,0-1 0,1 0 0,-1 0 0,-1 0 0,1 0 0,0 0 0,-1 0 0,1 0 0,-1-1 0,0 1 0,0 0 0,0-1 0,0 0 0,0 1 0,-1-1 0,1 0 0,-1 0 0,0 0 0,1-1 0,-1 1 0,0 0-1,0-1 1,0 0 0,-3 1-7,-7 3 71,0-2-1,-1 1 0,0-2 0,0 1 0,-9-1-70,-47 2 182,0-2 0,-33-5-182,69-2-11,33 4-50,0 1 1,0 0-1,0 0 1,-1-1-1,1 1 0,0-1 1,0 1-1,0-1 1,0 0-1,0 1 1,0-1-1,0 0 0,0 0 1,0 1-1,0-1 1,0 0-1,1 0 0,-1 0 1,0 0-1,1 0 1,-1 0-1,0 0 0,1-1 1,-1 1 60,1 0-137,1 1 0,-1-1 0,0 1 0,1 0 1,-1-1-1,0 1 0,1-1 0,-1 1 0,0 0 0,1-1 0,-1 1 1,1 0-1,-1 0 0,1-1 0,-1 1 0,1 0 0,-1 0 0,1 0 1,-1-1-1,1 1 0,-1 0 0,1 0 0,-1 0 0,1 0 0,-1 0 1,1 0-1,-1 0 0,1 0 0,-1 0 0,1 0 0,-1 1 137,25-1-1677,-19 0 1134,155 4-8095,-54 8 7439,38 15 10769,-114-23-8356,0-1 0,0-2 0,11-2-1214,-7 1 155,-33 0-143,1 0 0,0 0 0,0 0 0,0 0 0,-1 0 0,1-1 0,0 1 0,-1-1 0,1 0 0,0 0 0,-1 0 0,1 0 0,-1 0 0,1-1 0,-1 1 0,0-1 0,0 1 0,1-1-1,-1 0 1,0 0 0,0 0 0,-1 0 0,1 0 0,0 0 0,-1-1 0,1 1 0,-1-1 0,0 1 0,0-1 0,0 1 0,0-1 0,0 0 0,-1 0-12,1-2-13,0 0-1,-1 0 1,1-1 0,-1 1-1,-1 0 1,1 0 0,-1 0-1,0 0 1,0 0 0,0 0-1,-1 0 1,1 0 0,-1 0-1,0 1 1,-1-1 0,1 1-1,-1-1 1,0 1-1,-2-2 14,-1-1 59,0 1 0,-1 0-1,0 0 1,0 1-1,0 0 1,-1 0-1,0 1 1,0-1-1,0 2 1,-8-3-59,6 2 176,-1 2 1,1-1-1,-1 2 1,0-1-1,1 2 1,-1-1-1,-3 1-176,13 0 2,1 0 1,-1 1-1,1-1 1,-1 0-1,1 0 0,-1 0 1,1 0-1,-1 1 0,1-1 1,-1 0-1,1 0 1,-1 1-1,1-1 0,-1 0 1,1 1-1,-1-1 1,1 0-1,0 1 0,-1-1 1,1 1-1,0-1 1,-1 1-1,1-1 0,0 1 1,-1 0-3,-3 17 35,4-14-14,0 0 0,0 0-1,0 0 1,0 0 0,1 0 0,0 0 0,0 0-1,0 1-20,1-3 21,0 1-1,1-1 1,-1 0-1,0 0 1,1 0 0,-1 0-1,1 0 1,0 0-1,0-1 1,0 1-1,0-1 1,0 0-1,0 0 1,0 0-1,3 1-20,9 2 102,0-1-1,0 0 0,0-1 0,15 0-101,64-3-301,-37 0-401,-25 0-194,0-1 1,16-3 895,-47 5-5,-1 0 0,0 0 0,1 0 0,-1 0 0,0 0 0,0 0 0,1 0 0,-1 0 0,0 0 0,0 0 0,1 1 0,-1-1 0,0 0 0,1 0 0,-1 0 0,0 0 0,0 1 0,0-1 0,1 0 0,-1 0 0,0 0 0,0 1 0,0-1 0,0 0 0,1 0 0,-1 1 0,0-1 0,0 0 0,0 0 0,0 1 0,0-1 0,0 0 0,0 1 0,0-1 0,0 0 0,0 0 0,0 1 0,0-1 0,0 0 5,0 16 366,0-12-256,0 110 2269,0-118-2377,1-1-1,0 1 1,0-1-1,0 1 1,1 0 0,-1 0-1,1-1 1,0 1-1,0 0 1,1 0-2,25-37-979,-21 34 702,-1-1-1,1 1 1,0 1 0,5-5 277,-9 9 75,0 0 1,0 0 0,0 0 0,0 1-1,1-1 1,-1 1 0,1 0-1,-1 0 1,0 0 0,1 0-1,0 0 1,-1 1 0,4 0-76,-6 0 50,-1 0-1,1 0 1,-1 0 0,1 1-1,-1-1 1,1 0 0,-1 0-1,1 1 1,-1-1 0,1 0-1,-1 1 1,0-1 0,1 1-1,-1-1 1,1 1 0,-1-1 0,0 1-1,0-1 1,1 1 0,-1-1-1,0 1 1,0-1 0,1 1-1,-1-1 1,0 1 0,0-1-1,0 1 1,0 0 0,0-1-50,3 23 153,-3-16 20,4 26-139,-1-3-1312,4 19 1278,-5-40-1991,1 1-1,0-1 1,0 0-1,2 2 1992,2 2-6481</inkml:trace>
  <inkml:trace contextRef="#ctx0" brushRef="#br0" timeOffset="1571.014">1830 618 3201,'0'0'4537,"0"0"1496,0 0-3561,0 0-407,0 0 119,0 0-327,0 0-681,-105 39-272,95-14-328,7 3-264,3 0-128,0 0-184,29 0-184,8-3-888,36 0-1560,-8-5-1929,-2-9-3585</inkml:trace>
  <inkml:trace contextRef="#ctx0" brushRef="#br0" timeOffset="1949.199">2788 839 336,'0'0'9469,"0"0"-4518,25-4-3618,85-15-642,-98 17-414,0-1 0,0-1 1,0 0-1,0-1 0,-1 0 1,0-1-1,0 0 1,2-2-278,0 0 220,2-2-135,1 0 1,-1-1 0,0-1-1,-1-1 1,-1 0-1,0 0 1,-1-2 0,11-14-86,-15 16 4,-1 0 0,1-1 0,-2 1-1,0-1 1,-1 0 0,0-1 0,-1 1 0,-1-1 0,0 0 0,-1 0 0,0-5-4,0 3 82,-1-1-1,-1-1 1,-1 1 0,0 0 0,-1 1-1,-1-1 1,-1 0 0,0 1 0,-2-1-1,-2-4-81,-5-6 214,-1 0 0,-14-21-214,19 37 226,1 0-1,-2 0 1,1 1-1,-1 0 0,-1 1 1,-11-8-226,18 14 173,-1 1 1,1 0 0,-1 1-1,0-1 1,-2 0-174,5 2 37,1 1 1,0-1-1,0 1 0,0 0 1,-1-1-1,1 1 0,0 0 1,0 0-1,-1 0 0,1 0 1,0 0-1,-1 0 0,1 0 1,0 0-1,0 1 0,-1-1 1,1 0-1,0 1 0,0-1 1,0 1-1,-1-1 0,1 1 1,0 0-1,0-1 1,0 1-1,-1 1-37,0 1 49,0 0 1,-1 0-1,1 1 1,1-1-1,-1 1 0,0 0 1,1-1-1,0 1 1,0 1-50,-9 41 414,9-42-365,-17 113 3008,-2 114-3057,13 121 653,7-350-658,0 27-246,1-1 1,1 1 0,2 3 250,-2-24-335,-1 1 1,1-1-1,1 0 1,0 0 0,0-1-1,0 1 1,1-1-1,0 1 1,0-1 0,1 0-1,0-1 1,0 1-1,2 0 335,0-1-1118,1 0-1,0 0 0,0-1 0,1 0 1,-1 0-1,1-1 0,0 0 1,6 1 1118,24 7-7379</inkml:trace>
  <inkml:trace contextRef="#ctx0" brushRef="#br0" timeOffset="2280.955">3398 939 7786,'0'0'2808,"0"0"1984,0 0-2552,0 0-834,0 0 466,0 0-79,-11-14-674,-36-42-683,46 55-430,-1 0 0,1-1-1,0 1 1,-1 0 0,1 0 0,-1 0 0,1 0 0,-1 0-1,0 0 1,1 0 0,-1 0 0,0 1 0,0-1 0,0 1 0,1-1-1,-1 1 1,0 0 0,0 0 0,0 0 0,0 0 0,0 0-1,1 0 1,-1 0 0,0 0 0,0 1 0,0-1 0,0 1 0,1 0-6,-2 0 3,0 1 0,0 0 0,0 0 1,0 0-1,1 0 0,-1 0 1,1 0-1,0 1 0,-1-1 1,1 1-1,0 1-3,-2 2 20,0 0 0,1 1 0,0-1 0,0 1 0,1 0 0,0 0 1,0 0-1,1 0 0,-1 0 0,2 0 0,-1 0 0,1 0 0,0 1 0,1 3-20,-1-10-15,0 0-1,1 1 0,-1-1 0,1 0 0,-1 0 1,1 0-1,0 0 0,-1 1 0,1-1 1,0 0-1,0 0 0,0 0 0,0-1 1,0 1-1,0 0 0,0 0 0,0 0 0,0-1 1,0 1-1,0 0 0,1-1 0,-1 1 1,0-1-1,0 0 0,1 1 0,-1-1 1,0 0-1,1 0 0,-1 0 16,8 2-136,0-1 0,-1-1 0,9 0 136,-13 0-36,5 1-111,1-2 0,-1 1 0,1-1 0,7-2 147,-13 2-67,0-1-1,0 1 1,0-1-1,-1 0 1,1 0 0,-1 0-1,1 0 1,-1-1 0,0 1-1,0-1 1,0 0-1,1-1 68,-1 2 20,-1 0-1,0-1 0,0 1 0,0 0 1,0-1-1,0 0 0,-1 1 0,1-1 1,-1 0-1,0 0 0,1 0 0,-1 0 1,-1 0-1,2-2-19,-2 5 441,0 0-123,0 0-124,0 3-51,-1 21 122,0-13-306,0 0 0,1 0 0,1 0 0,0 0 0,1 5 41,-1-13-147,0 0 0,1 0 0,-1-1-1,0 1 1,1-1 0,0 1 0,-1-1 0,1 1-1,0-1 1,0 0 0,0 0 0,1 0 0,-1 0-1,1 0 148,4 3-1106,0 0-1,1 0 0,0-1 0,2 1 1107,19 4-5362</inkml:trace>
  <inkml:trace contextRef="#ctx0" brushRef="#br0" timeOffset="3359.836">4152 1 11306,'0'0'3892,"0"0"-2558,0 0-640,0 0 264,0 0 585,2 36-52,1 6-1069,3 46 1802,-5 54-2224,-17 91 2751,5-96-1319,5 7-1432,6-122 70,-1-9-21,1 1-1,1-1 1,0 1 0,2 6-49,-2-16 0,0 0 0,1 1 0,-1-1 0,1 0 0,0-1 0,0 1 0,0 0 0,0 0 0,1-1 0,-1 1 0,1-1 0,0 0 1,0 0-1,0 0 0,1 0 0,0 0 0,1 0-31,1 0 1,0 0 0,1 0-1,-1 0 1,0-1 0,1 0-1,-1-1 1,1 1-1,0-1 1,-1 0 0,2-1 30,10 1-349,-1-1-1,1-1 1,11-1 349,-20 0-165,-1 0 0,0-1 0,0 1 0,0-1 1,0-1-1,0 0 0,-1 0 0,1 0 0,-1-1 0,0 0 0,-1 0 0,3-3 165,0-1-244,0 1-1,0-2 0,-1 1 1,-1-1-1,1-1 1,-2 1-1,1-1 1,-1-1 244,-3 5-76,0 0 0,0-1 0,-1 1 1,0-1-1,0 0 0,-1 1 1,0-1-1,0 0 0,-1 0 0,0 0 1,0 0-1,-1 1 0,-1-8 76,2 14 60,-1-1 1,0 1-1,0-1 0,0 1 0,0-1 0,0 1 0,0 0 0,-1-1 1,1 1-1,0 0 0,-1 0 0,1 0 0,0 0 0,-1 0 0,0 0 0,1 0 1,-1 0-1,1 1 0,-1-1 0,0 1 0,0-1 0,1 1 0,-2 0-60,-3-1 147,1 0-1,-1 1 0,0-1 1,1 1-1,-1 1 0,1-1 1,-2 1-147,5 0 14,0 0 1,0 0 0,0 0-1,0 1 1,0-1 0,0 0-1,1 1 1,-1-1 0,1 1-1,-1 0 1,1-1 0,-1 1 0,1 0-1,0 0 1,0 0 0,0 0-1,0 0 1,0 0 0,0 0-1,1 0 1,-1 1 0,1-1-1,-1 1-14,-2 11 176,0 1-1,1 0 1,0 0-176,0 27 644,2 40-644,0-78-34,0 1 0,1-1 1,-1 1-1,1-1 0,0 1 0,0-1 1,1 1-1,-1-1 0,1 0 0,0 0 1,0 0-1,1 0 0,-1 0 0,1 0 1,0 0-1,0-1 0,0 0 0,0 1 0,0-1 1,1 0-1,0-1 0,-1 1 0,1-1 1,0 1-1,0-1 0,1 0 0,-1-1 1,0 1-1,1-1 0,-1 0 0,1 0 1,4 1 33,-1-1-137,1 0 1,0-1-1,0 0 0,0 0 1,-1-1-1,1 0 1,0-1-1,-1 0 1,1 0-1,-1-1 0,1 0 1,-1 0-1,0-1 1,0 0-1,1-1 137,1-2-485,0-1 1,0 0-1,-1-1 0,0 0 0,0-1 0,3-4 485,-8 9-112,-1-1-1,1 1 1,-1-1-1,0 0 0,-1 0 1,1 1-1,-1-2 0,0 1 1,-1 0-1,0 0 1,0-1-1,0 1 0,0-4 113,-1-24 3837,-1 34-3788,1 0 0,-1 0 0,1 0 0,-1 0 0,1 1 0,-1-1 0,1 0-1,-1 0 1,1 0 0,0 1 0,-1-1 0,1 0 0,-1 0 0,1 1 0,0-1 0,-1 0 0,1 1 0,-1-1 0,1 1-1,0-1 1,0 0 0,-1 1 0,1-1 0,0 1 0,-1 0-49,-4 15 219,1 0 1,0 1-1,1 0 1,0 0-1,2 0 1,0 0-1,1 14-219,0-29-1,0-1-1,0 1 1,0 0-1,0-1 0,0 1 1,1-1-1,-1 1 1,0 0-1,1-1 0,-1 1 1,1-1-1,0 1 1,-1-1-1,1 1 0,0-1 1,0 0-1,0 1 1,0-1-1,0 0 0,0 0 1,0 0-1,0 1 1,1-1-1,-1-1 1,0 1-1,1 0 0,-1 0 1,0 0-1,1-1 1,-1 1-1,1 0 0,0-1 1,-1 0-1,1 1 1,-1-1-1,1 0 0,0 0 1,-1 0-1,1 0 1,-1 0-1,2 0 2,5 0-50,-3 0-82,0 1-1,-1-1 1,1 0 0,0-1-1,0 1 1,0-1 0,-1 0 0,1 0-1,0 0 1,-1-1 0,1 0-1,-1 0 1,1 0 0,-1 0-1,0 0 1,3-3 132,3-4-697,1 0-1,-2-1 1,1 0 0,-1-1-1,4-6 698,-10 11-57,1 0 0,-1 1 0,0-1 0,-1 0-1,1 0 1,-1-1 0,-1 1 0,1 0 0,-1-1-1,0 1 1,0-1 0,-1-3 57,0 9 76,0 0-1,-1 0 1,1 1-1,-1-1 1,1 0 0,-1 1-1,1-1 1,-1 1-1,1-1 1,-1 0 0,0 1-1,1-1 1,-1 1-1,0 0 1,1-1 0,-1 1-1,0 0 1,0-1 0,1 1-1,-1 0 1,0 0-1,0-1 1,0 1 0,1 0-1,-1 0 1,0 0-1,0 0 1,0 0-76,0 0 58,0 0-1,-1 0 1,1 0 0,0 0-1,0 0 1,0 0-1,-1 0 1,1 0 0,0 0-1,0 1 1,0-1 0,0 0-1,-1 1 1,1-1 0,0 1-1,0-1 1,0 1-1,0 0 1,0-1 0,0 1-1,0 0-57,-1 4 48,0-1-1,0 1 0,0 0 0,1-1 0,0 1 0,0 0 1,0 0-1,0-1 0,1 4-47,-1 50 132,2-35-123,-1-18-3,0-1-1,0 1 1,1 0 0,0-1-1,0 1 1,0-1 0,0 0-1,1 1 1,1 2-6,-2-5-41,0 0 0,0 0-1,0-1 1,1 1 0,-1 0 0,0-1-1,1 1 1,-1-1 0,1 0 0,0 1-1,-1-1 1,1 0 0,0 0 0,0 0-1,-1 0 1,1 0 0,0 0 0,0-1-1,0 1 1,0-1 0,0 1 0,2-1 41,2 1-199,0-1 1,0 0 0,0 0-1,0 0 1,4-1 198,-8 0-68,0 0-1,1 1 1,-1-1-1,0 0 1,0 0-1,0 0 1,0 0 0,0-1-1,0 1 1,0 0-1,0-1 1,0 0-1,-1 1 1,2-2 68,3-4-127,0 0 1,-1-1-1,0 0 0,0 0 0,0 0 1,-1 0-1,-1-1 0,1 0 1,0-4 126,-1 3 908,-1-1 1,-1 1-1,0-1 0,0 1 1,-1-3-909,0 12 589,0 6-170,1 9-310,1 1 1,0-2-1,1 1 0,0 0 0,1 0 1,1 0-110,8 19-3036,1-5-4707,-11-24-38</inkml:trace>
  <inkml:trace contextRef="#ctx0" brushRef="#br0" timeOffset="5659.901">5241 777 1008,'0'0'13051,"0"0"-8466,0 0-3784,0 0-382,0 0 858,3 28-9,-1-7-1043,11 170 1121,-10 173 2267,-3-239-3631,0-118-25,-1 17-19,1-24 43,0 1 0,0 0 0,0-1 0,0 1 0,0-1 0,0 1 0,0-1 0,0 1 0,0-1-1,0 1 1,-1-1 0,1 1 0,0-1 0,-1 1 0,1-1 0,0 1 0,0-1 0,-1 1-1,1-1 1,-1 1 0,1-1 0,0 0 0,-1 1 0,1-1 0,-1 0 0,1 0 0,-1 1 0,1-1-1,-1 0 1,1 0 0,-1 1 0,0-1 19,1 0-26,-1-1 0,1 1-1,-1 0 1,1 0 0,-1 0 0,1-1-1,-1 1 1,1 0 0,-1-1 0,1 1 0,-1 0-1,1-1 1,0 1 0,-1 0 0,1-1-1,0 1 1,-1-1 0,1 1 0,0-1 0,-1 1-1,1-1 1,0 1 0,0-1 0,0 1-1,-1-1 1,1 1 0,0-1 0,0 0-1,0 1 1,0-1 0,0 1 0,0-1 0,0 1-1,0-1 1,0 1 0,0-1 26,-5-64-1689,2-1 0,3 1-1,4-6 1690,-4 69-41,3-36-383,1 1 0,2-1 1,2 1-1,2 1 1,1-1-1,2-1 424,-13 38 46,0-1 0,0 1 0,1-1 0,-1 1 0,0-1 0,0 1 0,0 0 0,0-1 0,0 1 0,0-1 0,1 1 0,-1-1 0,0 1 0,0 0 0,1-1 0,-1 1 0,0 0 0,0-1 0,1 1 0,-1 0 0,1-1 0,-1 1 0,0 0 0,1 0 0,-1-1 0,0 1 0,1 0 0,-1 0 0,1 0 0,-1 0 0,1-1 0,-1 1-46,8 11 1300,-4-4-1297,-1-1 64,1 1 0,1-2-1,-1 1 1,1 0 0,0-1-1,0 0 1,1 0 0,0-1 0,0 1-1,0-1 1,0 0 0,0-1-1,1 0 1,0 0 0,-1 0-1,1-1 1,6 2-67,10 0 32,0 0-1,0-2 1,0 0-1,22-2-31,-38 0-53,0 0-1,0-1 1,-1 0-1,1 0 1,0 0-1,-1-1 0,1 0 1,-1 0-1,0-1 1,0 0-1,5-3 54,-7 4-41,0-1 0,-1 0 0,0 1 1,1-1-1,-1-1 0,0 1 0,-1 0 0,1-1 0,0 0 0,-1 1 0,0-1 0,0 0 0,0 0 0,0 0 1,-1-1-1,0 1 0,0 0 0,1-4 41,-1 1-69,0 1 1,0-1-1,-1 0 0,0 1 1,0-1-1,0 0 1,-1 1-1,0-1 0,-2-6 69,2 10 10,0 0 0,0 1 0,0-1 0,-1 1-1,1-1 1,-1 1 0,0-1 0,0 1 0,0 0-1,0 0 1,0 0 0,0 0 0,0 0 0,-1 1-1,1-1 1,-1 1 0,1-1 0,-1 1 0,1 0-1,-1 0 1,0 0 0,0 0 0,-1 0-10,-2 0 74,0-1 0,1 1 0,-1 0 0,0 1 0,0 0-1,0 0 1,0 0 0,1 0 0,-1 1 0,0 0 0,-5 1-74,8 0 51,-1-1 0,1 1 0,0 0 0,0 0-1,0 0 1,0 0 0,0 0 0,0 0 0,1 1-1,-1 0 1,1-1 0,0 1 0,0 0 0,0 0 0,0 0-1,0 0 1,0 1 0,1-1 0,-1 1-51,-3 11 191,1 0 0,0 1 0,1-1 0,1 0 0,1 1 0,0 0 0,0-1 0,2 1 0,1 5-191,-2-17 29,0 1 0,1-1 0,0 0 0,0 0 0,0 0 1,1 0-1,-1 0 0,1 0 0,0 0 0,0 0 0,1 0 0,-1-1 0,1 1 1,-1-1-1,4 3-29,-2-2 37,1 0 0,0-1 0,-1 1 0,1-1 0,1 0 1,-1-1-1,0 1 0,1-1 0,0 0 0,-1 0 0,1-1-37,2 1-2,0 0 0,1-1-1,-1 0 1,0 0 0,1-1-1,-1 0 1,0-1 0,1 0-1,-1 0 1,0-1 0,0 0-1,0 0 1,0-1 0,0 0-1,0 0 1,4-4 2,7-6-169,-1 0 0,-1-2 0,0 0 0,-1-1 0,0-1 0,-1-1 0,-1 0-1,-1 0 1,-1-1 0,0-1 0,-1 0 0,-2-1 0,1-2 169,-9 20 229,0 0 1,0 1-1,0-1 0,-1-1 0,1 1 0,-1 0 1,0 0-1,0-1-229,0 3 397,0 20-230,-1-3-43,0 1 1,-4 14-125,-3 25 27,8-45 41,-1-3-360,1 0 1,0-1-1,0 1 1,1 0-1,0 0 0,0 2 292,0-8-208,0 1-1,0-1 1,0 0-1,0 0 0,0 0 1,0 0-1,1 0 1,-1 0-1,1 0 1,-1 0-1,1-1 0,0 1 1,0 0-1,0-1 1,-1 0-1,2 1 0,-1-1 1,0 0-1,0 0 1,0 0-1,0 0 0,1 0 209,7 1-1193,0 0 0,0 0 0,0-1 0,0 0 0,1-1 0,-1 0 0,2-1 1193,12 1-2378,-15-1 1542,0 1-1,0-1 1,0-1-1,0 0 1,0 0-1,0-1 1,3-1 836,-2 0 90,-1 0 1,0-1-1,0 0 0,-1-1 0,1 0 1,6-6-91,-10 8 581,0 0 0,-1-1 0,1 0 0,-1 0 0,0 0 0,0 0 0,-1-1 0,1 1 0,-1-1 0,0 0 0,-1 0 0,1 0 0,-1 0 1,-1-1-1,1 1 0,-1 0 0,0-1 0,-1 1 0,1-1 0,-1 0 0,0 1 0,-1-5-581,0 9 181,0 0-1,1 0 1,-1 0 0,0 0-1,0 0 1,0 0 0,0 0-1,0 0 1,0 1 0,-1-1-1,1 0 1,-1 1 0,1-1-1,-1 1 1,1 0-1,-1-1 1,0 1 0,0 0-1,1 0 1,-1 0 0,0 0-1,0 1 1,0-1 0,0 0-1,0 1 1,0-1 0,-1 1-181,-5-1 349,0 0-1,0 0 1,0 0 0,0 1 0,1 1 0,-7 0-349,11 0 62,-1 0 1,1 0-1,0 0 1,1 1-1,-1-1 0,0 1 1,0-1-1,1 1 1,-1 0-1,1 0 1,-1 0-1,1 1 1,0-1-1,0 0 0,0 1 1,0 0-1,0-1 1,1 1-1,-1 0 1,1 0-1,-1 1-62,-2 5 141,0 1 0,1-1 0,0 1 0,0 0-1,1 0 1,0 2-141,2-10 14,-1 7 91,0 0-1,0 0 0,1 1 1,1 7-105,-1-15-11,0-1 1,0 1 0,0-1 0,1 0-1,-1 1 1,0-1 0,1 1 0,-1-1-1,1 0 1,-1 1 0,1-1 0,0 0 0,0 0-1,-1 0 1,1 1 0,0-1 0,0 0-1,0 0 1,0 0 0,0-1 0,1 1-1,-1 0 1,0 0 0,0 0 0,1-1-1,-1 1 1,0-1 0,0 1 0,1-1-1,-1 1 1,1-1 0,-1 0 0,1 0 10,13 1-293,1 0-1,-1-2 1,0 0 0,3-1 293,-10 1-286,0-1 0,0 0 1,-1-1-1,1 1 0,-1-2 0,1 1 0,-1-1 0,5-3 286,9-7-797,37-25-784,-53 35 1623,0 0 1,0 0 0,-1-1-1,1 0 1,-1 1-1,0-2 1,-1 1 0,1 0-1,0-2-42,-14 30 3679,7-14-3394,0 0 1,1 0 0,0 0 0,1 0 0,0 0-1,0 7-285,1-14 35,0 0-1,0 0 0,0 0 1,0 0-1,0 0 0,0 0 0,1 0 1,-1 0-1,1 0 0,-1 0 1,1 0-1,0 0 0,0 0 1,0-1-1,1 2-34,-1-1 12,1-1 1,0 0-1,-1 0 1,1 0-1,0 0 0,0-1 1,0 1-1,-1 0 1,1-1-1,0 0 1,0 1-1,0-1 1,0 0-1,0 0 0,0 0 1,1 0-13,5 1-50,0 0 1,0-1 0,1 0-1,-1-1 1,0 1-1,0-2 1,0 1-1,0-1 1,0 0-1,0-1 1,0 0 0,-1 0-1,1-1 1,-1 0-1,6-4 50,1-3-430,-1-1 0,0-1 0,-1 0 0,0-1 0,-1 0 0,0-1 0,-2 0 0,0 0 0,0-1 0,-2 0 0,0-1 0,4-13 430,1-8-917,-2-1 0,-2 0 0,-2 0 0,-1 0 1,-1-12 916,-3-189-192,-1 233 389,-1 0 0,1 0 0,-1 0 0,0 0 0,-1 0 0,0 0 0,0 1 1,0-1-1,-1 1 0,0-1 0,0 0-197,3 7 52,-1 0-1,1 0 1,0 0-1,0-1 1,0 1 0,0 0-1,0 0 1,0 0 0,0 0-1,0 0 1,0 0-1,0-1 1,0 1 0,0 0-1,0 0 1,0 0 0,0 0-1,0 0 1,-1 0-1,1 0 1,0 0 0,0 0-1,0-1 1,0 1 0,0 0-1,0 0 1,0 0-1,-1 0 1,1 0 0,0 0-1,0 0 1,0 0 0,0 0-1,0 0 1,0 0-1,-1 0 1,1 0 0,0 0-1,0 0 1,0 0-1,0 0 1,0 0 0,-1 0-1,1 0 1,0 0 0,0 0-1,0 0 1,0 0-1,0 1 1,0-1 0,-1 0-52,-2 10 844,1 20-944,2-24 474,-30 257 2165,14-138-1368,5 0-1,5 4-1170,5-89 29,0-25-27,0 1 0,1-1-1,1 1 1,3 12-2,-4-25-15,1-1 1,0 0-1,-1 0 0,1 0 0,0 0 1,0 0-1,0 0 0,0 0 0,1-1 0,-1 1 1,0 0-1,1 0 0,-1-1 0,1 1 1,0-1-1,-1 0 0,1 1 0,0-1 0,0 0 1,0 0-1,0 0 0,0 0 0,0 0 0,0-1 16,5 2-38,1 0 1,-1-1 0,1 0 0,-1-1 0,1 0 0,1 0 36,-9 0 0,3 0-30,0 0-1,-1-1 1,1 1-1,0-1 1,-1 1 0,1-1-1,-1 0 1,1 0-1,-1 0 1,1 0-1,-1-1 1,0 1-1,0 0 1,1-1-1,0-1 31,1-1-161,0 0 0,0 0-1,-1-1 1,1 1 0,-1-1 0,0 0-1,1-2 162,3-9-720,0 0 0,-1-1-1,0 1 1,0-10 720,-3 12 76,-1-1 0,0 1 1,-1-1-1,-1-10-76,0 24 519,0 1-98,0 9-31,-11 44 472,7-36-476,1 0 1,-1 9-387,3 61 416,1-85-447,0 0 0,0 0 0,1 0 0,-1 0 0,1-1-1,-1 1 1,1 0 0,0 0 0,0 0 0,0-1 0,0 1 0,0 0 0,0-1 0,0 1 0,0-1 0,1 0 0,-1 1 0,1-1-1,-1 0 1,1 0 0,-1 1 0,1-1 0,0-1 0,-1 1 0,1 0 0,0 0 0,0-1 0,0 1 0,0-1 0,0 1 0,1-1 30,1 1-134,1 0-1,-1-1 1,1 0-1,-1 1 1,0-2-1,1 1 1,-1 0-1,1-1 1,-1 0-1,0 0 1,0 0-1,1-1 1,-1 1-1,2-2 136,1-2-250,-1 0 0,1 0 0,-1 0 0,0-1 0,0 0 0,-1 0 0,0-1 0,2-3 250,7-10-902,-2 0-1,3-7 903,-6 9-563,0-1-1,-2 1 0,4-15 564,-8 23 494,-1 0 1,0 0 0,-1 0-1,0-1 1,-1-1-495,0 11 1343,0 1-479,0 4-404,-1 58 998,-1-20-898,3-1 0,3 27-560,-4-65 7,0 0-1,1 1 0,0-1 1,-1 0-1,1 0 1,0 0-1,1 0 0,-1 0 1,0 0-1,1 0 1,0 0-1,0-1 1,-1 1-1,2 0 0,-1-1 1,0 0-1,0 1 1,1-1-1,-1 0 0,1 0 1,0 0-1,0-1 1,-1 1-1,1-1 1,0 1-1,0-1 0,1 0 1,-1 0-1,0-1 1,0 1-1,0-1 0,3 1-6,-2-1-76,-1 0 0,1 0 0,-1 0 0,1-1 0,-1 1-1,1-1 1,1 0 76,-3 0-89,0 0-1,0-1 0,-1 1 0,1 0 1,0 0-1,-1-1 0,1 1 1,-1-1-1,1 0 0,-1 1 1,0-1-1,1-1 90,25-43-2905,-2 0 0,-2-2 0,15-45 2905,-27 63-156,-9 25 299,0 3 199,-1-1-1,0 1 0,-1-1 0,1 0 0,0 1 0,-1-1 0,1 0 0,-1 0-341,0 2 899,0 15 160,-1 3-512,-1-1-1,0 0 1,-2 0-1,0 2-546,-8 45 1267,9-24 2,2 29-1269,1-45 226,0-20-206,0 0 0,0 1 1,0-1-1,0 0 0,1 0 1,-1 0-1,1 0 0,0-1 1,0 1-1,0 0 0,0 0 0,0 0 1,1-1-1,-1 1 0,1 0 1,0-1-1,0 1 0,0-1 1,0 0-1,0 0 0,0 0 1,1 0-1,-1 0 0,1 0 1,-1-1-1,1 1 0,-1-1 1,1 0-1,0 1 0,2-1-20,3 2-32,-1-1 0,0-1 1,1 1-1,-1-1 0,1 0 0,-1-1 0,1 0 0,-1 0 1,1-1-1,-1 0 0,1 0 0,-1 0 0,0-1 0,0 0 0,1-1 1,-1 0-1,-1 0 0,1 0 0,0-1 0,-1 0 0,0 0 0,0-1 1,0 1-1,0-1 0,0-2 32,5-4-158,-2 0 0,1-1 1,-2 0-1,0-1 0,0 1 0,5-14 158,-10 19-22,1-1-1,-2 0 1,1 0-1,-1 0 0,0 0 1,-1 0-1,0-1 1,0 1-1,-1-1 1,0 1-1,0 0 0,-2-8 23,2 15 32,-1 1-1,1-1 0,0 0 0,-1 1 1,1-1-1,-1 0 0,0 1 0,1-1 0,-1 0 1,1 1-1,-1-1 0,0 1 0,1-1 1,-1 1-1,0 0 0,0-1 0,1 1 1,-1 0-1,0-1 0,0 1 0,0 0 0,0 0 1,1 0-1,-1-1 0,0 1 0,0 0 1,0 0-1,0 1 0,1-1 0,-1 0-31,-2 0 43,0 0 0,1 0 0,-1 0 0,0 1 0,1-1 0,-1 1 0,0 0-1,1 0 1,-1 0-43,-1 2 57,0 0 0,0 1 0,0-1 0,1 1 0,-1 0 0,1-1 0,0 2-1,0-1 1,1 0 0,-1 0 0,1 1 0,0 0 0,0-1 0,0 4-57,-2 5 131,0 0 0,0 1 0,2-1 0,-1 12-131,2-22-10,-2 61 250,3-59-364,0 0-1,0 0 1,1 0-1,0 0 1,0 0 0,0 0-1,0 0 1,1 0-1,0 0 1,1 1 124,-3-5-192,5 5-972,-2-5-4007,-2-1-1637</inkml:trace>
  <inkml:trace contextRef="#ctx0" brushRef="#br0" timeOffset="5992.512">6649 663 14299,'0'0'1696,"0"0"-1624,0 0-144,0 0-176,0 0-4609</inkml:trace>
  <inkml:trace contextRef="#ctx0" brushRef="#br0" timeOffset="6384.884">3966 121 3713,'0'0'11826,"0"0"-8897,0 0-24,196 3 1047,-101-3-2111,9 3-1081,4 5-712,2 17-48,-29-3-2265,-31-13-5456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6T13:15:49.8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294 504 2993,'0'0'1929,"0"0"3811,0 0-1147,0 0-2888,-24-15-360,-76-42-60,97 55-1217,-1 0 1,1 0 0,0 1-1,-1 0 1,1 0 0,-1 0-1,1 0 1,-1 0 0,0 0-1,1 1 1,-1 0 0,0 0 0,1 0-1,-1 0 1,0 0 0,1 1-1,-1 0 1,1 0 0,-1 0-1,1 0 1,-2 1-69,0 1 94,1 0-1,0 0 1,0 1-1,0-1 1,0 1-1,0 0 1,1 0-1,0 1 1,0-1-1,-1 2-93,-2 4 187,0 0 0,1 0 0,0 1 0,0-1 0,1 1-1,1 0 1,-2 10-187,1 0 172,1 0 0,2 0-1,0 18-171,0-34 12,1 1 0,1-1 0,-1 0 0,1 1 0,0-1-1,1 0 1,-1 0 0,1 1 0,0-1 0,0 0 0,0-1-1,1 1 1,0 0 0,0-1-12,0 0-19,0-1 0,0 0 0,0 0 0,0 0 1,1-1-1,-1 1 0,1-1 0,0 1 0,0-1 0,0-1 0,0 1 0,0 0 0,0-1 0,1 0 0,-1 0 0,0 0 0,3-1 19,3 2-100,-1-1 0,1-1 0,0 0-1,-1 0 1,1-1 0,3-1 100,-7 1-96,0 0-1,-1-1 1,1 0 0,-1 0 0,0 0 0,0-1 0,0 0 0,0 0 0,0 0-1,0-1 1,1-1 96,8-8-400,0-1 0,-2 0-1,1 0 1,-2-2 0,0 1-1,-1-1 1,8-16 400,-7 7-456,0-1 1,-2 0-1,-1 0 1,-1-1 0,-1-3 455,5-45-418,-3 0 0,-4 0 0,-4-37 418,0 100 91,1 4 62,-1 0 0,0 0 0,0 0 1,-1 0-1,0 0 0,-1 0 0,0 0 1,0 0-1,0 0 0,-1 0 0,0 1-153,-6-2 963,9 9-939,0 0 0,0 0 0,-1 0 0,1 0 0,0 0 0,0 0 0,-1 0 0,1 0 0,0 0 0,0 0 0,-1 1 0,1-1 0,0 0 0,0 0 0,-1 0 0,1 0 0,0 0 0,0 1 0,0-1 0,-1 0 0,1 0 0,0 0 0,0 0 0,0 1 0,0-1 0,0 0 0,-1 0 0,1 1-24,-6 21 312,-16 120 1662,7 0 0,5 76-1974,9-171 94,0-11 7,3 26-101,-1-60-18,-1 1 1,0-1 0,1 0-1,-1 1 1,1-1 0,0 0 0,0 0-1,0 0 1,0 1 0,0-1-1,0 0 1,1 0 0,-1 0-1,0-1 1,1 1 0,0 0-1,-1-1 1,1 1 0,0 0 0,0-1-1,0 0 1,0 0 0,0 1-1,0-1 1,1-1 0,-1 1-1,0 0 1,0 0 0,1-1-1,-1 1 1,0-1 0,1 0 0,-1 0-1,1 0 1,-1 0 0,0 0-1,1 0 1,-1-1 0,0 1-1,1-1 1,-1 1 0,0-1-1,0 0 1,1 0 0,0-1 17,11-7-382,1-1-1,-1-1 1,-1-1 0,0 0-1,3-5 383,-9 10-327,17-16-513,-2-2 0,0 0 0,-2-2 0,-1 0 840,-19 27 97,0-1 0,1 1 0,-1 0 0,0 0 0,0-1 0,0 1 0,0 0 0,0 0 0,0-1 0,1 1 0,-1 0 0,0 0 0,0 0-1,0 0 1,1-1 0,-1 1 0,0 0 0,0 0 0,0 0 0,1 0 0,-1 0 0,0-1 0,0 1 0,1 0 0,-1 0 0,0 0 0,0 0 0,1 0 0,-1 0-1,0 0-95,3 7 1034,-3 18-916,0-20 293,0 35-186,2 0 1,4 20-227,-8-85-4272,3-30 2176,0 7 1324,-1 11 683,2 0 0,3-10 89,-4 34 383,2 1 1,-1-1-1,2 1 1,0 0-1,0 0 1,1 0-1,1 0 1,2-4-384,-6 13 179,0 1 1,0-1-1,0 1 0,0 0 1,0 0-1,0 0 1,1 0-1,-1 0 0,1 0 1,-1 0-1,1 1 0,0-1 1,1 1-180,-3 0 20,1 0 1,0 1 0,-1 0-1,1-1 1,0 1-1,-1 0 1,1 0 0,0 0-1,0 0 1,-1 0 0,1 0-1,0 0 1,-1 1-1,1-1 1,0 0 0,-1 1-1,1 0 1,-1-1-1,1 1 1,-1 0 0,1 0-1,-1 0 1,1 0-1,-1 0 1,1 1-21,4 5 72,0 1-1,-1 0 0,0 1 1,0 0-1,0-1 1,-2 1-1,1 1 1,1 7-72,0-4 110,36 119 806,-11-32-499,-29-97-392,0-1 0,0 0-1,0 0 1,0 1 0,0-1 0,0 0-1,1 0 1,-1 0 0,1-1 0,-1 1-1,3 1-24,-4-2 9,1-1 0,-1 0 0,1 1-1,0-1 1,-1 0 0,1 0-1,0 0 1,-1 1 0,1-1 0,0 0-1,-1 0 1,1 0 0,0 0-1,-1 0 1,1 0 0,0 0 0,-1 0-1,1-1 1,0 1 0,-1 0-1,1 0 1,0 0 0,-1-1 0,1 1-1,-1 0 1,1-1 0,0 1-1,-1-1 1,1 1 0,-1 0-1,1-1 1,-1 1 0,0-1 0,1 0-1,-1 1 1,1-1 0,-1 1-1,0-1 1,1 1 0,-1-1 0,0 0-1,0 1 1,0-1-9,47-87-2219,-24 43-766,14-18 2985,-36 62 11,-1-1-1,1 1 1,0 0-1,0 0 1,0-1 0,0 1-1,0 0 1,0 0-1,0 0 1,0 0-1,0 0 1,1 0 0,-1 0-1,0 1 1,1-1-1,-1 0 1,1 1-1,-1-1 1,0 1 0,1-1-1,-1 1 1,1 0-1,0-1 1,-1 1-1,1 0 1,0 0-11,-1 1 37,-1-1-1,1 0 1,-1 1 0,1-1-1,-1 0 1,1 1 0,-1-1-1,1 1 1,-1-1 0,0 1 0,1-1-1,-1 1 1,0-1 0,1 1-1,-1-1 1,0 1 0,0 0-1,1-1 1,-1 1 0,0-1-1,0 1 1,0 0 0,0-1 0,0 1-1,0-1 1,0 1 0,0 0-37,1 25 638,-1-18-381,0 1-59,2 29 1116,5 28-1314,-6-56 56,1 0 0,0 0 0,1 0 0,0-1-1,1 1 1,0-1 0,0 0 0,1 0 0,1 1-56,-6-9 1,0-1-1,1 1 1,-1-1 0,0 1 0,0-1 0,1 1 0,-1-1 0,0 0-1,1 1 1,-1-1 0,1 1 0,-1-1 0,0 0 0,1 1 0,-1-1-1,1 0 1,-1 0 0,1 1 0,-1-1 0,1 0 0,0 0-1,-1 0 1,1 1 0,-1-1 0,1 0 0,-1 0 0,1 0 0,-1 0-1,1 0 1,0 0 0,-1 0 0,1 0 0,-1-1 0,1 1 0,-1 0-1,1 0 1,-1 0 0,1-1 0,-1 1 0,1 0 0,-1 0 0,1-1-1,-1 1 1,1 0 0,-1-1 0,0 1 0,1-1 0,-1 1-1,0-1 1,1 1 0,-1 0 0,0-1-1,3-3-74,0-1 1,0 1-1,-1-1 0,0 0 0,1-2 74,-2 3-155,33-83-2059,-15 38 1019,1 1 0,13-21 1195,-30 65 329,-3 3-190,0 0 0,0 0 0,1 1 0,-1-1 0,0 0 0,1 1-1,-1-1 1,1 0 0,-1 1 0,1-1 0,-1 0 0,1 1 0,-1-1 0,1 1 0,-1-1-1,1 1 1,0-1 0,-1 1 0,1 0 0,0-1 0,0 1 0,-1 0-139,1 0 63,0 1 0,-1 0 0,1 0 0,-1 0 0,1 0 0,-1 0 0,0-1 0,1 1 0,-1 0 0,0 0 0,0 0 0,1 0 0,-1 0 0,0 0 0,0 0 0,0 0 0,0 0-63,0 4 237,6 30 958,2 0 0,2-1 1,8 20-1196,-9-31-299,1 0 0,2-1 0,5 9 299,-16-30-979,1 2 1394,-1-2-3466,-1-1-3775,0-10-4631</inkml:trace>
  <inkml:trace contextRef="#ctx0" brushRef="#br0" timeOffset="334.398">1621 540 13355,'0'0'4073,"0"0"-3433,0 0-440,0 0-96,0 0-104,0 0-1168,0 0-4057,16 137-5194</inkml:trace>
  <inkml:trace contextRef="#ctx0" brushRef="#br0" timeOffset="335.398">1584 163 15155,'0'0'688,"0"0"2377,0 0-1897,0 0-728,0 0-440,0 0-288,0 0-2504,34-22-2329,-23 50-737</inkml:trace>
  <inkml:trace contextRef="#ctx0" brushRef="#br0" timeOffset="1538.09">1864 448 1736,'0'0'8541,"0"0"-3637,0 0-3187,0 0-628,0 0-35,0 0 47,2 23-383,0 7-571,1 10 257,-2 20-404,-1-59 78,0-1 76,0 0 224,0-7-245,1 0 0,0 1 0,0-1 0,0 0 0,1 1 0,-1-1 1,2 1-1,-1 0 0,2-3-133,7-12-318,0 1 1,2-1 317,-3 5-151,2-3-149,-3 3-68,1 0-1,1 0 1,0 1-1,13-13 369,-23 27-9,0 0-1,0 1 1,-1-1-1,1 0 1,0 0-1,0 1 1,0-1-1,0 0 1,0 1-1,1-1 1,-1 1-1,0 0 1,0-1-1,0 1 10,0 0 18,-1 0 0,0 0 0,1 0-1,-1 0 1,0 0 0,1 0-1,-1 0 1,0 0 0,1 1 0,-1-1-1,0 0 1,0 0 0,1 0 0,-1 1-1,0-1 1,0 0 0,1 0-1,-1 0 1,0 1 0,0-1 0,1 0-1,-1 1 1,0-1 0,0 0-1,0 0 1,0 1 0,0-1 0,1 0-1,-1 1-17,1 3 221,-1 1 1,1-1-1,-1 0 0,0 1 0,0-1 0,0 3-221,0 2 91,-1 49 910,2 71 825,-1-128-1821,0 5 43,0 0 0,1-1 1,0 1-1,0 0 0,2 4-48,-3-8 5,0-1-1,1 0 0,-1 0 0,1 0 0,0 0 1,-1 0-1,1 0 0,0 0 0,-1 0 1,1 0-1,0 0 0,0-1 0,0 1 0,0 0 1,0 0-1,0-1 0,0 1 0,0-1 0,0 1 1,0-1-1,0 1 0,0-1 0,1 1 0,-1-1 1,0 0-1,0 0 0,0 0 0,1 0 0,0 0-4,1 0-87,1 0 0,-1-1 0,0 0 0,1 0 0,-1 0 0,1 0 0,-1 0 0,0-1 0,0 1 0,0-1 0,0 0 0,0 0 0,0 0 0,0 0 0,-1 0 0,1-1 0,-1 1 0,1-2 87,6-7-840,0-1-1,0-1 1,4-8 840,-7 11-308,2-3-217,-1 0-1,-1-1 1,0 0 0,0 0-1,0-4 526,-4 8 653,0 1 0,0-1 0,-1 0 0,0 0-1,-1-2-652,0 11 775,1 20-104,2 34 1203,7 27-1874,-8-64-3,2 0 0,-1 0 0,2 0 0,0-1 0,1 0 0,1 0-1,3 4 4,-10-18-32,1 1-1,-1-1 0,1 0 0,-1 0 1,1 0-1,0 0 0,-1 0 0,1 0 1,0 0-1,0 0 0,0 0 0,0-1 1,0 1-1,0 0 0,0 0 0,0-1 1,0 1-1,0-1 0,0 1 0,0-1 1,1 1-1,-1-1 0,0 0 0,0 0 1,0 1-1,1-1 0,-1 0 0,0 0 1,0 0-1,1 0 0,-1 0 0,0-1 1,0 1-1,1 0 0,-1-1 0,0 1 1,0 0-1,0-1 0,0 0 0,0 1 1,0-1-1,1 0 33,4-4-200,0 0 0,-1 0 0,0-1-1,0 1 1,0-1 0,2-4 200,-4 5-279,28-35-1678,-3-1 0,-1-2 0,-2-1 0,10-24 1957,-32 60 373,0 1 0,-1-2 0,0 1-1,0 0 1,0 0 0,-1-1 0,0 1 0,-1-1-373,-1 8 180,0 1-1,0 0 1,0 0 0,0 0-1,0-1 1,0 1-1,0 0 1,0 0 0,-1 0-1,1 1 1,0-1 0,0 0-1,0 0 1,0 1-1,0-1 1,-1 1-180,-1 1 106,1 0 0,-1 1 1,0 0-1,1 0 0,-1-1 0,1 1 0,0 1 0,0-1 1,0 0-1,1 0 0,-1 1 0,0 1-106,-16 49 918,16-46-764,-3 12 266,0 0 0,1 1 0,2 0-1,0-1 1,1 1 0,1 0 0,2 9-420,-2-28 16,0 0 0,1 1 1,-1-1-1,1 0 0,0 0 0,0 1 0,-1-1 1,2 0-1,-1 0 0,0 0 0,0 0 0,1 0 0,-1-1 1,1 1-1,-1 0 0,1-1 0,0 1 0,0-1 0,-1 1 1,1-1-1,0 0 0,0 0 0,1 0 0,-1 0 1,0 0-1,0 0 0,0 0 0,1-1-16,8 3-14,0-2-1,0 1 1,0-1 0,0-1-1,5 0 15,-7 0-7,2 0-31,-1-1 0,1 0 0,-1 0 0,1-1 0,-1 0 0,0-1 0,0 0 1,0-1-1,0 0 0,-1-1 0,1 1 0,-1-2 0,-1 1 0,1-1 0,-1-1 1,0 0-1,0 0 0,0 0 0,-1-1 0,3-5 38,-1 1-48,-2 1 1,1-1-1,-2-1 0,1 1 1,-2-1-1,0 0 0,0-1 1,-1 1-1,-1-1 0,0 0 1,-1 0-1,-1 0 0,0 0 1,-1 0-1,0 0 0,-2-10 48,2 23 8,0 0 0,0 0 0,-1 0 0,1 0 0,0 0 0,-1 1 0,1-1 0,0 0 0,-1 0 0,1 0 0,-1 1-1,1-1 1,-1 0 0,1 0 0,-1 1 0,0-1 0,0 1 0,1-1 0,-1 0 0,0 1 0,0-1 0,1 1 0,-1 0 0,0-1 0,0 1 0,0 0 0,0-1-1,0 1 1,1 0 0,-1 0 0,0 0 0,0 0 0,0 0 0,0 0 0,0 0-8,-1 0 4,0 0 1,1 0-1,-1 0 0,0 1 1,1-1-1,-1 0 0,0 1 1,1-1-1,-1 1 0,1 0 0,-1 0 1,1-1-1,-1 1 0,1 0 1,0 0-1,-1 0 0,1 1 1,0-1-1,0 0 0,0 1-4,-4 6 95,1 0 0,0 1 0,1 0 0,0-1 0,1 1 0,-1 1 0,2-1 1,-1 0-1,1 0 0,1 6-95,-1 20 511,2 1 1,1 3-512,-2-35 12,1 0 1,-1 0-1,1 0 0,0-1 0,0 1 1,0 0-1,1 0 0,-1-1 0,1 1 1,0-1-1,0 0 0,0 1 0,0-1 1,1 0-1,-1 0 0,1 0 0,0-1 1,0 1-1,0-1 0,0 1 0,0-1 1,1 0-1,-1 0 0,1 0 0,-1-1 1,1 1-1,1-1-12,4 2-52,1-1 1,0 0 0,1 0-1,-1-1 1,0 0-1,0-1 1,1-1-1,-1 1 1,10-3 51,-12 1-77,0 0-1,0 0 1,0-1 0,-1 0 0,1-1-1,-1 0 1,0 0 0,0 0 0,0-1-1,0 0 1,-1 0 0,2-3 77,5-5-277,0 0 1,-1-1-1,-1-1 1,0 1-1,-1-3 277,-2 5 45,-2 1 1,0-2-1,0 1 0,-1 0 0,0-1 1,-1 0-1,-1 0 0,0-1 0,-1 1 0,0 0 1,-1-10-46,-1 22 605,0 4-133,0 15-17,3 98 1293,-1-97-1901,0 0 1,2 1-1,0-1 1,7 17 152,2 0-2389,0-12-2707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6T13:15:48.1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 3017,'0'0'6960,"0"0"-1710,0 0-3660,0 0-982,0 0 715,10 28 227,36 94-514,-42-111-867,1 0 1,-1 0 0,2-1-1,-1 0 1,2 0-1,-1-1 1,7 7-170,-7-8 147,0-1-7,0 0 1,0 0 0,1-1-1,0 0 1,1 1-141,-6-6 58,0 1 0,0-1 0,0 0-1,1 1 1,-1-1 0,0 0 0,0 0 0,1-1 0,-1 1 0,0 0 0,1-1 0,-1 0-1,1 1 1,-1-1 0,1 0 0,-1 0 0,1 0 0,-1-1 0,0 1 0,1 0 0,0-1-58,-2 0 42,1 0-1,-1 0 1,1 0 0,-1-1 0,1 1 0,-1 0 0,0-1 0,0 1 0,1-1 0,-1 1 0,0-1 0,0 0 0,-1 1 0,1-1 0,0 0-1,-1 0 1,1 1 0,-1-1 0,1 0-42,2-6 92,11-32 388,7-33-480,-12 39-1602,1 1 1,15-31 1601,-16 50-3124,0 8-3563,1 5-3477</inkml:trace>
  <inkml:trace contextRef="#ctx0" brushRef="#br0" timeOffset="541.023">556 62 7058,'0'0'3295,"0"0"1678,0 0-2491,0 0-1022,-24 3 327,-11 1-349,-27 8-1438,59-12 43,0 1 0,1 0 1,-1 0-1,1-1 0,-1 2 1,1-1-1,0 0 0,-1 0 0,1 1 1,0-1-1,0 1 0,0 0 1,0-1-1,0 1 0,0 0 0,0 0 1,1 1-1,-1-1 0,1 0 1,-1 0-1,1 1 0,0-1 1,0 1-1,0-1 0,0 1 0,1-1 1,-1 1-1,1-1 0,-1 1-43,0 3 104,-2 3 31,2 0 1,-1 1 0,1-1-1,0 0 1,1 0-1,0 0 1,0 1 0,2 5-136,-1-10 20,0-1 0,0 0 0,0 1 0,1-1 0,0 0 0,0 0 0,0 0 0,0 0 0,0-1 0,1 1 0,0 0 0,0-1 0,0 0 0,0 0 0,0 0 0,1 0 0,-1 0 0,3 1-20,0-1-59,0 1 0,0-2-1,0 1 1,0-1-1,0 0 1,0 0 0,1 0-1,-1-1 1,1 0-1,-1-1 1,1 1 0,-1-1-1,1 0 1,-1-1 0,1 0-1,-1 0 1,1 0-1,-1-1 1,0 0 0,0 0-1,0 0 1,0-1-1,0 0 1,0 0 0,0-1-1,-1 1 1,0-1-1,0 0 60,11-11-208,-1-1 0,-1-1 0,-1 1 0,0-2 0,-1 0 0,7-15 208,-20 41 201,0-1 1,1 0-1,0 1 0,1-1 0,0 1-201,0 9 93,0-7-219,0-1 0,0 1 0,1 0 0,1-1-1,0 0 1,0 1 0,0-1 0,2 1 126,1 3-1954,2 0-1,0 0 1,0 0 1954,13 13-6515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6T13:15:52.1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18092,'0'0'4769,"0"0"-4193,0 0 240,0 0-432,0 0-384,0 0-1504,86 11-2721,-75-8-1832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6T13:15:55.1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3513,'0'0'3902,"0"0"2609,0 0-3908,0 0-2002,0 0 62,0 0 647,9 17 86,-2-4-1133,11 20 452,-1 1 0,-2 0 1,0 5-716,14 46 1523,132 409 182,-155-476-2254,-2 2-1,-1-1 1,0 0 0,-1 5 549,-1 43-5303,-1-34-706</inkml:trace>
  <inkml:trace contextRef="#ctx0" brushRef="#br0" timeOffset="347.054">103 791 8330,'0'0'2626,"0"0"2097,0 0-2311,0 0-696,0 0 147,0 0-527,11 3-624,-8-2-664,3 0 15,0 0 0,0 1-1,0 0 1,0 1 0,0-1 0,-1 1 0,1 0-1,-1 0 1,0 1 0,0-1 0,0 1 0,0 1 0,0 0-63,44 55 763,-36-42-562,1 0 0,0-1 0,2-1 0,0 0 0,0-1 0,13 8-201,-28-22 38,-1-1 0,1 1 0,0-1 0,0 0 0,-1 1 0,1-1 0,0 0 0,0 1 0,0-1 0,0 0 0,0 0 0,-1 0 0,1 1 0,0-1 0,0 0 0,0 0-38,0-1 27,-1 1 0,1 0 1,-1 0-1,0 0 0,1-1 1,-1 1-1,0 0 0,1 0 1,-1-1-1,0 1 0,1 0 1,-1 0-1,0-1 0,0 1 1,1-1-1,-1 1 0,0 0 1,0-1-1,1 1 0,-1 0 1,0-1-1,0 1 0,0-1-27,1-3 139,-1 0 0,1 0 0,-1-1 0,0 1 0,0 0 0,-1-2-139,1-5 3,-1-28-206,0 15 654,1 0 1,0 1 0,4-17-452,-2 32-286,-1 1 0,1-1 0,1 1 0,-1 0 0,1 0 1,1 0 285,-2 2-636,1 1 1,-1 0 0,1 0 0,0 0 0,1 0 0,-1 0 0,1 1 0,-1 0 0,4-2 635,10-7-7759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6T13:15:54.4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66 472 13987,'0'0'3607,"0"0"-2369,0 0 118,0 0 438,0 0-474,23 5-681,73 16-379,-92-20-253,1 0-1,-1 0 1,1-1-1,-1 0 1,1 0 0,-1 0-1,0 0 1,1 0-1,-1-1 1,1 0-1,-1 0 1,0 0-1,1-1 1,-1 1 0,0-1-1,0 0 1,0 0-1,0 0 1,0-1-1,-1 0 1,1 1-1,-1-1 1,0 0 0,0-1-1,0 1 1,0 0-1,0-1 1,-1 0-1,1 0-6,2-7-99,0 0-1,0 0 1,-1-1 0,0 0-1,-1 0 1,-1 0-1,0 0 1,1-11 99,-1-15-239,-1-1-1,-1 1 1,-3-9 239,1 34-44,0-1 0,-1 1 0,-1 0 0,0 0 0,0 1-1,-2-2 45,3 8 27,0 0 0,0-1 0,-1 1 0,0 0 0,0 1 0,0-1 0,0 1 0,-1-1 0,0 1 0,-1 1 0,1-1 0,-1 0-27,5 4-2,0 1-1,0-1 1,0 0 0,0 1-1,0-1 1,0 1 0,0-1-1,0 1 1,0-1 0,0 1-1,0 0 1,0-1 0,0 1 0,0 0-1,-1 0 1,1 0 0,0 0-1,0 0 1,0 0 0,0 0-1,0 0 1,-1 0 0,1 1-1,0-1 1,0 0 0,0 1 0,0-1-1,0 1 1,0-1 0,0 1-1,0 0 1,0-1 0,0 1-1,1 0 1,-1-1 0,0 1-1,0 0 1,0 0 0,1 0-1,-1 0 3,-2 4-7,1 1 0,0-1 0,-1 1-1,2 0 1,-1 0 0,1 0-1,0 0 8,0-4 15,-18 106 1507,5 0 1,0 97-1523,12 220 2200,6-349-1929,4 0-271,-1-6-1904,-2 26 1904,-6-95-114,1 0 0,0 0 0,0 0 0,-1 1 0,1-1 0,0 0 0,-1 0 0,1 0 0,-1 0 0,0 0 0,1 0 0,-1 0 1,0 0-1,1 0 0,-1 0 0,0-1 0,0 1 0,0 0 0,0 0 0,0-1 0,0 1 0,0 0 0,0-1 0,0 1 0,0-1 0,0 0 0,0 1 0,0-1 0,-1 0 0,1 0 114,-7 2-1126,0 0 0,0-1 0,-1 0 0,0-1 1126,1 1-1491,-28 0-6521</inkml:trace>
  <inkml:trace contextRef="#ctx0" brushRef="#br0" timeOffset="364.304">0 883 2905,'0'0'8321,"0"0"-2991,0 0-4130,0 0 80,0 0-248,0 0 169,0 0-529,134-31-424,-105 31-184,-1 11-64,4 9-736,-6-1-1569,-5-5-4064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6T13:15:52.5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128 402 16844,'0'0'3744,"0"0"-3736,0 0 80,0 0 793,0 0 39,0 0-576,0 0-344,3 154-8,-3-148-320,0-6-1008,0 0-265,0-9 161,0-21-1497,-16-32-1112,5 9-440,1-3-1328</inkml:trace>
  <inkml:trace contextRef="#ctx0" brushRef="#br0" timeOffset="347.765">10 90 5825,'0'0'3922,"0"0"-1492,0 0-709,0 0-61,0 0 131,0 0-152,7-18-719,-4 11-861,0-1 1,0 1-1,0 0 0,1 0 0,0 0 0,1 0 1,-1 1-1,4-4-59,-7 10 9,0-1 1,0 0 0,0 1-1,0-1 1,0 1 0,1-1 0,-1 1-1,0 0 1,0-1 0,0 1-1,0 0 1,1 0 0,-1 0 0,0 0-1,0 0 1,0 0 0,1 0-1,-1 0 1,0 0 0,0 0-1,1 1-9,26 12 210,7 8-34,0 1 0,-2 2 0,-1 2 0,-1 0-1,-2 2 1,0 1 0,-2 2 0,5 8-176,-16-18 42,-1 1 0,-1 0 1,-1 1-1,-1 1 0,-1 0 0,-2 0 0,0 1 0,-1 0 1,-1 0-1,-2 1 0,-1 0 0,0 0 0,-2 8-42,-2-26 7,0 0-1,0 0 1,-1 0-1,0-1 1,0 1-1,-1 0 1,0-1-1,0 1 1,-3 5-7,2-8 28,0 0 0,0 0 1,0-1-1,-1 1 0,0-1 1,0 1-1,0-1 0,0 0 1,0-1-1,-1 1 0,0-1 1,0 0-1,-3 2-28,-4 1 130,-2 0 1,1-1 0,0 0-1,-1-1 1,0-1-1,0 0 1,0-1-1,-1 0-130,-32 2 881,-36-3-881,58-1 135,15 0-82,-10 0 71,0-1 0,0 0 0,-6-3-124,22 4 6,0-1-1,-1 0 1,1 0-1,1 0 1,-1 0-1,0-1 0,0 0 1,0 1-1,1-2 1,-1 1-1,1 0 1,0-1-1,-1 1 0,1-1 1,0 0-1,1 0 1,-1 0-1,-1-2-5,4 5-49,-1-1-1,1 0 1,-1 0-1,1 0 1,-1 0-1,1 0 1,-1 0-1,1 0 1,0 0-1,0 0 0,-1 0 1,1 0-1,0 0 1,0 0-1,0 0 1,0 0-1,0 0 1,0 0-1,1 0 1,-1 0-1,0 0 1,0 0-1,1 0 1,-1 0-1,1 0 1,-1 1-1,1-1 1,-1 0-1,1 0 1,-1 0-1,1 0 1,0 1-1,0-2 50,2 0-252,0 0 1,0 0-1,0 0 0,0 1 1,0-1-1,0 1 0,1 0 1,2-1 251,16-4-1319,1 2 0,-1 0 0,1 2 0,0 0 0,0 2 0,5 1 1319,-15-1-891,43 0-3615</inkml:trace>
  <inkml:trace contextRef="#ctx0" brushRef="#br0" timeOffset="933.316">599 718 2969,'0'0'3235,"0"0"3864,0 0-3678,0 0-2074,0 0 110,0 0-10,17 8-419,56 26-405,-65-31-505,0 0 0,-1 0 0,2-1 0,-1 0-1,0-1 1,0 0 0,0 0 0,1-1 0,-1 0 0,0 0-1,1-1-117,17 0 219,-24 1-223,0 0 0,0 0-1,-1-1 1,1 1 0,0 0 0,-1-1-1,1 1 1,0-1 0,-1 1 0,1-1-1,-1 0 1,1 0 0,-1 0 0,1 0-1,-1 0 1,0 0 0,1 0 0,-1 0-1,0 0 1,0-1 0,0 1 0,0 0-1,0-1 1,0 1 0,0-1 0,-1 1-1,1-1 1,0 0 0,-1 1 0,1-1-1,-1 0 5,2-7-317,0 0 0,-1 0 0,-1 0 0,1-1 0,-2-4 317,1 5-395,0 3 295,0-1 1,-1 1-1,0-1 1,0 1-1,-1-1 1,0 1-1,0 0 1,0 0-1,-1-1 1,0 2-1,0-1 1,0 0 0,-1 1-1,0-1 1,0 1-1,0 0 1,-1 1-1,1-1 1,-1 1-1,-1-1 1,1 2-1,0-1 1,-1 0-1,0 1 1,0 0-1,0 1 1,-5-2 99,7 2 67,0 1 0,0 1 0,0-1 0,-1 1 0,1-1 0,0 1 0,-1 0-67,4 1 0,1 0 0,0 0 0,-1-1 0,1 1 0,-1 0 0,1 0 0,0 0 0,0 0 0,0-1 0,-1 1 0,1 0 0,0 0 1,0 0-1,0 0 0,0 0 0,0 0 0,0 0 0,1-1 0,-1 2 0,0 0 1,0 2 7,1 0 0,-1 1 0,1-1 0,0 0 1,0 0-1,1 0 0,-1 0 0,1 0 0,0 0 0,0 0 1,0-1-1,0 1 0,1-1 0,0 1 0,-1-1 1,1 0-1,0 0 0,1 0 0,-1-1 0,0 1 1,1-1-1,1 2-8,9 4 46,1-1 1,0 0 0,0 0-1,0-2 1,6 2-47,4-1 77,1-1-1,0-1 1,1-1 0,10-1-77,-4 1-56,0 0 1,17 5 55,-48-7 5,0-1 1,0 1-1,0-1 1,-1 1-1,1 0 0,0 0 1,0-1-1,-1 1 1,1 1-1,0-1 0,-1 0 1,1 0-1,-1 1 1,1-1-1,-1 1 1,0-1-1,0 1 0,1-1 1,-1 1-1,0 0 1,0 0-1,-1-1 0,1 1 1,0 0-1,-1 0 1,1 0-6,0 6 168,0 0 0,0 0 1,-1 0-1,0 0 0,0-1 1,-1 2-169,0 15 276,1-24-255,0 0-1,0 1 1,-1-1-1,1 0 1,0 0 0,0 0-1,0 0 1,0 0 0,0 1-1,0-1 1,0 0-1,0 0 1,0 0 0,0 0-1,0 0 1,0 1 0,0-1-1,0 0 1,0 0-1,0 0 1,0 0 0,1 0-1,-1 1 1,0-1 0,0 0-1,0 0 1,0 0-1,0 0 1,0 0 0,0 0-1,0 1 1,0-1 0,1 0-1,-1 0 1,0 0-1,0 0 1,0 0 0,0 0-1,0 0 1,0 0 0,1 0-1,-1 0 1,0 0-1,0 0 1,0 0 0,0 0-1,1 0 1,-1 0 0,0 0-1,0 0 1,0 0-21,9-8 325,15-27-902,-13 18 110,9-11-444,0 0 0,2 2-1,12-10 912,-33 35 108,-1 0 0,1 0-1,0 1 1,0-1 0,0 0-1,0 1 1,0-1-1,0 0 1,0 1 0,0-1-1,0 1 1,0 0-1,0-1 1,0 1 0,0 0-1,0-1 1,0 1-1,0 0 1,0 0 0,1 0-1,-1 0 1,0 0-108,0 1 75,0-1 0,0 1 1,0-1-1,0 1 0,0 0 1,0-1-1,0 1 0,0 0 1,0 0-1,-1 0 0,1-1 1,0 1-1,0 0 0,-1 0 0,1 0 1,-1 0-1,1 0 0,-1 1-75,3 7 198,0 0 0,0 0 0,-1 1 0,-1-1 0,0 2-198,1 0 147,7 46 162,0 4-1763,0-22-4165,-5-28 5</inkml:trace>
  <inkml:trace contextRef="#ctx0" brushRef="#br0" timeOffset="1282.333">1775 640 3009,'0'0'2272,"0"0"4810,0 0-3074,0 0-2919,0 0 455,0 0 192,-155-14-103,124 39-449,10-3-496,8 6-120,7 3-256,6 0-192,8-3-56,24 0-64,15-1-424,31 4-1144,-10-6-1281,0-11-3248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6T13:15:58.9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927 3056 1616,'0'0'1742,"28"3"2432,179 19 491,94 14 459,-50-5-3561,99 11 39,-282-34-1604,328 34 1160,-8-9 37,-207-8-1156,5 0 334,88 4 106,-162-18-463,125 8-3,-128-16 1,143 4 100,65 18-114,-34-1 203,224-10-203,158-5 1918,-567-7-1969,1040 2 838,-675-5-721,197-2 579,-539 6-769,0 6 1,-1 5 0,11 7 123,-98-13-1326,-19 2-3641,-12-8-2884</inkml:trace>
  <inkml:trace contextRef="#ctx0" brushRef="#br0" timeOffset="1366.222">2000 411 2601,'0'0'1349,"0"0"2123,0 0-957,0 0-787,0 0 111,1 25-113,5 78-420,-6-35 1190,-2 0 1,-10 58-2497,1-7 1745,-22 245 2443,-7 132-2193,28-313-471,-21 98-1524,13-131 556,8 1 1,5 18-557,1 35 673,-17 82-673,10-130 0,7 128 0,6-159-982,1-123 807,-1-1 0,0 1-1,0-1 1,0 1-1,0-1 1,0 1 0,0-1-1,-1 1 1,1-1-1,0 1 1,-1-1 0,1 1-1,-1-1 1,0 1-1,1-1 1,-1 0-1,0 1 1,0-1 0,0 0-1,0 0 1,0 0-1,0 0 1,0 0 0,0 0-1,0 0 1,-1 0-1,1 0 1,0 0-1,-1 0 1,1-1 0,0 1-1,-2-1 176,-22 3-7048</inkml:trace>
  <inkml:trace contextRef="#ctx0" brushRef="#br0" timeOffset="2049.323">1984 386 1592,'0'0'5807,"0"0"-1557,0 0-2264,0 0-658,0 0-126,0 0-307,-17 7-411,-53 22-246,68-29-178,1 1-1,0-1 0,0 0 1,-1 1-1,1-1 0,0 1 0,0-1 1,0 1-1,0 0 0,-1 0 0,1-1 1,0 1-1,0 0 0,1 0 0,-1 0 1,0 0-60,9-1 1067,-8 0-1122,6-2 143,1 0 0,-1-1 0,0 0 1,0 0-1,-1-1 0,1 1 0,-1-1 0,1 0 0,3-5-88,11-6 27,-6 4 57,-10 7 52,1 1 0,0-1 0,0 0 0,0 1 0,0 0 0,1 0 0,-1 1-1,1 0 1,0 0 0,0 0 0,0 0 0,0 1 0,0 0 0,2 0-136,3 1 146,-1 1-1,0 0 1,0 1-1,1 0 1,-1 0-1,0 1 1,-1 0-1,1 1 1,-1 0-1,1 1 1,-1 0-1,0 0 1,-1 1-1,0 0 1,0 1-1,0-1 1,0 2-1,-1-1-145,16 20-2205,-7-11-3267</inkml:trace>
  <inkml:trace contextRef="#ctx0" brushRef="#br0" timeOffset="3052.095">8476 3589 11346,'0'0'1213,"0"0"1487,0 0-1690,0 0-15,0 0 757,1 31-22,2 105-377,-4-108-731,-1 0-1,-1 0 1,-4 17-622,1-12 513,-14 95 1434,6 1 0,3 74-1947,11-197 13,0 0 1,1 0-1,-1 1 0,1-1 0,1 0 0,-1 0 0,1 0 0,1 4-13,-1-7 0,-1 0 0,1 0 0,0 0-1,0-1 1,0 1 0,0-1 0,0 1 0,1-1 0,-1 0 0,1 0 0,-1 0 0,1 0-1,0 0 1,0-1 0,0 1 0,3 0 0,3 2-464,1-1-1,-1 0 0,1-1 1,0 0-1,0-1 1,0 0-1,0-1 1,0 0-1,1 0 1,8-2 464,-10 1-1246,-1-1 0,0 0 0,0 0 0,1-1 0,-2 0 0,1 0 0,0-1 1,1-1 1245,16-14-7661</inkml:trace>
  <inkml:trace contextRef="#ctx0" brushRef="#br0" timeOffset="3430.467">8419 4131 7218,'0'0'9498,"0"0"-7962,0 0-232,0 0 761,0 0-1409,157 11-656,-133-3-2369,-6-8-5232</inkml:trace>
  <inkml:trace contextRef="#ctx0" brushRef="#br0" timeOffset="5208.725">2010 735 3441,'0'0'6048,"0"0"-3097,0 0-1473,0 0-293,-5 1-67,1 0-956,-3 0 62,0 0 0,1 0 1,-1 1-1,1 0 0,-1 0 1,1 0-1,0 1 0,0 0 0,-2 2-224,1-1 261,1 2 0,0-1 0,0 1 0,0 0-1,1 0 1,0 1 0,0 0 0,0-1 0,-1 5-261,4-6 129,0 0 1,0 0-1,0 0 0,1 1 1,-1-1-1,1 0 1,1 1-1,-1-1 1,1 1-1,0-1 1,0 0-1,0 1 0,1-1 1,1 6-130,-2-9 27,1 0 1,0 0 0,0-1-1,0 1 1,0 0 0,0 0-1,0-1 1,0 1 0,0-1-1,1 1 1,-1-1 0,1 1-1,-1-1 1,1 0 0,-1 0-1,1 0 1,0 0 0,0 0-1,-1 0 1,1 0 0,0-1-1,0 1 1,0 0 0,0-1-1,0 0 1,0 1-28,9 0 77,0 1 0,0-1 0,0-1 0,3 0-77,-5 0-3,-5 0-29,-1 0 1,1-1-1,0 1 0,0-1 1,0 0-1,-1 0 0,1 0 1,0 0-1,-1 0 1,1-1-1,-1 0 0,0 0 1,1 0-1,-1 0 0,0 0 1,0-1 31,1-1-105,-1 1 1,1-1-1,-1 0 0,0-1 1,0 1-1,-1 0 1,1-1-1,-1 0 1,0 0-1,0 1 1,0-5 104,1-3-43,-1-1 1,0 1 0,-1 0 0,0-1 0,-1 1 0,0-2 42,0 4 79,0 8-40,0 0 0,0 0 0,-1 0 0,1 1 0,0-1 1,-1 0-1,1 0 0,-1 0 0,0 1 0,1-1 0,-1 0 0,0 1 0,0-1 0,0 1 0,-1-1 0,1 1 0,0-1 0,0 1 0,-2-1-39,0-1 52,0 1 0,-1 0 0,1 0 0,-1 0 0,0 1 0,0-1 0,1 1 0,-1 0 0,-1-1-52,-11 0 166,0-1 1,0 2 0,0 0 0,-5 1-167,15 0 87,0 0 0,0 0 0,0 1 0,0 0 0,0 0 1,0 0-1,0 0 0,0 1 0,0 1-87,3-2 41,0 1-1,1-1 1,-1 1 0,1 0 0,0 0-1,-1 1 1,1-1 0,0 0 0,0 1-1,0-1 1,1 1 0,-1-1 0,0 1-1,1 0 1,0 0 0,0 0 0,0 0-1,-1 2-40,-1 5 101,1 1-1,0-1 0,0 1 0,1-1 0,0 1 1,1 6-101,0-13 25,0 0 0,1 1 1,-1-1-1,1 0 1,0 0-1,0 0 1,0 0-1,0-1 0,1 1 1,-1 0-1,1 0 1,0-1-1,0 1 1,1-1-1,-1 0 0,1 1 1,0-1-1,1 1-25,0-1 24,1 1-1,1-1 0,-1 0 1,0-1-1,1 1 1,0-1-1,-1 0 0,1 0 1,0-1-1,5 1-23,8 1-116,0-2 0,15-1 116,-29 0-42,-2 0 12,1 0-1,-1 0 1,0 0 0,1-1-1,-1 0 1,1 0-1,-1 0 1,0 0 0,0 0-1,0 0 1,0-1-1,0 0 1,0 0 0,0 1-1,0-2 1,2-1 30,-2 0-22,1 1 0,-1-2 0,0 1 0,0 0 1,0-1-1,-1 1 0,1-1 0,-1 0 0,-1 0 0,2-2 22,1-10-15,0-1-1,-1 0 0,-1 0 0,-1 0 0,-1-15 16,0 30 16,0 1-1,0-1 0,0 1 1,0-1-1,-1 1 1,1-1-1,-1 1 1,0-1-1,1 1 1,-1 0-1,0-1 0,-1 1 1,1 0-1,0 0 1,-1 0-1,1 0 1,-1 0-1,1 0 1,-1 0-1,0 1 1,0-1-1,-1 0-15,-1-1 15,0 1 0,0 1 0,0-1 0,0 0 0,0 1-1,-1 0 1,1 0 0,-1 0 0,1 1 0,-1 0 0,1-1 0,-2 2-15,-4-1 37,0-1 35,0 2 0,0-1 0,-6 2-72,12-1 18,1 0 0,-1 0 0,1 0-1,-1 0 1,1 1 0,0 0-1,0-1 1,0 1 0,0 0-1,0 1 1,-2 0-18,-1 3 47,1-1 0,-1 1-1,1 0 1,1 1 0,-1-1 0,1 1 0,0 0-1,0 0 1,1 0 0,0 0 0,0 1-47,0 4 71,0 0 0,0 0 1,1 1-1,1-1 0,0 1 1,1 6-72,0-16 8,0 1 1,0-1-1,1 0 1,-1 0-1,1 0 1,0 0-1,0 0 1,0 0-1,0 0 1,0 0-1,1 0 1,-1 0-1,1-1 1,0 1 0,0 0-1,0-1 1,0 0-1,0 1 1,1-1-1,-1 0 1,1 0-1,-1 0 1,1-1-1,0 1 1,0-1-1,0 1 1,0-1-1,0 0 1,0 0-1,0 0-8,10 2 30,1 0-1,0 0 1,-1-2-1,1 0 0,0 0 1,4-1-30,-16 0-3,1 0 0,0 0 0,-1-1 0,1 1 0,0-1 1,-1 1-1,1-1 0,-1 0 0,1 0 0,-1 0 0,0 0 0,1-1 0,-1 1 0,0-1 1,0 1-1,0-1 0,2-1 3,-1-1-15,0 1 0,-1-1 0,1 0 0,-1 1 0,0-1 0,0 0 0,0-1 0,0 1 0,-1 0 0,1-1 15,1-11-53,0 0 1,-1 0-1,0-1 1,-2 1 0,0-5 51,0 19 9,0-1 0,0 1 0,0-1 0,0 1 0,0 0-1,-1-1 1,1 1 0,-1 0 0,0 0 0,0-1 0,0 1-1,0 0 1,0 0 0,0 0 0,0 0 0,-1 0 0,1 0-1,-1 0-7,-1 0 23,0 0-1,0 0 0,1 0 1,-1 1-1,0-1 0,-1 1 0,1 0 1,0 0-1,0 0 0,0 1 1,-1-1-1,1 1 0,-1-1-22,-3 0 77,-1 0-1,0 1 0,1 0 1,-1 0-1,0 0 0,1 1 1,-8 2-77,12-3 13,0 1 0,1 0 0,-1 1 0,0-1 1,1 0-1,-1 1 0,1-1 0,0 1 0,0 0 0,-1 0 1,1 0-1,0 0 0,1 0 0,-1 0 0,0 1 0,1-1 1,-1 1-1,1-1 0,0 1 0,-1-1 0,1 1 0,0 2-13,-1 1 1,0-1-1,1 1 0,0 0 1,0 0-1,0 0 0,1 0 0,0 0 1,0 0-1,1 0 0,-1 0 0,1 0 1,0-1-1,1 1 0,0 1 0,-1-4-4,0 0 0,1 0 0,-1 0 1,1 0-1,0-1 0,0 1 0,-1-1 0,2 1 0,-1-1 0,0 0 0,0 0 0,1 0 0,-1 0 0,1 0 0,0 0 0,0-1 0,-1 1 0,1-1 0,0 0 0,0 0 0,0 0 0,1 0 1,-1 0-1,0-1 0,0 1 0,0-1 0,1 0 4,6 1-51,0-1 1,0 0-1,0 0 1,0-1-1,-1 0 1,7-2 50,-13 2-17,0 0 0,0 0 0,-1 0 0,1 0 0,0-1 0,-1 1 1,0-1-1,1 1 0,-1-1 0,0 0 0,0 0 0,0 0 0,0 0 0,0-1 1,0 1-1,0 0 0,-1-1 0,1 1 0,-1-1 0,0 0 0,0 1 0,0-1 0,0 0 1,0-1 16,0-2-33,1 0 1,-1 0-1,0 0 1,-1 0-1,1 0 1,-1 0-1,-1-6 33,1 10-8,-1-1 0,1 1-1,-1 0 1,0-1 0,1 1-1,-1 0 1,0 0 0,0 0-1,-1-1 1,1 1 0,0 1-1,-1-1 1,1 0 0,-1 0-1,0 0 1,1 1 0,-1-1-1,0 1 1,0-1 0,0 1-1,0 0 1,-1-1 8,-17-6-563,-1 1 1,-19-5 562,15 5-1200,-28-9-3457</inkml:trace>
  <inkml:trace contextRef="#ctx0" brushRef="#br0" timeOffset="7290.222">366 258 2897,'0'0'5816,"0"0"-2943,0 0-1464,0 0 87,0 0-54,-24-5-377,-76-18-373,94 21-574,1 1 0,-1-1-1,1 0 1,0 0-1,-4-3-117,-3-8 733,7 6-355,1 1-92,0 1-1,0-1 1,1 0-1,-1 0 1,2-1-1,-1 1 1,1-1-1,0 1 0,0-1 1,0-1-286,0-9 579,0 0 1,1-1-1,1-7-579,0 23 22,0 1-1,0-1 1,0 0-1,0 0 0,0 0 1,0 0-1,1 1 0,-1-1 1,1 0-1,-1 0 0,1 0 1,0 1-1,0-1 0,0 1 1,0-1-1,0 0 0,0 1 1,0-1-1,0 1 1,1 0-1,0-1-21,1 0 6,0 1-1,-1-1 1,1 1 0,1 0-1,-1 0 1,0 0 0,0 1-1,0-1 1,0 1 0,1-1-1,2 1-5,-1 0 1,0 0-1,-1 0 0,1 0 1,0 0-1,0 1 0,0-1 1,0 1-1,-1 1 0,1-1 1,0 1-1,1 0 0,-4 0-7,1 0 1,0-1-1,-1 1 0,0 1 0,0-1 1,1 0-1,-1 0 0,0 1 0,-1 0 1,1-1-1,0 1 0,-1 0 1,0 0-1,1-1 0,-1 1 0,0 0 1,0 0-1,-1 1 7,3 8-11,0 0-1,-1 0 1,-1 0 0,0 0 0,-1 0-1,0 1 1,-1-1 0,0 0 0,-1 0-1,-1 0 1,1 0 0,-2 0-1,0 0 1,0-1 0,-1 0 0,-1 0-1,1 0 1,-6 6 11,-2 1 11,-1-1 0,0 0 0,-1-2-1,-7 6-10,-68 53 73,27-24-50,59-47-20,2-2-2,1 1 0,-1-1 1,0 0-1,1 0 0,-1 1 0,0-1 0,1 1 0,0-1 0,-1 1 1,1 0-1,0 0 0,0-1 0,0 1 0,0 0 0,0 0 0,0 0 1,1 0-1,-1 0 0,0 0 0,1 0 0,0 1 0,0-1 0,-1 0 1,1 1-2,1-3 5,-1 0 1,0 1 0,0-1 0,0 0 0,0 1 0,0-1-1,0 0 1,1 0 0,-1 1 0,0-1 0,0 0 0,0 0 0,1 1-1,-1-1 1,0 0 0,0 0 0,1 1 0,-1-1 0,0 0-1,0 0 1,1 0 0,-1 0 0,0 0 0,1 1 0,-1-1 0,1 0-6,17 6 318,0-1 1,1-1 0,0 0-1,-1-1 1,18 0-319,104-2 93,-78-2-642,-25 1-2394,-34-2-2077,-3-2 2421,0 4 1308,0-8-7799</inkml:trace>
  <inkml:trace contextRef="#ctx0" brushRef="#br0" timeOffset="7624.938">463 383 3185,'0'0'1359,"0"0"3996,0 0-1020,0 0-2244,0 0-364,0 0-171,5 3-345,-4-3-1155,0 1 0,-1-1 0,1 1 0,0-1 0,0 1 1,0-1-1,0 1 0,-1 0 0,1 0 0,0-1 0,-1 1 0,1 0 0,0 0 0,-1 0 0,1-1 0,-1 1 0,0 0 0,1 0 1,-1 0-1,0 0 0,1 1-56,-4 22 1165,-1 3-373,3-23-652,0 11 373,0 0-1,1-1 1,1 8-513,0-18 59,-1 0-1,1 0 1,0 0 0,0 0-1,0-1 1,0 1 0,1 0-1,-1-1 1,1 1 0,0-1 0,0 1-1,1-1 1,-1 0 0,1 0-1,0 0-58,3 3 57,0-1-1,1 0 1,0 0 0,0-1-1,0 0 1,1 0-1,-1-1 1,1 0-1,0 0 1,7 1-57,-2-1 45,-1-1 1,0 0-1,1-1 0,-1-1 1,1 0-1,-1 0 0,1-2-45,-8 1 15,0 0 0,-1 0-1,1 0 1,-1-1 0,1 0-1,-1 0 1,0 0 0,1-1-1,-1 1 1,0-1 0,-1 0-1,1 0 1,-1 0 0,1-1 0,-1 1-1,0-1 1,0 0 0,0 0-1,-1 0 1,1 0 0,-1 0-1,0 0 1,0-1 0,0 0-15,1-3 61,-1-1 1,1 1-1,-1-1 1,-1 1-1,1-1 1,-1 0-1,-1 1 1,0-1-1,0 0 1,-1 1-1,0-1 1,0 0-1,-1-1-61,0 5 41,0 0-1,0 0 1,-1 1-1,1-1 1,-1 0-1,0 1 0,-1-1 1,1 1-1,-1 0 1,1 0-1,-1 1 1,0-1-1,-1 1 0,1 0 1,-1 0-1,1 0 1,-1 0-1,0 1 1,0 0-1,0 0 1,0 0-1,-2 0-40,-10-2-199,0 0 0,-1 1 0,1 0 0,-1 2 0,1 0 0,-1 1 199,-36 0-3300,6 0-3527</inkml:trace>
  <inkml:trace contextRef="#ctx0" brushRef="#br0" timeOffset="9498.835">1654 2363 1696,'0'0'1667,"0"0"2528,0 0-59,0 0-1758,0 0-669,0 0-106,7 1-270,1 1-910,22 1 2082,28-4 566,-25-1-2785,0 2 1,0 2-1,24 4-286,-102-3 61,25-4-96,-1-1-1,-16-4 36,-13-1-194,40 6 95,10 1-141,16 0-63,35 3 333,0 2 0,0 2 0,-1 3 0,22 7-30,-71-17-40,0 0-1,0 0 0,0 1 1,0-1-1,1 0 1,-1 1-1,0-1 0,0 1 1,0 0-1,0-1 1,0 1-1,0 0 0,0 0 41,-4 2-609,-9 0-466,-30 1-2771,-18-4-1166</inkml:trace>
  <inkml:trace contextRef="#ctx0" brushRef="#br0" timeOffset="10482.446">330 2263 3105,'0'0'8588,"0"0"-3541,0 0-2408,0 0-335,0 0-390,0 0-707,25-8-536,79-24-271,-97 30-356,0-1 0,-1 1 1,1-1-1,0 0 0,-1 0 0,0-1 1,0 0-1,0 0 0,0-1 0,0 1 0,-1-1 1,3-3-45,5-6 86,11-10-77,-1 0 0,14-21-9,-27 32-83,-1 0 1,0-1-1,-1 0 0,-1-1 0,0 1 1,3-12 82,-8 14-24,-2 9 215,0 5 592,-2 9-617,-1 1-1,-1-1 0,0 0 1,-3 6-166,-6 16 369,3-7-224,1 1-299,0-1-1,2 1 1,0 0-1,-1 21 155,8-45-654,0 0 0,-1 0 0,1-1 0,-1 1 1,0 0-1,0 0 0,-1 2 654,-7 8-6421,3-8-1509</inkml:trace>
  <inkml:trace contextRef="#ctx0" brushRef="#br0" timeOffset="10829.783">688 2232 3025,'0'0'7129,"0"0"-2106,0 0-2486,0 0-315,0 0-196,0 0-690,22-6-469,69-22-199,-85 27-592,-1-1-1,1 0 1,-1-1 0,0 1-1,0-1 1,0 0-1,0 0 1,-1-1-1,1 0 1,2-2-76,3-3 142,8-8-97,-1-1 0,-1-1 0,0-1 0,-1 0 1,-1 0-1,-1-2 0,3-9-45,-9 21-94,-7 10 87,0 0 0,0 0 0,0 0 0,0 0 0,0 0 0,0 0 0,0 0 0,0 0 1,0 0-1,0 0 0,0 0 0,0 0 0,0 0 0,0 0 0,0 0 0,0 0 0,0 0 0,0 0 0,0 0 0,0 0 0,0 0 0,0 0 1,0 0-1,0 0 0,0 0 0,0 0 0,0 0 0,0 0 0,0 0 0,0 0 0,0 0 0,0 0 0,0 0 0,0 0 0,0 0 1,0 0-1,0 0 0,0 0 0,0 0 0,1 0 0,-1 0 7,-6 20-268,2-10 701,-5 19-305,1-1 0,1 2 0,1-1 1,2 0-1,1 1 0,1 2-128,2 21-5931,0-37 278</inkml:trace>
  <inkml:trace contextRef="#ctx0" brushRef="#br0" timeOffset="11608.48">2045 2419 3737,'0'0'1456,"0"0"5418,0 0-3962,0 0-1135,0 0 263,0 0-376,0 0-1007,104 3-449,-88-3-208,2 0-497,3 3-959,-8 2-1000,3-2-3210</inkml:trace>
  <inkml:trace contextRef="#ctx0" brushRef="#br0" timeOffset="11941.112">2607 2433 2937,'0'0'4769,"0"0"224,0 0-2977,0 0 177,0 0 343,0 0-1256,0 0-887,105 6-273,-97-6-120,5 0-80,3 0-385,5 0-927,-3 0-1136,0 0-2578</inkml:trace>
  <inkml:trace contextRef="#ctx0" brushRef="#br0" timeOffset="12275.26">3141 2411 3529,'0'0'104,"0"0"5129,0 0-760,0 0-2385,0 0 33,0 0 135,0 0-1136,68 16-751,-57-16-369,-3 0-160,5 0-865,-3 0-847,-2 0-929,0 0-2344</inkml:trace>
  <inkml:trace contextRef="#ctx0" brushRef="#br0" timeOffset="12624.023">3558 2427 3081,'0'0'4961,"0"0"144,0 0-3201,0 0-207,0 0-129,0 0-608,0 0-544,117 3-184,-104-3-176,3 0-56,0 0-688,2 3-1008,-2-3-1353,-6 0-3184</inkml:trace>
  <inkml:trace contextRef="#ctx0" brushRef="#br0" timeOffset="12625.023">4058 2433 2961,'0'0'264,"0"0"2544,0 0 3410,0 0-4522,0 0 0,0 0-167,0 0-913,107 25-616,-94-25-56,0 6-600,8-6-905,-3 2-1647,-2-2-7411</inkml:trace>
  <inkml:trace contextRef="#ctx0" brushRef="#br0" timeOffset="12959.663">4657 2494 864,'0'0'9378,"0"0"-4369,0 0-3520,0 0 887,0 0-407,0 0-1225,0 0-744,136 3-216,-120-3-1121,5 3-999,-5 0-1593,-1 0-2944</inkml:trace>
  <inkml:trace contextRef="#ctx0" brushRef="#br0" timeOffset="12960.663">5283 2531 1376,'0'0'6322,"0"0"-401,0 0-4641,0 0-344,0 0 473,0 0-609,152 5-552,-137-5-248,-2 9-40,-2-9-496,-6 2-1041,0 1-1455,1-3-3994</inkml:trace>
  <inkml:trace contextRef="#ctx0" brushRef="#br0" timeOffset="13290.649">5990 2559 3993,'0'0'2504,"0"0"5866,0 0-6241,0 0-1033,0 0-280,0 0-640,0 0-176,144 2-472,-126-2-392,3 0-681,-3 0-1247,-2 0-2777</inkml:trace>
  <inkml:trace contextRef="#ctx0" brushRef="#br0" timeOffset="13626.794">6620 2514 2713,'0'0'168,"0"0"7105,0 0-5905,0 0-575,0 0 439,0 0-344,0 0-640,118 22-248,-92-13-128,-7-9-1192,2 2-1417</inkml:trace>
  <inkml:trace contextRef="#ctx0" brushRef="#br0" timeOffset="13627.794">7241 2525 3937,'0'0'688,"0"0"5713,0 0-2248,0 0-2512,0 0 279,133 25-784,-114-22-1136,-1 0-272,-5 2-960,8 1-985,-5-3-1767,-1 2-1898</inkml:trace>
  <inkml:trace contextRef="#ctx0" brushRef="#br0" timeOffset="13958.456">7835 2575 3185,'0'0'7441,"0"0"-3384,0 0-3257,0 0 281,0 0-121,0 0-552,0 0-408,134 12-584,-134-12-1633,0 0-2792</inkml:trace>
  <inkml:trace contextRef="#ctx0" brushRef="#br0" timeOffset="13959.456">8296 2634 5961,'0'0'2337,"0"0"5168,0 0-5800,0 0 47,0 0-1184,0 0-568,0 0-2984,71 17-4458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6T13:16:17.2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1 111 1664,'0'0'806,"0"0"-478,0 0-199,0 0-63,0 0-28,0 3 318,0-1-606,2 11 4715,-1-13-4193,-1 1 0,1-1 1,0 1-1,0-1 0,-1 1 0,1-1 0,0 0 0,0 1 1,0-1-1,0 0 0,-1 0 0,1 0 0,0 0 1,0 0-1,0 0 0,0 0 0,0 0 0,0 0-272,2 0 436,4 0 686,0 0-1,-1 0 0,1 1 1,4 1-1122,-8-1 109,-1 0 1,1 0-1,-1 0 1,1 0-1,-1 0 1,1 1 0,-1-1-1,0 1 1,1 0-1,-1 0 1,0 0-1,1 1-109,9 10 180,0 1 0,-1 0 0,-1 1-1,0 0 1,-1 1 0,-1 0 0,0 0-1,-1 1 1,1 6-180,-1-3 164,2 0 1,0-1-1,1 0 0,1 0 0,1-1 1,0 0-1,2-1 0,10 10-164,6 4 157,2-2 0,1-1-1,31 19-156,-21-16 26,3-2-1,19 9-25,171 76-267,-208-100 227,1-2-1,20 5 41,-13-5 19,15 9-19,109 51 32,-40-22-25,-75-32-5,117 39 9,-34-14 1,-1-1-13,6-5 1,105 35 7,-131-40-9,-21-8-2,-46-13-43,-1-3 0,2-1 1,26 1 46,53 8-108,-88-10 87,470 81-181,-394-72 228,71 8 84,-10-2 1156,0 7-1266,-75-12 28,-28-2 190,-39-8 50,-1 0-1,28 0-267,-23-2 133,-20-2-1086,-18-1-2961,-12-1-1114</inkml:trace>
  <inkml:trace contextRef="#ctx0" brushRef="#br0" timeOffset="1209.137">3817 97 3529,'0'0'1465,"0"0"4090,0 0-1047,0 0-2132,0 0 67,0 0-4,0-3-506,0-2-1146,0-3 5,0 0 0,1 0 0,0 0 0,0 0 0,2-4-792,-3 10-1,0 0 1,1 0-1,0 1 1,-1-1 0,1 0-1,0 1 1,0-1 0,0 0-1,0 1 1,0-1 0,0 1-1,1 0 1,-1-1 0,0 1-1,1 0 1,-1 0 0,1-1-1,-1 1 1,1 0 0,0 1-1,-1-1 1,1 0 0,0 0-1,0 1 1,0-1 0,-1 1-1,1 0 1,1-1 0,8 0-64,1 1 1,0 0 0,0 0-1,0 1 1,-1 1 0,1 0-1,0 0 1,7 4 63,-14-5-34,1 1 0,-1 1 0,0-1 0,0 1 1,0 0-1,0 0 0,0 1 0,-1-1 0,1 1 0,-1 0 1,0 0-1,0 0 0,0 1 0,-1-1 0,0 1 0,0 0 0,0 0 1,2 5 33,-3-6-28,-1 0 1,0 0 0,0 0 0,0 0 0,0 0 0,-1 0-1,1 0 1,-1 0 0,0 0 0,0 0 0,0 0 0,-1 0 0,0 0-1,1 0 1,-1 0 0,-1 0 0,1-1 0,0 1 0,-2 1 27,-1 2 7,0-1 0,0 0 1,-1 0-1,0 0 1,0 0-1,0-1 0,-1 0 1,0 0-1,-4 3-7,7-6 42,0 0-1,1 0 1,-1 0-1,0 1 1,1 0-1,0-1 1,-1 1-1,1 0 1,0 0-1,1 0 1,-1 0-1,-1 3-41,1 1-726,1-1 0,0 0 0,0 1-1,0-1 1,1 0 0,0 7 726,0-11-530,0 0 0,0 0 0,0 0 0,-1 0 0,1 0 0,-1 0 0,1 0 0,-1 0 0,0 0 0,1 0 0,-1 0 0,0 0 0,-1 1 530,-8 9-5420</inkml:trace>
  <inkml:trace contextRef="#ctx0" brushRef="#br0" timeOffset="1700.113">3912 714 1800,'0'0'1154,"0"0"1547,0 0 2654,0 0-1833,0 0-898,0 0 43,3 3-351,9 10-618,-9-10-404,-3-3-211,0 0-242,0 0-282,0 0-167,0 0-116,0 0-147,0 0-122,0 0-106,16-2-299,-16 2 507,1-1 0,-1 0 1,1 0-1,-1 0 0,0 1 0,0-1 0,0 0 0,1 0 0,-1 0 0,0 1 0,0-1 1,0 0-1,0 0 0,0 0 0,-1 0-109,1-3 330,-1 4-440,-22 0-3329,8 0-2208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E3A349-A1A7-4653-AFE8-CFD3095986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1877898-741C-4731-A7A9-BA0CC48919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C8105D-870C-4131-A15E-207E15594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DC6B3-6AFA-4650-86A0-C95640BCF05D}" type="datetimeFigureOut">
              <a:rPr lang="fr-FR" smtClean="0"/>
              <a:t>16/03/2023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92CE1C-463A-4ED1-AD98-6F688B736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222F21-5318-497F-9FDD-099867F36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21D9D-B60E-42EB-8DDD-07D0A568D9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020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5DE16E-EE92-45BD-B0B6-20179B424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21FC76-0BCA-4707-A21E-729A6F1FA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A15DD1-5D75-4FA5-9FF7-E336A54D0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DC6B3-6AFA-4650-86A0-C95640BCF05D}" type="datetimeFigureOut">
              <a:rPr lang="fr-FR" smtClean="0"/>
              <a:t>16/03/2023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047FFF-F119-42CD-BD7C-9ECC107F5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732C73-1B88-41CD-ACF2-A6A431453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21D9D-B60E-42EB-8DDD-07D0A568D9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1086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508C35-018B-4A98-A555-A41F06546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E654BA4-F74D-4C6F-9211-DFD339B3D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A92977-CE99-49F7-8624-B810B36AD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DC6B3-6AFA-4650-86A0-C95640BCF05D}" type="datetimeFigureOut">
              <a:rPr lang="fr-FR" smtClean="0"/>
              <a:t>16/03/2023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B1FE2B-5C92-4525-81AD-E5B81E880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842560-0CE8-4399-B8BD-E1FEC49C6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21D9D-B60E-42EB-8DDD-07D0A568D9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5036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A4843A-112D-4906-B2AE-3AF0BA57F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1AF310-8451-4B19-A18F-58F5B0F8B3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CCABD65-FF5A-4613-A82D-4445352185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E6CA18A-BED5-4E94-AAFD-E95F24AB1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DC6B3-6AFA-4650-86A0-C95640BCF05D}" type="datetimeFigureOut">
              <a:rPr lang="fr-FR" smtClean="0"/>
              <a:t>16/03/2023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CADE75C-0DC4-4106-9CD9-1520E2257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B1F68BE-758E-410B-BBFC-B728BF059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21D9D-B60E-42EB-8DDD-07D0A568D9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4607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F03866-50FF-4EF4-9E8B-CFE8D1E48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B1956E9-49EA-48D7-8078-BB67DF96C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48A5F9F-DBB8-4E31-A54B-09C17CB2F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544A23B-385B-4A90-9305-2EB40158CC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F8EAB92-8E84-4C86-B7F7-7D07398A69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23CEAB4-201D-4DF3-9195-07107707D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DC6B3-6AFA-4650-86A0-C95640BCF05D}" type="datetimeFigureOut">
              <a:rPr lang="fr-FR" smtClean="0"/>
              <a:t>16/03/2023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25A2E95-696D-40C0-85C1-9E4AB2A19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7E7FF43-6F11-4459-A6EE-52F829067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21D9D-B60E-42EB-8DDD-07D0A568D9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6298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C6D9B6-2ADE-475A-9436-6986BA6F0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ED5C147-27BC-40B9-9D5A-E9C706A17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DC6B3-6AFA-4650-86A0-C95640BCF05D}" type="datetimeFigureOut">
              <a:rPr lang="fr-FR" smtClean="0"/>
              <a:t>16/03/2023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093C45E-EBF7-451F-B461-7CE25D74E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38AFD7-5B93-45FF-9770-9DC5B5574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21D9D-B60E-42EB-8DDD-07D0A568D9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8477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BA21E59-FD65-4469-AF3C-E7A5D7F50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DC6B3-6AFA-4650-86A0-C95640BCF05D}" type="datetimeFigureOut">
              <a:rPr lang="fr-FR" smtClean="0"/>
              <a:t>16/03/2023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B080618-7748-459E-B348-7718FB3F3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0FF188-798A-47DF-8E4F-FB3CE9EF9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21D9D-B60E-42EB-8DDD-07D0A568D9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8352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877CCD-34B1-4362-B17D-476E22AE7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268235-665A-45E6-A013-2FF9D3CB6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BB9E6B8-6259-4313-AE10-3F8B44406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2861427-1994-4F14-8E14-44E3AA5B2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DC6B3-6AFA-4650-86A0-C95640BCF05D}" type="datetimeFigureOut">
              <a:rPr lang="fr-FR" smtClean="0"/>
              <a:t>16/03/2023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7C2D1CD-910F-4E09-943D-0A3CD08C2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00D2D81-B94C-459D-80FE-5FDCA184A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21D9D-B60E-42EB-8DDD-07D0A568D9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3354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4FD61A-9A20-4268-AE4D-F749CD6E8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76FABAB-70E8-4899-AA28-F97FB07543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F20C309-9392-46B3-B1F7-47E7F9C8A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75FB0D0-E8CD-4565-BFFA-E058FE266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DC6B3-6AFA-4650-86A0-C95640BCF05D}" type="datetimeFigureOut">
              <a:rPr lang="fr-FR" smtClean="0"/>
              <a:t>16/03/2023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9C79C8D-522C-409F-B080-014B892CA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354509-8FF7-4562-91C1-F28AA631D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21D9D-B60E-42EB-8DDD-07D0A568D9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7700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13E49E-35FD-4129-9384-AC26EE2B4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A3F28AF-6E92-4455-8C44-5D99E0816D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1B3241-02BF-49B8-8B54-B4970D96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DC6B3-6AFA-4650-86A0-C95640BCF05D}" type="datetimeFigureOut">
              <a:rPr lang="fr-FR" smtClean="0"/>
              <a:t>16/03/2023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8D58B3-F95D-40C8-B0BA-B1170124A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520896-CB5B-4610-A398-1FD1B04DE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21D9D-B60E-42EB-8DDD-07D0A568D9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9755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BA26143-C629-40CB-AFCF-A984A1C72F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C857CA6-C03A-48C4-8A3F-FC27EBA805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51A0ED-24C4-4803-B48B-E1C6E5C33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DC6B3-6AFA-4650-86A0-C95640BCF05D}" type="datetimeFigureOut">
              <a:rPr lang="fr-FR" smtClean="0"/>
              <a:t>16/03/2023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683F45-34FB-49CD-B717-99EFF8A05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4908B7-0488-4BEA-8952-8335E65D0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21D9D-B60E-42EB-8DDD-07D0A568D9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1021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3BFF6C5-88B0-46E4-A4AC-09FFC9D01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CF4E8D-FA8F-48CA-ACD3-CC412BACD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1FDEA6-59CC-45D5-9FFD-1DA7EFA993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DC6B3-6AFA-4650-86A0-C95640BCF05D}" type="datetimeFigureOut">
              <a:rPr lang="fr-FR" smtClean="0"/>
              <a:t>16/03/2023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2605EC-DAD2-4C45-8A11-0E89D71EFE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815FC2-B6AA-4656-8112-A4DCF19FEF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21D9D-B60E-42EB-8DDD-07D0A568D9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2424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9" Type="http://schemas.openxmlformats.org/officeDocument/2006/relationships/customXml" Target="../ink/ink19.xml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34" Type="http://schemas.openxmlformats.org/officeDocument/2006/relationships/image" Target="../media/image17.png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19.pn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37" Type="http://schemas.openxmlformats.org/officeDocument/2006/relationships/customXml" Target="../ink/ink18.xml"/><Relationship Id="rId40" Type="http://schemas.openxmlformats.org/officeDocument/2006/relationships/image" Target="../media/image20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36" Type="http://schemas.openxmlformats.org/officeDocument/2006/relationships/image" Target="../media/image18.png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3.xml"/><Relationship Id="rId30" Type="http://schemas.openxmlformats.org/officeDocument/2006/relationships/image" Target="../media/image15.png"/><Relationship Id="rId35" Type="http://schemas.openxmlformats.org/officeDocument/2006/relationships/customXml" Target="../ink/ink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636CC8-F0C0-4A34-824A-15FBF49949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CCF BLANC 1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0EBE695-9D83-4863-BE9D-65681EA293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Jeudi 16 Mars</a:t>
            </a:r>
          </a:p>
        </p:txBody>
      </p:sp>
    </p:spTree>
    <p:extLst>
      <p:ext uri="{BB962C8B-B14F-4D97-AF65-F5344CB8AC3E}">
        <p14:creationId xmlns:p14="http://schemas.microsoft.com/office/powerpoint/2010/main" val="1307473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28164F08-8000-4573-B20D-51BA13CD1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441" y="293877"/>
            <a:ext cx="11209524" cy="334467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8" name="Encre 17">
                <a:extLst>
                  <a:ext uri="{FF2B5EF4-FFF2-40B4-BE49-F238E27FC236}">
                    <a16:creationId xmlns:a16="http://schemas.microsoft.com/office/drawing/2014/main" id="{6E62B53F-B288-4473-9E3B-69D7EE5D8D62}"/>
                  </a:ext>
                </a:extLst>
              </p14:cNvPr>
              <p14:cNvContentPartPr/>
              <p14:nvPr/>
            </p14:nvContentPartPr>
            <p14:xfrm>
              <a:off x="348390" y="3695650"/>
              <a:ext cx="1592280" cy="557280"/>
            </p14:xfrm>
          </p:contentPart>
        </mc:Choice>
        <mc:Fallback>
          <p:pic>
            <p:nvPicPr>
              <p:cNvPr id="18" name="Encre 17">
                <a:extLst>
                  <a:ext uri="{FF2B5EF4-FFF2-40B4-BE49-F238E27FC236}">
                    <a16:creationId xmlns:a16="http://schemas.microsoft.com/office/drawing/2014/main" id="{6E62B53F-B288-4473-9E3B-69D7EE5D8D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9750" y="3686650"/>
                <a:ext cx="1609920" cy="57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1" name="Encre 20">
                <a:extLst>
                  <a:ext uri="{FF2B5EF4-FFF2-40B4-BE49-F238E27FC236}">
                    <a16:creationId xmlns:a16="http://schemas.microsoft.com/office/drawing/2014/main" id="{EF9106D5-A432-4850-BD2E-2DFEE19D2028}"/>
                  </a:ext>
                </a:extLst>
              </p14:cNvPr>
              <p14:cNvContentPartPr/>
              <p14:nvPr/>
            </p14:nvContentPartPr>
            <p14:xfrm>
              <a:off x="2190510" y="3840370"/>
              <a:ext cx="1074240" cy="379080"/>
            </p14:xfrm>
          </p:contentPart>
        </mc:Choice>
        <mc:Fallback>
          <p:pic>
            <p:nvPicPr>
              <p:cNvPr id="21" name="Encre 20">
                <a:extLst>
                  <a:ext uri="{FF2B5EF4-FFF2-40B4-BE49-F238E27FC236}">
                    <a16:creationId xmlns:a16="http://schemas.microsoft.com/office/drawing/2014/main" id="{EF9106D5-A432-4850-BD2E-2DFEE19D202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81510" y="3831370"/>
                <a:ext cx="109188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9" name="Encre 28">
                <a:extLst>
                  <a:ext uri="{FF2B5EF4-FFF2-40B4-BE49-F238E27FC236}">
                    <a16:creationId xmlns:a16="http://schemas.microsoft.com/office/drawing/2014/main" id="{E80FA6EC-5C07-41CF-B41A-1F189875D5CC}"/>
                  </a:ext>
                </a:extLst>
              </p14:cNvPr>
              <p14:cNvContentPartPr/>
              <p14:nvPr/>
            </p14:nvContentPartPr>
            <p14:xfrm>
              <a:off x="5295870" y="4044850"/>
              <a:ext cx="92880" cy="84960"/>
            </p14:xfrm>
          </p:contentPart>
        </mc:Choice>
        <mc:Fallback>
          <p:pic>
            <p:nvPicPr>
              <p:cNvPr id="29" name="Encre 28">
                <a:extLst>
                  <a:ext uri="{FF2B5EF4-FFF2-40B4-BE49-F238E27FC236}">
                    <a16:creationId xmlns:a16="http://schemas.microsoft.com/office/drawing/2014/main" id="{E80FA6EC-5C07-41CF-B41A-1F189875D5C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87230" y="4036210"/>
                <a:ext cx="11052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0" name="Encre 29">
                <a:extLst>
                  <a:ext uri="{FF2B5EF4-FFF2-40B4-BE49-F238E27FC236}">
                    <a16:creationId xmlns:a16="http://schemas.microsoft.com/office/drawing/2014/main" id="{8C7F7688-6C56-46C8-A442-516DD1F2A933}"/>
                  </a:ext>
                </a:extLst>
              </p14:cNvPr>
              <p14:cNvContentPartPr/>
              <p14:nvPr/>
            </p14:nvContentPartPr>
            <p14:xfrm>
              <a:off x="5281110" y="3928570"/>
              <a:ext cx="360" cy="360"/>
            </p14:xfrm>
          </p:contentPart>
        </mc:Choice>
        <mc:Fallback>
          <p:pic>
            <p:nvPicPr>
              <p:cNvPr id="30" name="Encre 29">
                <a:extLst>
                  <a:ext uri="{FF2B5EF4-FFF2-40B4-BE49-F238E27FC236}">
                    <a16:creationId xmlns:a16="http://schemas.microsoft.com/office/drawing/2014/main" id="{8C7F7688-6C56-46C8-A442-516DD1F2A93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72110" y="391993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6" name="Encre 45">
                <a:extLst>
                  <a:ext uri="{FF2B5EF4-FFF2-40B4-BE49-F238E27FC236}">
                    <a16:creationId xmlns:a16="http://schemas.microsoft.com/office/drawing/2014/main" id="{89819DF3-523D-40A3-A6B7-C06A0AE47A7C}"/>
                  </a:ext>
                </a:extLst>
              </p14:cNvPr>
              <p14:cNvContentPartPr/>
              <p14:nvPr/>
            </p14:nvContentPartPr>
            <p14:xfrm>
              <a:off x="8109270" y="3756130"/>
              <a:ext cx="1297080" cy="558000"/>
            </p14:xfrm>
          </p:contentPart>
        </mc:Choice>
        <mc:Fallback>
          <p:pic>
            <p:nvPicPr>
              <p:cNvPr id="46" name="Encre 45">
                <a:extLst>
                  <a:ext uri="{FF2B5EF4-FFF2-40B4-BE49-F238E27FC236}">
                    <a16:creationId xmlns:a16="http://schemas.microsoft.com/office/drawing/2014/main" id="{89819DF3-523D-40A3-A6B7-C06A0AE47A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100270" y="3747484"/>
                <a:ext cx="1314720" cy="5756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47" name="Encre 46">
                <a:extLst>
                  <a:ext uri="{FF2B5EF4-FFF2-40B4-BE49-F238E27FC236}">
                    <a16:creationId xmlns:a16="http://schemas.microsoft.com/office/drawing/2014/main" id="{F02D249C-1BE1-4008-A44E-ADC353514AB9}"/>
                  </a:ext>
                </a:extLst>
              </p14:cNvPr>
              <p14:cNvContentPartPr/>
              <p14:nvPr/>
            </p14:nvContentPartPr>
            <p14:xfrm>
              <a:off x="5673870" y="3727690"/>
              <a:ext cx="2188800" cy="541440"/>
            </p14:xfrm>
          </p:contentPart>
        </mc:Choice>
        <mc:Fallback>
          <p:pic>
            <p:nvPicPr>
              <p:cNvPr id="47" name="Encre 46">
                <a:extLst>
                  <a:ext uri="{FF2B5EF4-FFF2-40B4-BE49-F238E27FC236}">
                    <a16:creationId xmlns:a16="http://schemas.microsoft.com/office/drawing/2014/main" id="{F02D249C-1BE1-4008-A44E-ADC353514AB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665230" y="3718690"/>
                <a:ext cx="2206440" cy="55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48" name="Encre 47">
                <a:extLst>
                  <a:ext uri="{FF2B5EF4-FFF2-40B4-BE49-F238E27FC236}">
                    <a16:creationId xmlns:a16="http://schemas.microsoft.com/office/drawing/2014/main" id="{D1BD7183-B0A5-4A2C-AF29-6C6F647803B5}"/>
                  </a:ext>
                </a:extLst>
              </p14:cNvPr>
              <p14:cNvContentPartPr/>
              <p14:nvPr/>
            </p14:nvContentPartPr>
            <p14:xfrm>
              <a:off x="195750" y="4059610"/>
              <a:ext cx="30600" cy="16200"/>
            </p14:xfrm>
          </p:contentPart>
        </mc:Choice>
        <mc:Fallback>
          <p:pic>
            <p:nvPicPr>
              <p:cNvPr id="48" name="Encre 47">
                <a:extLst>
                  <a:ext uri="{FF2B5EF4-FFF2-40B4-BE49-F238E27FC236}">
                    <a16:creationId xmlns:a16="http://schemas.microsoft.com/office/drawing/2014/main" id="{D1BD7183-B0A5-4A2C-AF29-6C6F647803B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87110" y="4050610"/>
                <a:ext cx="4824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49" name="Encre 48">
                <a:extLst>
                  <a:ext uri="{FF2B5EF4-FFF2-40B4-BE49-F238E27FC236}">
                    <a16:creationId xmlns:a16="http://schemas.microsoft.com/office/drawing/2014/main" id="{FA3DC843-8D5F-467A-8334-74BC776B544B}"/>
                  </a:ext>
                </a:extLst>
              </p14:cNvPr>
              <p14:cNvContentPartPr/>
              <p14:nvPr/>
            </p14:nvContentPartPr>
            <p14:xfrm>
              <a:off x="263430" y="4500610"/>
              <a:ext cx="16560" cy="26640"/>
            </p14:xfrm>
          </p:contentPart>
        </mc:Choice>
        <mc:Fallback>
          <p:pic>
            <p:nvPicPr>
              <p:cNvPr id="49" name="Encre 48">
                <a:extLst>
                  <a:ext uri="{FF2B5EF4-FFF2-40B4-BE49-F238E27FC236}">
                    <a16:creationId xmlns:a16="http://schemas.microsoft.com/office/drawing/2014/main" id="{FA3DC843-8D5F-467A-8334-74BC776B544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54790" y="4491610"/>
                <a:ext cx="3420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67" name="Encre 66">
                <a:extLst>
                  <a:ext uri="{FF2B5EF4-FFF2-40B4-BE49-F238E27FC236}">
                    <a16:creationId xmlns:a16="http://schemas.microsoft.com/office/drawing/2014/main" id="{D1B5879C-5B8D-4C39-9C20-1E7C13849BC9}"/>
                  </a:ext>
                </a:extLst>
              </p14:cNvPr>
              <p14:cNvContentPartPr/>
              <p14:nvPr/>
            </p14:nvContentPartPr>
            <p14:xfrm>
              <a:off x="586710" y="4292530"/>
              <a:ext cx="2662920" cy="709920"/>
            </p14:xfrm>
          </p:contentPart>
        </mc:Choice>
        <mc:Fallback>
          <p:pic>
            <p:nvPicPr>
              <p:cNvPr id="67" name="Encre 66">
                <a:extLst>
                  <a:ext uri="{FF2B5EF4-FFF2-40B4-BE49-F238E27FC236}">
                    <a16:creationId xmlns:a16="http://schemas.microsoft.com/office/drawing/2014/main" id="{D1B5879C-5B8D-4C39-9C20-1E7C13849BC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78070" y="4283890"/>
                <a:ext cx="2680560" cy="72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70" name="Encre 69">
                <a:extLst>
                  <a:ext uri="{FF2B5EF4-FFF2-40B4-BE49-F238E27FC236}">
                    <a16:creationId xmlns:a16="http://schemas.microsoft.com/office/drawing/2014/main" id="{77D18E06-86D6-4BB2-93AB-92642809CFF6}"/>
                  </a:ext>
                </a:extLst>
              </p14:cNvPr>
              <p14:cNvContentPartPr/>
              <p14:nvPr/>
            </p14:nvContentPartPr>
            <p14:xfrm>
              <a:off x="3496950" y="3786010"/>
              <a:ext cx="1483560" cy="1033920"/>
            </p14:xfrm>
          </p:contentPart>
        </mc:Choice>
        <mc:Fallback>
          <p:pic>
            <p:nvPicPr>
              <p:cNvPr id="70" name="Encre 69">
                <a:extLst>
                  <a:ext uri="{FF2B5EF4-FFF2-40B4-BE49-F238E27FC236}">
                    <a16:creationId xmlns:a16="http://schemas.microsoft.com/office/drawing/2014/main" id="{77D18E06-86D6-4BB2-93AB-92642809CFF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487952" y="3777007"/>
                <a:ext cx="1501196" cy="10515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80" name="Encre 79">
                <a:extLst>
                  <a:ext uri="{FF2B5EF4-FFF2-40B4-BE49-F238E27FC236}">
                    <a16:creationId xmlns:a16="http://schemas.microsoft.com/office/drawing/2014/main" id="{5ABA4E69-3A5E-4F8F-B9EC-4B58B12045F2}"/>
                  </a:ext>
                </a:extLst>
              </p14:cNvPr>
              <p14:cNvContentPartPr/>
              <p14:nvPr/>
            </p14:nvContentPartPr>
            <p14:xfrm>
              <a:off x="288270" y="4871410"/>
              <a:ext cx="2735640" cy="558720"/>
            </p14:xfrm>
          </p:contentPart>
        </mc:Choice>
        <mc:Fallback>
          <p:pic>
            <p:nvPicPr>
              <p:cNvPr id="80" name="Encre 79">
                <a:extLst>
                  <a:ext uri="{FF2B5EF4-FFF2-40B4-BE49-F238E27FC236}">
                    <a16:creationId xmlns:a16="http://schemas.microsoft.com/office/drawing/2014/main" id="{5ABA4E69-3A5E-4F8F-B9EC-4B58B12045F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79270" y="4862764"/>
                <a:ext cx="2753280" cy="5763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86" name="Encre 85">
                <a:extLst>
                  <a:ext uri="{FF2B5EF4-FFF2-40B4-BE49-F238E27FC236}">
                    <a16:creationId xmlns:a16="http://schemas.microsoft.com/office/drawing/2014/main" id="{43741BD1-8423-416B-9892-32DD754E681B}"/>
                  </a:ext>
                </a:extLst>
              </p14:cNvPr>
              <p14:cNvContentPartPr/>
              <p14:nvPr/>
            </p14:nvContentPartPr>
            <p14:xfrm>
              <a:off x="3919230" y="5116570"/>
              <a:ext cx="1147320" cy="281520"/>
            </p14:xfrm>
          </p:contentPart>
        </mc:Choice>
        <mc:Fallback>
          <p:pic>
            <p:nvPicPr>
              <p:cNvPr id="86" name="Encre 85">
                <a:extLst>
                  <a:ext uri="{FF2B5EF4-FFF2-40B4-BE49-F238E27FC236}">
                    <a16:creationId xmlns:a16="http://schemas.microsoft.com/office/drawing/2014/main" id="{43741BD1-8423-416B-9892-32DD754E681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910230" y="5107570"/>
                <a:ext cx="116496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87" name="Encre 86">
                <a:extLst>
                  <a:ext uri="{FF2B5EF4-FFF2-40B4-BE49-F238E27FC236}">
                    <a16:creationId xmlns:a16="http://schemas.microsoft.com/office/drawing/2014/main" id="{207C3850-44C8-4E6F-913E-8E33650C855B}"/>
                  </a:ext>
                </a:extLst>
              </p14:cNvPr>
              <p14:cNvContentPartPr/>
              <p14:nvPr/>
            </p14:nvContentPartPr>
            <p14:xfrm>
              <a:off x="3338550" y="5215210"/>
              <a:ext cx="279360" cy="137160"/>
            </p14:xfrm>
          </p:contentPart>
        </mc:Choice>
        <mc:Fallback>
          <p:pic>
            <p:nvPicPr>
              <p:cNvPr id="87" name="Encre 86">
                <a:extLst>
                  <a:ext uri="{FF2B5EF4-FFF2-40B4-BE49-F238E27FC236}">
                    <a16:creationId xmlns:a16="http://schemas.microsoft.com/office/drawing/2014/main" id="{207C3850-44C8-4E6F-913E-8E33650C855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329910" y="5206570"/>
                <a:ext cx="29700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88" name="Encre 87">
                <a:extLst>
                  <a:ext uri="{FF2B5EF4-FFF2-40B4-BE49-F238E27FC236}">
                    <a16:creationId xmlns:a16="http://schemas.microsoft.com/office/drawing/2014/main" id="{3F57D1A4-E1A9-4367-9AA0-4A1ED29247D4}"/>
                  </a:ext>
                </a:extLst>
              </p14:cNvPr>
              <p14:cNvContentPartPr/>
              <p14:nvPr/>
            </p14:nvContentPartPr>
            <p14:xfrm>
              <a:off x="5432670" y="5322850"/>
              <a:ext cx="35280" cy="5400"/>
            </p14:xfrm>
          </p:contentPart>
        </mc:Choice>
        <mc:Fallback>
          <p:pic>
            <p:nvPicPr>
              <p:cNvPr id="88" name="Encre 87">
                <a:extLst>
                  <a:ext uri="{FF2B5EF4-FFF2-40B4-BE49-F238E27FC236}">
                    <a16:creationId xmlns:a16="http://schemas.microsoft.com/office/drawing/2014/main" id="{3F57D1A4-E1A9-4367-9AA0-4A1ED29247D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424030" y="5314210"/>
                <a:ext cx="5292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97" name="Encre 96">
                <a:extLst>
                  <a:ext uri="{FF2B5EF4-FFF2-40B4-BE49-F238E27FC236}">
                    <a16:creationId xmlns:a16="http://schemas.microsoft.com/office/drawing/2014/main" id="{5A9771B3-41A5-4356-83CC-BA6FA33924E2}"/>
                  </a:ext>
                </a:extLst>
              </p14:cNvPr>
              <p14:cNvContentPartPr/>
              <p14:nvPr/>
            </p14:nvContentPartPr>
            <p14:xfrm>
              <a:off x="7299630" y="5027290"/>
              <a:ext cx="163440" cy="368640"/>
            </p14:xfrm>
          </p:contentPart>
        </mc:Choice>
        <mc:Fallback>
          <p:pic>
            <p:nvPicPr>
              <p:cNvPr id="97" name="Encre 96">
                <a:extLst>
                  <a:ext uri="{FF2B5EF4-FFF2-40B4-BE49-F238E27FC236}">
                    <a16:creationId xmlns:a16="http://schemas.microsoft.com/office/drawing/2014/main" id="{5A9771B3-41A5-4356-83CC-BA6FA33924E2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290990" y="5018650"/>
                <a:ext cx="18108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98" name="Encre 97">
                <a:extLst>
                  <a:ext uri="{FF2B5EF4-FFF2-40B4-BE49-F238E27FC236}">
                    <a16:creationId xmlns:a16="http://schemas.microsoft.com/office/drawing/2014/main" id="{E698397F-DFF7-4B8D-B7F9-0D99061CCC2D}"/>
                  </a:ext>
                </a:extLst>
              </p14:cNvPr>
              <p14:cNvContentPartPr/>
              <p14:nvPr/>
            </p14:nvContentPartPr>
            <p14:xfrm>
              <a:off x="6885990" y="5082730"/>
              <a:ext cx="121680" cy="452520"/>
            </p14:xfrm>
          </p:contentPart>
        </mc:Choice>
        <mc:Fallback>
          <p:pic>
            <p:nvPicPr>
              <p:cNvPr id="98" name="Encre 97">
                <a:extLst>
                  <a:ext uri="{FF2B5EF4-FFF2-40B4-BE49-F238E27FC236}">
                    <a16:creationId xmlns:a16="http://schemas.microsoft.com/office/drawing/2014/main" id="{E698397F-DFF7-4B8D-B7F9-0D99061CCC2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876990" y="5074090"/>
                <a:ext cx="139320" cy="47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99" name="Encre 98">
                <a:extLst>
                  <a:ext uri="{FF2B5EF4-FFF2-40B4-BE49-F238E27FC236}">
                    <a16:creationId xmlns:a16="http://schemas.microsoft.com/office/drawing/2014/main" id="{4616A7D7-A908-44A6-B2D8-710DE2806F68}"/>
                  </a:ext>
                </a:extLst>
              </p14:cNvPr>
              <p14:cNvContentPartPr/>
              <p14:nvPr/>
            </p14:nvContentPartPr>
            <p14:xfrm>
              <a:off x="5832630" y="5101810"/>
              <a:ext cx="666360" cy="329760"/>
            </p14:xfrm>
          </p:contentPart>
        </mc:Choice>
        <mc:Fallback>
          <p:pic>
            <p:nvPicPr>
              <p:cNvPr id="99" name="Encre 98">
                <a:extLst>
                  <a:ext uri="{FF2B5EF4-FFF2-40B4-BE49-F238E27FC236}">
                    <a16:creationId xmlns:a16="http://schemas.microsoft.com/office/drawing/2014/main" id="{4616A7D7-A908-44A6-B2D8-710DE2806F68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823630" y="5093179"/>
                <a:ext cx="684000" cy="3473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125" name="Encre 124">
                <a:extLst>
                  <a:ext uri="{FF2B5EF4-FFF2-40B4-BE49-F238E27FC236}">
                    <a16:creationId xmlns:a16="http://schemas.microsoft.com/office/drawing/2014/main" id="{7FE1F7A0-9E71-4E4B-B0B9-F090C4AEDCBE}"/>
                  </a:ext>
                </a:extLst>
              </p14:cNvPr>
              <p14:cNvContentPartPr/>
              <p14:nvPr/>
            </p14:nvContentPartPr>
            <p14:xfrm>
              <a:off x="8082990" y="4518610"/>
              <a:ext cx="3218400" cy="1617480"/>
            </p14:xfrm>
          </p:contentPart>
        </mc:Choice>
        <mc:Fallback>
          <p:pic>
            <p:nvPicPr>
              <p:cNvPr id="125" name="Encre 124">
                <a:extLst>
                  <a:ext uri="{FF2B5EF4-FFF2-40B4-BE49-F238E27FC236}">
                    <a16:creationId xmlns:a16="http://schemas.microsoft.com/office/drawing/2014/main" id="{7FE1F7A0-9E71-4E4B-B0B9-F090C4AEDCB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073990" y="4509970"/>
                <a:ext cx="3236040" cy="163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129" name="Encre 128">
                <a:extLst>
                  <a:ext uri="{FF2B5EF4-FFF2-40B4-BE49-F238E27FC236}">
                    <a16:creationId xmlns:a16="http://schemas.microsoft.com/office/drawing/2014/main" id="{43AA00EA-E1E2-4019-AF5D-E9279E428725}"/>
                  </a:ext>
                </a:extLst>
              </p14:cNvPr>
              <p14:cNvContentPartPr/>
              <p14:nvPr/>
            </p14:nvContentPartPr>
            <p14:xfrm>
              <a:off x="8835750" y="4803730"/>
              <a:ext cx="1482480" cy="592920"/>
            </p14:xfrm>
          </p:contentPart>
        </mc:Choice>
        <mc:Fallback>
          <p:pic>
            <p:nvPicPr>
              <p:cNvPr id="129" name="Encre 128">
                <a:extLst>
                  <a:ext uri="{FF2B5EF4-FFF2-40B4-BE49-F238E27FC236}">
                    <a16:creationId xmlns:a16="http://schemas.microsoft.com/office/drawing/2014/main" id="{43AA00EA-E1E2-4019-AF5D-E9279E42872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827110" y="4795090"/>
                <a:ext cx="1500120" cy="61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9497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9A0E3960-A420-4AB3-A091-4ECE1F3A2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304" y="490740"/>
            <a:ext cx="10921243" cy="209371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FF481B4A-4F60-43D9-AB29-3719AB3A8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76" y="2584451"/>
            <a:ext cx="7816147" cy="365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996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06B109E4-1412-4042-8CAB-549CAA204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67" y="384612"/>
            <a:ext cx="7901288" cy="1577538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974BBBE4-F4D2-4352-ADBC-62CA0DF72F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9500"/>
          <a:stretch/>
        </p:blipFill>
        <p:spPr>
          <a:xfrm>
            <a:off x="516154" y="2114084"/>
            <a:ext cx="4069273" cy="62911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1FDA088A-68F6-4604-B975-A8E7337D9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0787" y="1672977"/>
            <a:ext cx="3283616" cy="1222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139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3DDE223B-1998-43B8-AE6C-45F3166DD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96" y="243104"/>
            <a:ext cx="7125494" cy="97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625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9DC4F822-591F-462F-839E-C642211E6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41" y="349230"/>
            <a:ext cx="10466856" cy="160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174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8CC80858-68F9-44F0-89E4-E720958E7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91" y="297500"/>
            <a:ext cx="10780609" cy="3660161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E369FEE-3B38-47D8-8267-CDBA93C8D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05" y="5359392"/>
            <a:ext cx="10691368" cy="69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933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DDA1F5E9-C866-47B9-BA87-C34C61E3F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60" y="316529"/>
            <a:ext cx="10724334" cy="540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868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8EF823DF-9FE5-491F-AB81-0B31AD4B8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05" y="281174"/>
            <a:ext cx="10763040" cy="346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245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64F4F374-E9C4-4BED-8D10-DB70076CB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97" y="215866"/>
            <a:ext cx="11136607" cy="29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960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4534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6753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279628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</Words>
  <Application>Microsoft Office PowerPoint</Application>
  <PresentationFormat>Grand écran</PresentationFormat>
  <Paragraphs>2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Thème Office</vt:lpstr>
      <vt:lpstr>CCF BLANC 1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CCF BLANC 1</dc:title>
  <dc:creator>R ICART</dc:creator>
  <cp:lastModifiedBy>R ICART</cp:lastModifiedBy>
  <cp:revision>5</cp:revision>
  <dcterms:created xsi:type="dcterms:W3CDTF">2023-03-16T13:06:37Z</dcterms:created>
  <dcterms:modified xsi:type="dcterms:W3CDTF">2023-03-16T13:52:14Z</dcterms:modified>
</cp:coreProperties>
</file>