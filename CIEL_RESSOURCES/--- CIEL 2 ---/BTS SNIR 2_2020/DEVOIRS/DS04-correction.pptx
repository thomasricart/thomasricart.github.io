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 autoAdjust="0"/>
    <p:restoredTop sz="94660"/>
  </p:normalViewPr>
  <p:slideViewPr>
    <p:cSldViewPr snapToGrid="0">
      <p:cViewPr varScale="1">
        <p:scale>
          <a:sx n="70" d="100"/>
          <a:sy n="70" d="100"/>
        </p:scale>
        <p:origin x="69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6:30.3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1925 6 72,'0'0'6497,"0"0"-2202,0 0-2399,0 0-720,-3-1-41,1 0-1119,1 1 104,1-1-1,-1 1 1,0-1 0,0 1 0,0 0 0,1 0-1,-1-1 1,0 1 0,0 0 0,0 0 0,1 0-1,-1 0 1,0 0 0,0 0 0,0 0 0,0 0-1,0 0 1,1 0 0,-1 1 0,0-1 0,0 0-1,0 1 1,1-1 0,-1 0 0,0 1 0,1-1-1,-1 1 1,0-1 0,1 1 0,-1-1 0,0 1-1,1 0 1,-1-1 0,1 1-120,-20 22 1659,-2-1-1,0-1 1,-18 13-1659,5-4 671,-188 151 1192,38-32-1099,-350 336 839,442-397-1433,-114 113 216,12 10-110,96-95-204,-56 68 28,118-135-88,31-45-74,-2 4-365,3 0-7,4-7 312,1-1 0,-1 1-1,1-1 1,-1 1 0,1-1-1,-1 1 1,1-1 0,0 1 0,-1 0-1,1-1 1,0 1 0,0 0 0,-1-1-1,1 1 1,0 0 0,0 0 0,0-1-1,0 1 1,0 0 122,0-1-879,2 0 459,1 0 0,-1 0-1,0-1 1,1 1 0,-1-1 0,0 1-1,1-1 1,-1 0 0,0 0 0,0 0-1,0 0 1,0 0 0,0-1 0,0 1-1,0-1 1,0 0 420,28-25-7946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6:35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2198 812 1096,'0'0'1449,"0"0"2590,0 0-1273,0 0-982,0 0-285,-3-2-213,-6-6-387,8 7-649,0 0 0,-1 1 0,1-1 0,0 0 1,0 1-1,-1-1 0,1 1 0,0-1 0,-1 1 0,1 0 0,0-1 1,-1 1-1,1 0 0,0 0 0,-1 0 0,1 0 0,-1 0 0,1 0 1,0 1-1,-1-1 0,1 0 0,0 1 0,-1-1 0,1 1-250,-4 1 165,1 0-1,0 0 0,0 0 1,0 1-1,0 0 0,0 0-164,-117 96 2087,72-55-1579,-366 336 1180,55-18-862,195-171-510,60-67-130,85-104-123,-1-1 0,0 0 0,-2-2 0,-13 8-63,0 1 41,-10 11-41,-4 6 26,-108 96 140,118-101-142,2 1 0,1 2-1,2 2 1,-20 33-24,38-51 14,-1-1 1,-2-1-1,-17 16-14,14-15 5,19-18-34,6-4-115,13-7-36,2-5 173,-1-1 0,0-1 0,11-11 7,9-6 6,155-130-125,114-125 119,-304 283 1,387-360-471,-286 283 416,12-2 54,-13 10-158,20-24 158,-50 34-85,-3-3 0,41-51 85,-33 32-151,58-46 151,-52 51-55,45-53 69,-102 94 149,-24 36-136,-1 0-6,0 0-65,-11 0-65,5 0 107,1 1 1,0 0 0,0 0 0,0 0 0,0 1-1,0-1 1,0 1 0,0 0 0,-4 3 1,-44 29-11,29-18 9,-94 64 126,4 5 0,3 5 0,-40 46-124,-167 191 354,12 14-85,191-212-253,-147 146 36,217-233 0,-3-1 0,-21 11-52,66-51-2,2-1-20,1 0-41,0 0-13,1 0 61,-1 0 0,1 0-1,0 0 1,-1 0 0,1 0 0,-1 0 0,1 0 0,0 0 0,-1 0-1,1 0 1,-1 0 0,1-1 0,-1 1 0,1 0 0,-1-1 0,1 1 0,0 0 14,12-9-47,0 1-1,-1-2 0,0 0 1,10-11 48,11-8-24,613-544-1103,37-48 580,-599 545 431,4-3 17,8-1 99,-90 75 10,-6 4-6,1 1 0,-1-1 0,1 1 0,-1-1 0,1 1-1,-1-1 1,1 1 0,-1-1 0,1 1 0,-1 0 0,1-1 0,0 1 0,-1 0 0,1 0 0,0-1 0,-1 1-1,1 0 1,0 0-4,-1 0 15,0 0 25,0 0-17,-1 0-65,-3 0 49,0 0-1,0 1 0,0 0 0,0 0 1,0 0-1,0 0 0,1 0 0,-1 1 1,0-1-1,0 1-6,-35 24 56,22-14-17,-35 24 44,-422 300 276,312-211-140,-121 124-219,51-19 418,-93 130-418,212-222-1473,78-100-1347,10-17-3124,6-10-5920</inkml:trace>
  <inkml:trace contextRef="#ctx0" brushRef="#br0" timeOffset="1241.089">901 3134 680,'0'0'9974,"0"0"-5001,0 0-2336,0 0-114,0 0-592,0 0-711,13-9-405,0 1-627,74-53 983,-39 23-783,-2-1 0,-2-2 0,-1-3 0,2-6-388,-16 14-42,-1-1 1,-2-2-1,-2 0 1,-1-2 0,11-28 41,-9 8-113,-3 0 0,2-17 113,-13 36-10,-2-1 0,-2 0-1,2-37 11,-6 19 1257,-4 144 498,-10 56-1755,-12 62 2555,4 165-2555,19 0-2574,0-366 452,0 0-360,1-1-954,1-7-2674</inkml:trace>
  <inkml:trace contextRef="#ctx0" brushRef="#br0" timeOffset="1992.546">1882 2777 1216,'0'0'8787,"0"0"-4968,0 0-1552,0 0-237,0 0-494,0 0-673,-16-17-334,-53-59 46,62 68-454,0-1 0,1 0 0,0 0 0,0 0 0,1 0 1,1-1-1,-1 0 0,1 0 0,1 0 0,0-1 0,0 0-121,-1-6 119,-2-11 163,1 0 0,1 0 0,2 0 0,1-1 0,1-13-282,1 34 14,-1 0 1,1 0-1,0 0 1,1 0-1,0 0 1,0 0-1,1 0 1,0 1-1,0-1 1,0 1-1,1 0 1,1 0 0,-1 0-1,1 0 1,0 1-1,0 0 1,1 0-1,0 0 1,0 1-1,1-1-14,0 1 1,0 0 0,1 0 0,-1 0 0,1 1 0,0 0 0,0 1 0,1 0 0,-1 0-1,0 0 1,8 0-1,5 0 28,-1 1 0,0 1 0,1 1-1,2 1-27,-19-1 1,0 0-1,0 1 1,1 0-1,-1 0 1,0 0-1,0 0 1,0 0 0,0 1-1,-1 0 1,1 0-1,0 0 1,-1 0-1,1 1 1,-1-1-1,2 3-1,0-1 0,-1 1 1,0 0-1,0 0 0,0 0 1,0 0-1,-1 1 0,2 5 1,2 3 2,-2 1 0,0 0 0,-1 1 0,0-1 0,-1 1 0,-1 0 0,0 4-2,0 37 148,-2 1-148,0-19 70,-1-15-21,-1 0 0,-1-1-1,-1 0 1,0 1 0,-2-2 0,-1 1 0,-1-1 0,-1 0 0,-4 8-49,-23 37 259,-2-1 0,-37 47-259,37-56 146,25-38-90,1 1 1,-8 19-57,17-32 22,0 0 1,0 0-1,1 0 1,0 1 0,0-1-1,1 1 1,0-1-1,1 1 1,-1 0 0,2 5-23,-1-11 25,1 0-1,-1 0 1,1-1 0,0 1 0,0 0 0,0-1 0,0 1 0,0-1-1,0 1 1,1-1 0,-1 0 0,0 1 0,1-1 0,-1 0 0,1 0-1,-1 0 1,1 0 0,-1 0 0,1 0 0,0-1 0,0 1 0,-1 0 0,1-1-1,1 1-24,9 2 255,1 0 0,-1 0 0,4-1-255,-14-2 34,55 6 718,1-4 0,41-3-752,-26 0 112,-41 2-238,7-1-374,0 0 0,1-3 0,-1-1 0,14-5 500,-53 9-99,1 0 1,-1 0-1,1 0 0,-1 0 0,1-1 1,-1 1-1,1 0 0,-1 0 0,1-1 1,-1 1-1,0 0 0,1-1 0,-1 1 0,1 0 1,-1-1-1,0 1 0,1-1 0,-1 1 1,0-1-1,0 1 0,1-1 0,-1 1 1,0-1-1,0 1 0,0-1 0,1 1 99,-1-16-4273,-1 8-91,1-10-8861</inkml:trace>
  <inkml:trace contextRef="#ctx0" brushRef="#br0" timeOffset="3413.716">3433 803 1696,'0'0'6094,"0"0"-1845,0 0-2402,0 0 30,0 0 523,0 0-336,-6-21-770,-18-64-382,10 43 121,2 22-327,2 7-449,-7-10 18,-2 0 0,-1 1 0,0 1 0,-2 0 0,-2 0-275,-46-34 339,-5 1-339,3 7 110,-1 3 0,-3 3-1,-1 4 1,-28-8-110,2 7 107,-2 4 0,-2 5 0,-16 1-107,22 12 163,0 4 1,-1 4-1,-1 5 1,-21 6-164,90-1 86,0 2 1,1 1 0,-1 2 0,1 1 0,1 1 0,-29 13-87,-2 6 211,0 2 1,-51 35-212,22-4 270,3 3 0,2 5 1,-29 33-271,40-28 350,4 2 1,3 4 0,4 2-1,3 3 1,-49 92-351,45-55 268,5 3 0,5 3 0,6 2 1,-5 40-269,29-79 157,3 1 0,5 1 1,4 0-1,-1 68-157,12 96 0,5-209 0,2 1 0,3-1 0,1 0 0,6 11 0,5 5 0,4 0 0,2-2 0,3 0 0,2-2 0,4-1 0,1-2 0,3-2 0,3-1 0,30 30 0,-24-33 0,3-3 0,2-1 0,1-3 0,3-2 0,1-2 0,3-3 0,0-3 0,2-2 0,18 3 0,-28-15 0,0-4 0,1-1 0,1-3 0,-1-2 0,43 1 0,37-3 0,106-8 0,-169-5 0,0-2 0,-1-3 0,22-8 0,201-62 0,-183 45 0,-3-4 0,24-17 0,-67 25 0,-2-3 0,0-2 0,-3-3 0,12-13 0,-11 5 0,-2-4 0,-3-2 0,47-58 0,-67 67 0,-2-1 0,-1-1 0,-3-2 0,-1-1 0,14-41 0,-6-3 0,10-50 0,18-97 0,-33 120 0,8-37 0,-6-9 0,-19 78 0,-4 0 0,-3-65 0,-6 145 0,-2-118 0,0 97 0,-2-1 0,-1 1 0,-2-7 0,-8-19 0,-3 1 0,-2 1 0,-2 1 0,-2 1 0,-24-36 0,9 27 0,-1 2 0,-4 1 0,-1 2 0,-22-17 0,-60-52-269,-69-50 269,97 93-2075,4-2-3183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4:51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65 345 1240,'0'0'384,"0"0"-214,0 0 111,0 0 975,0 0 109,2 0 3032,-1 0-4260,-1 0-184,2-1 454,2 0 11845,-4 452-11656,-3-351-511,3-100-82,0 0 0,0 1-1,0-1 1,0 0-1,0 0 1,0 0-1,0 0 1,0 1-1,0-1 1,0 0-1,0 0 1,0 0-1,0 1 1,0-1-1,0 0 1,0 0-1,0 0 1,0 0-1,0 1 1,0-1-1,0 0 1,-1 0-1,1 0 1,0 0-1,0 0 1,0 1-1,0-1 1,0 0-1,0 0 1,-1 0-1,1 0 1,0 0-1,0 0 1,0 0 0,0 0-1,-1 1 1,1-1-1,0 0 1,0 0-1,0 0 1,-1 0-1,1 0 1,0 0-3,0-1 12,-1 1 1,1 0-1,-1 0 0,1-1 1,-1 1-1,1 0 1,-1-1-1,1 1 1,0 0-1,-1-1 0,1 1 1,0-1-1,-1 1 1,1-1-1,0 1 1,-1-1-1,1 1 1,0-1-13,-9-22-81,1-1 0,1 0 0,-2-18 81,2 13-119,0-6 43,2 0 1,1 0-1,1-7 76,2-106-151,2 83 161,-1 48-14,2-1 0,0 0 0,1 1 0,1-1 0,1 1 0,0 0 0,2-3 4,7-14-153,2 1-1,0 1 1,3 0 153,-7 12-138,1 1-1,3-3 139,-10 14-29,0 1 0,1 0 0,0 1-1,0-1 1,0 1 0,7-3 29,-13 8-23,0 0 0,0 1 0,1-1 0,-1 1 0,0-1 0,0 1 1,1-1-1,-1 1 0,0 0 0,1-1 0,-1 1 0,1 0 0,-1 0 0,0 0 0,1 0 0,-1 1 1,0-1-1,1 0 0,-1 0 0,0 1 0,1-1 0,-1 1 0,0-1 0,0 1 0,1 0 0,-1-1 1,0 1-1,0 0 0,0 0 0,0 0 0,0 0 0,0 0 0,0 0 0,0 0 0,0 0 0,0 1 23,4 6 22,0 0 0,-1 0 0,0 0 0,0 1 0,0 3-22,1-2 43,15 50 178,-2 1 0,-2 0 1,-1 15-222,-11-56 25,20 131 862,5 155-887,-28-286-44,5 15-1304,-4-26-1320,-1 1-1,0 0 0,0 4 2669,-1-5-4946</inkml:trace>
  <inkml:trace contextRef="#ctx0" brushRef="#br0" timeOffset="412.563">12 771 1120,'0'0'1375,"0"0"2383,0 0-850,0 0-1167,0 0-250,0 0 120,3 0-428,171 0 3132,-57 0-11716,-99 0 2157</inkml:trace>
  <inkml:trace contextRef="#ctx0" brushRef="#br0" timeOffset="832.633">763 561 880,'0'0'4441,"0"0"-416,0 0-2393,0 0-103,0 0 231,0 0-360,0 0-503,39 0-185,-30 0-152,-1 0-104,6 0-240,6 0-144,3 0-72,2 0-440,0 0-584,3 0-881,-8 0-2104,-9 0-1744</inkml:trace>
  <inkml:trace contextRef="#ctx0" brushRef="#br0" timeOffset="1184.38">828 774 10186,'0'0'2737,"0"0"-1553,0 0 384,0 0-111,0 0-769,0 0-440,0 0-168,101 0-80,-73 0-232,9 0-960,-3 0-1817,-12 0-3689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4:54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 1280,'0'0'6011,"0"0"-2416,0 0-1425,0 0-355,0 0-268,0 0-484,3-1-320,-3 1-665,0 0 1,1 0 0,-1 0-1,1 0 1,-1 0-1,0 0 1,1 0 0,-1 0-1,1 0 1,-1 0-1,0 0 1,1 0 0,-1 0-1,1 0 1,-1 0-1,0 1 1,1-1 0,-1 0-1,0 0 1,1 0-1,-1 1 1,0-1 0,1 0-1,-1 0 1,0 1-1,0-1 1,1 0 0,-1 1-1,0-1 1,0 0-1,0 1 1,1-1-1,-1 0 1,0 1 0,0-1-1,0 0 1,0 1-1,0-1 1,0 1 0,1-1-1,-1 0 1,0 1-1,0-1 1,0 1 0,-1-1-1,1 0 1,0 1-1,0-1 1,0 1 0,0-1-1,0 0 1,0 1-1,0-1 1,-1 0 0,1 1-79,-10 30-494,7-23 894,-18 56-47,2 0 1,3 2 0,4 0-1,2 0 1,-1 61-354,6 310 1115,15-280-506,15 45-609,-11-87 121,-7-55-78,46 317 298,-36-281-191,6-1 0,29 80-150,-49-168-233,-1 0 1,1 0 0,0-1 0,1 1 0,0 0-1,0-1 1,4 5 232,-8-11-1127,-3-8-5649,-11-11-1691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4:55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1 880,'0'0'5420,"0"0"-1092,0 0-2020,0 0-488,0 0-52,0 0-531,5 0-507,11 0-88,-15 0-601,-1 0 0,0 1 0,1-1 0,-1 0 0,0 0 0,0 0 0,1 0 0,-1 1 0,0-1 0,0 0 0,0 0-1,1 1 1,-1-1 0,0 0 0,0 0 0,0 1 0,1-1 0,-1 0 0,0 0 0,0 1 0,0-1 0,0 0 0,0 1-1,0-1 1,0 0 0,0 1 0,0-1 0,0 0 0,0 0 0,0 1-41,0 10 310,0-9-186,-1 4 36,1 0 0,-1 0 1,0-1-1,0 1 0,-1 0 0,0-1 0,0 1 1,-2 2-161,-23 43 596,14-30-489,-65 105-195,72-115-1099,6-10 197,0-1-112,0 0 21,0 0-30,0-2-267,-2-76-4475,1 37 6715,1 0 4400,0 42-4874,0 1 1,1-1-1,-1 1 0,0-1 0,1 0 0,-1 1 1,1-1-1,0 0 0,-1 1 0,1-1 0,0 0 0,0 0 1,0 1-389,17 17 1081,24 11-1202,-14-11-812,27 11 933,-40-23-3542,-1-1 0,16 4 3542,-12-6-7191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4:56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 1144,'0'0'1470,"0"0"2672,0 0-1241,0 0-830,0 0-32,0 0-55,0 15 3586,0-11-5480,-1 0 1,1 0 0,-1 0 0,0 0 0,0 0 0,-1-1 0,1 1 0,-1 0 0,0-1 0,0 1 0,0-1 0,0 0 0,-1 1-91,-8 10 89,-1 0 0,-6 4-89,-2 3 33,10-10-191,-53 59-2270,63-69 925,-5-4-5800,1-3 4326,-1-10 2153,5 13 39,-10-24-1001,-2-15 1167,8 14 6813,4 27-4171,0 1-119,0 0-217,0 0-414,0 0-364,0 0-190,0 0-144,4 8 344,7 12-706,1 0 1,1-1-1,4 3-213,12 19-1239,-9-11-2495,-5-7-5113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00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 1256,'0'0'2267,"0"0"2053,0 0-1245,0 0-674,0 0-125,0 0-170,6 0-355,16 0-451,-16 0-393,-6 0-269,0 0-209,0 0-146,0 0-116,0 0-117,-3 0-170,-3 3 107,-1 0 0,0 1 0,1-1-1,0 1 1,0 0 0,0 1 0,0-1 0,1 1-1,-3 4 14,-14 9 1,15-12-21,-21 16-290,1 2-1,-6 8 311,24-25-1527,5-8-1409,5-17-2499,0 3 5846,-1-8-644,0-11 964,0 11 2696,0 23-2734,0 0-46,0 0-95,0 0-172,0 0-186,1 0-163,1 1 0,-1 0 0,1-1 0,-1 1 0,1 0 0,-1 0 0,1 0 0,-1 0 0,0 0 0,0 0 0,1 0 0,-1 1 0,0-1 0,0 0 0,0 2-31,3 1 87,16 17 12,-6-8-218,-2 1 1,5 7 118,-13-15-851,0 0-1,0 0 1,-1 0-1,3 7 852,0 1-5321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02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0 1984,'0'0'1938,"0"0"2773,0 0-1722,0 0-1366,0 0-276,0 0-125,3 0-419,11 0-259,-14 0-525,0 0 1,0 0-1,0 0 0,0 0 1,1 0-1,-1 0 0,0 0 1,0 0-1,0 0 0,0 1 1,0-1-1,1 0 0,-1 0 1,0 0-1,0 0 0,0 0 1,0 0-1,0 0 0,0 1 1,1-1-1,-1 0 0,0 0 1,0 0-1,0 0 0,0 0 1,0 1-1,0-1 0,0 0 0,0 0 1,0 0-1,0 0 0,0 1 1,0-1-1,0 0 0,0 0 1,0 0-1,0 0 0,0 1 1,0-1-1,0 0 0,0 0 1,0 0-1,0 0 0,0 1 1,0-1-1,0 0 0,0 0 1,0 0-1,0 0 0,-1 0 1,1 1-1,0-1-19,0 1 131,-3 5 37,0 0-1,0 0 1,-1 0-1,0-1 1,0 1-1,0-1 1,0 0-1,-1 0 1,-1 1-169,-12 14 237,-44 48-908,62-68 508,0 0 0,0 0 0,0 0-1,0 0 1,0 1 0,0-1 0,-1 0-1,1 0 1,0 0 0,0 0 0,0 0 0,0 0-1,0 0 1,0 0 0,0 0 0,0 0 0,0 0-1,0 0 1,0 0 0,0 0 0,-1 0 0,1 0-1,0 0 1,0 0 0,0 0 0,0 0 0,0 0-1,0 0 1,0 0 0,0 0 0,0 0 0,0 0-1,-1 0 1,1 0 0,0 0 0,0 0 0,0 0-1,0 0 1,0 0 0,0 0 0,0 0-1,0 0 1,0 0 0,0 0 0,0 0 0,0 0-1,0-1 1,-1 1 0,1 0 0,0 0 0,0 0-1,0 0 1,0 0 0,0 0 0,0 0 164,-1-8-2843,0-15 3427,1 20-1546,0-18 471,0-19 372,0 14 3387,0 25-3070,0 1-1,0 0 1,0 0 0,0 0-1,0 0 1,0-1 0,0 1-1,1 0 1,-1 0 0,0 0-1,0 0 1,0-1-1,0 1 1,0 0 0,0 0-1,0 0 1,0 0 0,1 0-1,-1-1 1,0 1 0,0 0-1,0 0 1,0 0 0,0 0-1,1 0 1,-1 0 0,0 0-1,0 0 1,0 0-1,1 0 1,-1 0 0,0 0-1,0 0 1,0 0-198,10 0 1581,8 7-1071,-1 5-351,1-1 0,1-1 1,0-1-1,15 5-159,-14-7-2508,0-1 1,17 3 2507,-8-7-6221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02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0 744,'0'0'6276,"0"0"-2040,0 0-2210,0 0-500,0 0-180,0 0-612,3 6-452,-2-4-249,0 0-3,0-1 0,0 0 1,0 1-1,-1-1 0,1 1 0,-1-1 0,1 1 0,-1-1 0,1 1 0,-1-1 0,0 1 0,0 0 0,0-1 1,0 1-1,0-1 0,0 1 0,0-1 0,0 1 0,-1 0 0,1-1 0,0 1 0,-1-1 0,0 1 1,1-1-1,-1 1 0,0-1 0,0 2-30,-15 18 339,0-1-1,-1 0 1,-1-1 0,-1-1 0,-1 0-339,20-18-100,0 0 1,-1 0 0,1 0-1,0 0 1,0 1 0,0-1-1,0 0 1,0 0 0,0 0-1,0 0 1,-1 0 0,1 0-1,0 1 1,0-1 0,0 0-1,0 0 1,-1 0 0,1 0-1,0 0 1,0 0 0,0 0-1,0 0 1,-1 0 0,1 0-1,0 0 1,0 0 0,0 0-1,-1 0 1,1 0 0,0 0-1,0 0 1,0 0 0,0 0-1,-1 0 1,1 0 0,0 0-1,0 0 1,0 0 0,0 0-1,-1 0 1,1-1 99,0-7-6249,1 0 6650,-1-7-952,0-10 647,0 9 3297,0 15-1928,0 1-76,0 0-222,0 0-319,0 0-319,0 0-219,2 1-207,0 0-1,0 0 1,0 0 0,0 0 0,0 0 0,0 0 0,0 0 0,0 1 0,-1-1 0,1 1 0,0 0 0,-1-1 0,2 3-103,4 4 210,13 9-402,1 0 0,1-2 1,6 3 191,-15-10-2183,0-1 1,0-1-1,14 5 2183,-1-6-6643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03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1376,'0'0'5580,"0"0"-2087,0 0-1183,0 0-216,0 0-367,0 0-749,1 6-467,-1-6-504,1 2 44,-1 1 0,1-1 0,-1 0 0,0 0 0,0 0 0,0 0 0,0 1 0,0-1 0,-1 0 0,1 0 0,-1 0 0,1 0 0,-1 0 0,0 0 0,0 0 0,0 0 0,0 0 0,0 0 0,0 0 0,0 0 0,-1 0 0,1-1 0,-1 1-51,-30 31 431,-2-1-1,-28 19-430,61-51-302,0 1 0,0 0 1,-1 0-1,1-1 0,0 1 1,-1-1-1,1 1 1,0-1-1,-1 0 0,1 1 1,0-1-1,-1 0 0,1 0 1,-1 0-1,1 0 0,-2 0 302,2 0-896,-1-2-2164,1-6 1759,1 8 1116,-1-26-3623,1-19 3808,0 13 3900,0 31-2299,4 0-1083,0 1-1,0-1 1,-1 1-1,1 0 0,0 0 1,0 1-1,-1-1 1,1 1-1,0 0 1,-1 0-1,1 0 0,-1 0 1,1 0-1,1 2-517,8 4 353,0 0 0,0 1 0,0 1-353,14 9 642,-17-12-678,-1 0 1,0 1-1,3 3 36,11 13-3019,-16-18-3668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04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10 912,'0'0'3226,"0"0"2194,0 0-1913,0 0-1074,0 0-247,0 0-315,4-2-627,11-4-433,-12 5-199,-2 1-521,0 0 0,-1 0 0,1 0 1,-1 0-1,1 0 0,0 0 0,-1 0 0,1 0 0,-1 0 0,1 0 1,0 0-1,-1 1 0,1-1 0,-1 0 0,1 0 0,-1 1 0,1-1 0,0 1-91,2 7 77,1 0 0,-1 1-1,0-1 1,-1 1-1,0 0 1,0 1-77,4 14 182,143 576 2577,-88-320-2200,-11 15-559,-28-115 209,-7 1-1,-8 41-208,-6-85 865,0-71-2995,0-1-8747,-1-64 1461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05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130 241 2136,'0'0'1397,"0"0"3759,0 0-1042,0 0-1612,0 0-187,0 0-32,5-1-684,11-1-639,-11 2-305,-5 0-635,0 0 1,0 0-1,0 0 1,0 0-1,0 0 0,0 0 1,0 0-1,0-1 1,0 1-1,0 0 0,0 0 1,0 0-1,1 0 1,-1 0-1,0 0 0,0 0 1,0 0-1,0 0 1,0 0-1,0 0 0,0 0 1,0 0-1,0 0 1,0 0-1,0 0 0,1 1 1,-1-1-1,0 0 1,0 0-1,0 0 1,0 0-1,0 0 0,0 0 1,0 0-1,0 0 1,0 0-1,0 0 0,0 0 1,0 0-1,0 0 1,0 0-1,0 0 0,0 0 1,0 0-1,0 1 1,1-1-1,-1 0 0,0 0 1,0 0-1,0 0 1,0 0-1,0 0 0,0 0 1,0 0-1,0 0 1,0 0-1,0 0 0,0 1 1,0-1-1,0 0 1,-1 0-1,1 0 0,0 0-19,0 28 181,0 58-350,4 0 0,4 5 168,-7-83-351,1 14-2595,-2-21 2701,0-1 1,0 1-1,0-1 1,-1 1-1,1 0 1,0-1-1,0 1 0,0-1 1,-1 1-1,1-1 1,0 1-1,-1-1 1,1 0-1,0 1 1,-1-1-1,1 1 0,0-1 1,-1 1-1,1-1 1,-1 0-1,1 0 1,-1 1-1,1-1 0,-1 0 1,1 1-1,-1-1 1,1 0-1,-1 0 1,1 0-1,-1 0 1,1 0-1,-1 0 0,0 0 245,-15 1-5992</inkml:trace>
  <inkml:trace contextRef="#ctx0" brushRef="#br0" timeOffset="639.334">1 169 2320,'0'0'1666,"0"0"2622,0 0-1788,0 0-629,0 0 175,0 0-372,2-15-630,10-47-460,-12 60-554,1 0-1,-1 0 1,1 0-1,0 0 1,0 0-1,-1 0 1,1 0-1,0 0 1,1 1 0,-1-1-1,0 0 1,0 1-1,1-1 1,-1 1-1,1-1 1,0 1-1,-1 0 1,1 0-1,0 0 1,-1-1-1,2 1-29,5-3 142,2-3-48,1 1-1,0 0 1,1 1 0,-1 1 0,1-1 0,0 2 0,0 0-1,3 0-93,11-1-40,0 1 0,0 1-1,10 2 41,-33 0-21,0 0 0,0 0 1,0 0-1,0 1 0,0 0 0,0-1 0,0 1 0,0 0 0,-1 0 0,1 1 1,0-1-1,-1 0 0,1 1 0,-1 0 0,1-1 0,-1 1 0,0 0 1,0 0 20,1 2-32,0-1 0,0 1 0,-1 0 0,0-1 0,0 1 1,0 0-1,0 0 0,-1 0 0,1 1 0,-1-1 0,0 0 1,0 2 31,1 2 1,-1 1 1,1 0 0,-2 0 0,1 0 0,-1 0-1,-1-1 1,0 1 0,0 0 0,0 0-1,-1-1 1,-1 1 0,1-1 0,-1 1 0,-1-1-1,1 0 1,-2 0 0,1-1 0,-3 3-2,1-1 97,0 0 1,-1-1 0,-1 0 0,1 0 0,-1-1-1,-1 0 1,1 0 0,-1-1 0,0-1 0,-1 1-1,1-1 1,-3 0-98,20-6-344,1 1-1,0-1 1,0 2-1,7 0 345,12 0-29,-12 0-32,0 0-1,-1 1 0,0 1 1,1 0-1,-1 1 0,-1 1 1,10 4 61,-5-1-169,-1 1-1,0 1 1,0 0 0,-1 2 0,10 7 169,-21-14-30,-1-1 0,0 1 1,0 0-1,0 1 1,0-1-1,-1 1 0,0 0 1,0 0-1,-1 0 0,1 0 1,-1 1-1,-1-1 1,1 1-1,-1 0 0,0 0 1,-1 0-1,0 0 1,0 0-1,0 3 30,-1-6 10,0 2 59,0 0 1,0 1 0,-1-1-1,1 1 1,-3 3-70,3-7 40,-1-1 1,-1 1-1,1-1 0,0 0 0,-1 1 1,1-1-1,-1 0 0,0 0 0,1 0 0,-1 0 1,0 0-1,0 0 0,-1-1 0,0 1-40,-9 6 207,0-1-1,0 0 0,0-1 1,-1-1-1,0 0 1,0-1-1,-1 0 0,1-1 1,-1 0-1,-3-1-206,-29 3 458,0-3 0,-18-2-458,36 0-46,27 0-19,1-1 0,-1 1-1,1 0 1,-1-1 0,1 1-1,-1-1 1,1 1 0,-1 0-1,1-1 1,-1 1 0,1-1-1,-1 1 1,1-1 0,0 0-1,-1 1 1,1-1 0,0 1-1,0-1 1,-1 0 0,1 1-1,0-1 1,0 0-1,0 1 1,0-1 0,0 0-1,0 1 1,0-1 0,0 0-1,0 1 1,0-2 65,0 0-410,0 0 0,0-1 0,1 1 0,-1-1 0,0 1 0,1-1 0,0 1 0,-1-1 0,2 0 410,14-17-4089,1 2-707</inkml:trace>
  <inkml:trace contextRef="#ctx0" brushRef="#br0" timeOffset="1020.387">848 409 3321,'0'0'768,"0"0"5049,0 0-3984,0 0-369,0 0 640,0 0-199,0 0-817,39 0-224,-25 0 328,3 0-191,5 0-513,1 0-312,2 0-176,1 0-128,-1 3-761,-5 0-935,-9 0-1001,-5-3-3712</inkml:trace>
  <inkml:trace contextRef="#ctx0" brushRef="#br0" timeOffset="1368.828">955 535 6833,'0'0'7538,"0"0"-5778,0 0-375,0 0 711,0 0-639,0 0-873,0 0-584,132 0-64,-101 0-1385,-9 0-3184,-5 0-5217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08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10 1376,'0'0'1354,"0"0"3452,0 0-607,0 0-1708,0 0-295,0 0-70,2-2-514,0 1-1257,-1 0-271,-1 0 1,1 1-1,0-1 0,-1 1 0,1 0 1,-1-1-1,1 1 0,0-1 1,0 1-1,-1 0 0,1 0 0,0-1 1,0 1-1,-1 0 0,1 0 0,0 0-84,0 0 274,-1 25 70,-1 0 1,-1 0-1,-1 0 0,-3 9-344,-19 92 614,6 1-1,5 1 1,3 96-614,10-195 47,4 253 367,1-219-343,2 1 1,4-1 0,8 25-72,4-11-89,3-1-1,3-1 1,4-1-1,3-2 1,3-2 0,8 7 89,-11-27-560,1 4-1493,-33-47 806,-3-5-4844,0-2 4377,0 0-10044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11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4 1584,'0'0'404,"0"0"433,0 0 1714,0 0-479,0 0-894,0 0 35,7-1 253,22-1-91,-29 2-1220,0 0 0,0 0 0,0 0 0,0 0 0,0 0 0,0 0 0,0 0 0,1 0 0,-1 0 0,0 0 0,0 0 1,0 0-1,0 0 0,0 0 0,0 0 0,0 0 0,0 0 0,0 0 0,0 1 0,1-1 0,-1 0 0,0 0 0,0 0 0,0 0 0,0 0 0,0 0 0,0 0 0,0 0 0,0 0 0,0 1 0,0-1 0,0 0 0,0 0 0,0 0 0,0 0 0,0 0 1,0 0-1,0 0 0,0 1 0,0-1 0,0 0 0,0 0 0,0 0 0,0 0 0,0 0 0,0 0 0,0 0 0,0 0 0,0 1 0,0-1 0,0 0 0,-1 0 0,1 0 0,0 0 0,0 0 0,0 0 0,0 0 0,0 0-155,-7 12 1520,-13 14-2582,20-25 1269,-159 198-190,151-191-719,3-8-1509,4-18-1308,1 13 3779,0-71-2871,0 9 2152,0 2 4233,0 64-2677,0 1-161,0 0-183,0 0-215,0 0-242,6 5-75,75 125 265,-66-107-2121,-2 1 1,-1 0 0,4 11 1634,-11-23-1287,10 20-4310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11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2064,'0'0'1829,"0"0"3191,0 0-1772,0 0-1486,0 0-546,0 0-288,-3 9-373,1-3-476,0 0 6,0 0-1,-1 0 1,1 0-1,-1-1 1,-1 1 0,1-1-1,-1 1 1,0-1-1,-4 4-84,-6 5 307,4-6-131,1 1 1,1 1-1,0 0 1,-3 4-177,7-3 205,4-9-5628,0-2 3925,0-33-2842,0-29 1300,0 19 10604,0 43-5353,0 0-358,0 0-547,0 0-531,4 8-102,8 14-342,1 0 0,2-1 0,0 0 0,1-1 0,10 9-331,-19-21-807,0 1-1,-1 0 0,0 0 0,3 6 808,6 21-6256,-8-13-1072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12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1032,'0'0'5475,"0"0"-852,0 0-2287,0 0-769,0 0-34,0 0-431,1 4-606,0-1-425,-1-1-47,0 0-1,1 0 1,-1-1-1,0 1 1,0 0-1,0-1 1,0 1 0,0 0-1,0 0 1,-1-1-1,1 1 1,-1 0-1,1-1 1,-1 1-1,1 0 1,-2 1-24,-11 15 289,-2-1 1,0 0-1,-1 0 1,0-2-1,-13 9-289,29-24-43,0 1 1,0-1-1,0 0 0,-1 0 1,1 1-1,0-1 0,0 0 1,0 0-1,0 0 0,-1 1 1,1-1-1,0 0 0,0 0 1,0 0-1,-1 0 0,1 0 1,0 1-1,0-1 0,-1 0 1,1 0-1,0 0 0,0 0 1,-1 0-1,1 0 0,0 0 1,-1 0-1,1 0 1,0 0-1,0 0 0,-1 0 1,1 0-1,0 0 0,0 0 1,-1 0-1,1 0 0,0 0 1,0 0-1,-1 0 0,1-1 1,0 1-1,0 0 0,-1 0 1,1 0-1,0 0 0,0-1 1,0 1-1,-1 0 0,1 0 1,0 0-1,0-1 0,0 1 1,0 0-1,-1 0 0,1-1 1,0 1-1,0 0 0,0 0 1,0-1-1,0 1 0,0 0 1,0 0-1,0-1 43,0-20-4047,0 15 4064,0-22-1785,0-48 1397,0 75 1410,0 1 99,0 0-48,1 0-869,1 0 1,-1 1-1,0-1 0,0 0 0,0 1 0,0-1 0,0 1 0,0-1 0,0 1 0,0 0 0,0-1 0,-1 1 0,1 0 0,0 0 0,0 0 0,0 0-221,14 18 577,-5-6-166,-9-13-424,8 11 54,1-2 1,9 7-42,-2-5-2961,-11-10-2495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13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3 2208,'0'0'563,"0"0"1344,0 0 754,0 0-457,0 0-233,0 0 98,6 1-249,2 0-1157,4 2-89,1-2 4729,-13 11-5400,-2-7 99,-1 1 1,1-1-1,-1 0 1,0-1-1,0 1 0,-1 0 1,0-1-1,1 0 0,-1 0 1,-3 2-3,-2 4 33,-26 26-952,-20 15 919,55-51-141,-1 1-1,1-1 0,-1 1 0,1-1 0,-1 0 0,0 1 0,1-1 0,-1 0 0,1 1 1,-1-1-1,0 0 0,1 0 0,-1 0 0,0 1 0,1-1 0,-1 0 0,0 0 0,0 0 142,1 0-249,0 0 0,-1-1 0,1 1 0,0 0 0,-1 0 0,1 0 1,-1-1-1,1 1 0,0 0 0,0 0 0,-1-1 0,1 1 0,0 0 0,-1-1 0,1 1 0,0 0 0,0-1 0,0 1 0,-1 0 0,1-1 0,0 1 0,0-1 249,-3-14-5727,2 4 5096,1 8 1178,-3-74-3447,6 27 5786,-3 49-2680,-1 1-1,1-1 1,0 1-1,0 0 1,0-1 0,0 1-1,0-1 1,0 1-1,1-1 1,-1 1-1,0 0 1,0-1-1,0 1 1,0-1 0,0 1-1,1 0 1,-1-1-1,0 1 1,0-1-1,1 1 1,-1 0 0,0-1-1,1 1 1,-1 0-1,0 0 1,1-1-1,-1 1 1,0 0-1,1 0 1,-1-1 0,0 1-1,1 0 1,-1 0-1,1 0 1,-1 0-1,0 0 1,1 0 0,-1 0-1,1-1-205,8 7 4796,-4 1-5764,55 98 2767,-47-84-2274,0 1-1,-2 1 1,3 7 475,-6-6-5836,6 21 5836,-5-10-6989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14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1344,'0'0'1201,"0"0"2129,0 0-603,0 0-775,0 0-254,0 0-312,4 0-637,-4 0-721,1 0 0,0 0 0,0 0 0,0 0 1,-1 0-1,1 0 0,0 0 0,0 0 0,0 1 0,-1-1 0,1 0 0,0 1 0,0-1 0,-1 0 0,1 1 0,0-1 1,-1 1-1,1-1 0,0 1 0,-1-1 0,1 1 0,0 0-28,-1 1 61,1-1 0,-1 0-1,1 1 1,-1-1 0,0 0 0,0 1 0,0-1-1,0 1 1,0-1 0,0 1 0,0-1 0,0 1-1,0-1 1,-1 0 0,1 1 0,0-1 0,-1 0-1,0 1-60,-3 8 191,-1-1-1,-1 0 0,0 0 0,0 0 0,0 0 0,-1-1 0,-1 0 0,-1 1-190,-10 12 248,9-8-202,7-9-75,0 0 0,0 0 1,0-1-1,-1 1 0,1-1 1,-1 0-1,-3 3 29,7-6-106,0 0 1,-1 0-1,1 1 1,0-1-1,0 0 0,-1 0 1,1 0-1,0 0 0,-1 0 1,1 0-1,0 1 0,0-1 1,-1 0-1,1 0 0,0 0 1,-1 0-1,1 0 1,0 0-1,-1 0 0,1 0 1,0-1-1,-1 1 0,1 0 1,0 0-1,0 0 0,-1 0 1,1 0-1,0 0 0,-1-1 1,1 1-1,0 0 0,0 0 1,-1 0-1,1-1 1,0 1-1,0 0 0,0 0 1,-1 0-1,1-1 0,0 1 1,0 0-1,0-1 0,0 1 1,0 0-1,0 0 0,-1-1 1,1 1-1,0 0 0,0-1 1,0 1-1,0 0 1,0-1-1,0 1 106,0-22-2280,1 15 1819,-1 0 108,1 1-1,-1-1 1,1 1 0,1 0 0,-1-1 0,2 0 353,-2 4 511,0 0 0,0 0 0,0 1 0,1-1-1,0 0 1,-1 0 0,1 1 0,1-2-511,-3 4 1796,0 0-263,1 0-1367,0 0 0,0 0 0,0 1 0,0-1 0,0 0 0,0 1 0,0-1 0,0 1 0,0-1 0,0 1 0,0-1 0,-1 1 0,1 0 0,0-1 0,0 1 0,-1 0 0,1 0 0,0 0 0,-1 0-166,14 21 285,-7-10-13,12 15-219,-4-5-1099,11 21 1046,-21-34-1413,-1 1 0,0 0-1,3 9 1414,-1 9-5658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14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 1360,'0'0'1281,"0"0"2483,0 0 23,0 0-1828,0 0-600,0 0-99,4 0-469,-4 0-777,1 0 0,-1 0 1,1-1-1,-1 1 0,1 0 0,-1 0 1,1 0-1,-1 0 0,1 0 1,-1 0-1,1 0 0,-1 0 1,1 1-1,-1-1 0,1 0 0,-1 0 1,1 0-1,-1 0 0,0 1 1,1-1-1,-1 0 0,1 0 0,-1 1 1,1-1-1,-1 1-14,-10 7 422,-11 8 96,-71 78 1452,69-69-1555,22-24-417,0 0 1,0 1-1,0-1 0,0 0 1,0 0-1,0-1 0,0 1 1,-1 0-1,1 0 1,0 0-1,-2 0 2,3-1-36,0 0 0,0-1 0,0 1 0,-1 0-1,1 0 1,0 0 0,0 0 0,0 0 0,0 0 0,-1-1 0,1 1 0,0 0 0,0 0-1,0 0 1,0 0 0,0-1 0,0 1 0,-1 0 0,1 0 0,0 0 0,0-1 0,0 1 0,0 0-1,0 0 1,0 0 0,0-1 0,0 1 0,0 0 0,0 0 0,0-1 0,0 1 0,0 0-1,0 0 1,0 0 0,0-1 0,0 1 0,1 0 0,-1 0 0,0 0 0,0-1 36,11-34-2790,-8 29 2948,2-7-428,2-7-345,-5 7 3484,-1 13-2410,8 2 324,0 8-606,-6-6-60,0 0 0,0-1 1,1 0-1,-1 0 0,1 0 0,0 0 1,1 1-118,-3-3-428,0 0 0,1 0 0,-1-1 0,0 1 0,1 0 0,-1-1 0,1 1 0,-1-1 0,0 0 0,2 0 428,3 0-7403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15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3241,'0'0'1669,"0"0"2627,0 0-1735,0 0-1232,0 0-242,0 0-229,0 11-201,0-3-486,0-4-91,1 0 0,-1 0 0,0 0 0,0 0 0,-1 0 0,1 0 0,-1 0 0,0 0 0,0 0 0,0-1 0,-1 1 0,1 0 0,-1-1 0,0 1 0,0-1 0,0 0 0,0 1-80,-8 7 198,0 0 0,-1-1-1,0 0 1,0 0 0,-1-1 0,0-1-1,-1 0 1,0-1 0,0 0 0,-12 4-198,25-11-160,-1 0-1,1 0 1,-1 0 0,1 0 0,-1 0 0,1 0-1,-1 0 1,1 0 0,-1 0 0,1 0 0,-1 0-1,1 0 1,-1 0 0,1 0 0,-1 0-1,1-1 1,-1 1 0,1 0 0,-1 0 0,1-1-1,0 1 1,-1 0 0,1-1 0,-1 1 0,1 0-1,0-1 1,-1 1 0,1 0 0,0-1 0,-1 1-1,1-1 1,0 1 0,0-1 0,0 1 0,-1-1-1,1 1 1,0-1 0,0 1 0,0-1 0,0 1-1,0-1 1,0 1 0,0-1 0,0 1 0,0-1-1,0 0 161,0-34-45,1 21-271,-2 1 490,1 9 355,-1 1 0,1-1 1,0 0-1,0 1 1,0-1-1,1 0 0,-1 1 1,1-3-530,0 5 130,-1 1 1,0 0-1,1-1 0,-1 1 1,0 0-1,1-1 1,-1 1-1,1 0 1,-1 0-1,0-1 0,1 1 1,-1 0-1,1 0 1,-1 0-1,1-1 1,-1 1-1,1 0 0,-1 0 1,0 0-1,1 0 1,-1 0-1,1 0 1,-1 0-1,1 0 0,-1 0 1,1 0-1,-1 0 1,1 1-1,-1-1 0,1 0 1,-1 0-1,0 0 1,1 1-1,0-1-130,15 10 377,11 19-56,-2 1 0,16 25-321,-34-47-157,-4-3-36,0-1 0,0 1 0,-1 0 0,0 0 0,0-1 0,0 2 0,0-1 0,-1 0 0,0 0 0,0 1 193,1 8-2221,-1 1 0,0 13 2221,-1-22-714,0 29-5259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16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1456,'0'0'4195,"0"0"-253,0 0-1555,0 0-593,0 0-229,0 0-515,5 0-591,14 1-333,-19-1-125,0 1 1,1-1-1,-1 0 0,0 0 0,0 0 0,1 0 0,-1 0 0,0 1 0,0-1 0,0 0 1,1 0-1,-1 0 0,0 0 0,0 1 0,0-1 0,0 0 0,0 0 0,1 1 0,-1-1 1,0 0-1,0 0 0,0 1 0,0-1 0,0 0 0,0 0 0,0 1 0,0-1 0,0 0 1,0 0-1,0 1 0,0-1 0,0 0 0,0 1 0,0-1 0,0 0 0,0 0 0,0 1 1,-1-1-1,1 0 0,0 0 0,0 0 0,0 1 0,0-1 0,0 0 0,-1 0-1,-7 12 73,6-11-54,-16 21 147,-12 12 139,2 1 0,-9 18-305,31-42-208,5-10-42,1-1-55,0 0-58,0-8-758,1-4 466,0 0-1,1 0 1,0 0 0,4-11 655,-1 4 716,-2 14 4577,3 8-4300,2 8-1173,19 31 618,-19-30-968,1 0 1,-2 1 0,0 1 0,5 11 529,-4 5-3423,-1-5-3103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17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0 128,'0'0'1370,"0"0"-541,0 0 1122,0 0 430,0 0-486,0 0-91,8 0 279,24 1-70,-32-1-1924,1 0 1,-1 0-1,1 0 1,-1 1-1,1-1 1,-1 0-1,1 0 1,-1 1-1,1-1 0,-1 1 1,1-1-1,-1 0 1,0 1-1,1-1 1,-1 1-1,0-1 1,1 1-1,-1-1 1,0 1-1,0-1 1,1 1-1,-1-1 1,0 1-1,0-1 1,0 1-1,0-1 0,0 1 1,0 0-1,0-1 1,0 1-1,0-1 1,0 1-1,0-1 1,0 1-1,0-1 1,0 1-1,0 0 1,-1-1-1,1 1 1,0-1-1,-1 1-89,1 1 195,-1 1-118,-1 0 0,1 1-1,-1-1 1,0 0 0,0 0-1,0 0 1,0 0 0,-1 0 0,1 0-1,-1-1 1,0 1 0,0-1-1,-2 2-76,-4 4 318,-66 63 1132,75-71-1514,0 1-1,0-1 1,-1 0 0,1 0 0,0 0 0,0 1-1,0-1 1,0 0 0,0 0 0,-1 0 0,1 1-1,0-1 1,0 0 0,0 0 0,-1 0 0,1 0-1,0 1 1,0-1 0,-1 0 0,1 0 0,0 0-1,0 0 1,-1 0 0,1 0 0,0 0 0,-1 0-1,1 0 1,0 0 0,0 0 0,-1 0-1,1 0 1,0 0 0,0 0 0,-1 0 0,1 0-1,0 0 1,0 0 0,-1-1 0,1 1 0,0 0-1,0 0 1,0 0 0,-1 0 0,1 0 0,0-1-1,0 1 1,0 0 0,-1 0 0,1 0 0,0-1-1,0 1 1,0 0 0,0 0 0,0-1 0,-1 1-1,1 0 1,0 0 0,0-1 0,0 1 0,0 0-1,0-1 65,0-18-3416,0 14 3218,0-59-4485,0 21 5959,0 42 425,0 1-144,2 0-1107,0 0 1,1 1 0,-1-1 0,0 0-1,0 1 1,0-1 0,0 1 0,1 1-451,5 2 560,-1 2 1,-1-1-1,1 1 1,3 4-561,-4-3 221,1-1 1,0 0-1,7 4-221,-12-8-426,1 0-1,1-1 1,-1 1 0,0-1-1,0 0 1,1 0 0,-1 0-1,0 0 1,1-1 0,-1 1-1,1-1 1,1 0 426,5 0-7308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17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1224,'0'0'2311,"0"0"1916,0 0-1619,0 0-746,0 0-32,0 0-382,3 5-715,-2-3-664,0-1-30,0 1 1,-1-1-1,1 1 0,0-1 1,-1 1-1,1-1 0,-1 1 1,0-1-1,1 1 0,-1 0 1,0-1-1,0 1 0,0-1 1,0 1-1,0 0 1,0-1-1,0 1 0,-1 0 1,1-1-1,-1 1 0,1-1 1,-1 1-1,0-1 0,1 1 1,-1 0-40,-10 12 354,-1 0 1,0-1 0,0 0 0,-1-1-1,-1 0 1,-1 0-355,12-8-1044,3-4-1904,0-6 899,0-16 165,0-18 1291,0 14 5204,0 26-3152,0 0-294,0 0-237,0 0-287,2 1-554,0 1 1,0 0 0,0 0 0,0 0-1,0 0 1,0 0 0,-1 0 0,1 0 0,-1 0-1,1 3-87,4 4 139,45 71-271,-42-63-1047,0 0 0,-2 0 0,6 16 1179,-2 8-5373,-2-9-3214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18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43 1304,'0'0'1502,"0"0"2771,0 0-1581,0 0-1467,0 0-272,0 0 186,6-3-340,18-9-442,-18 9-154,-6 3 56,-1 0-166,-1 0 0,1 1 0,-1-1 0,1 1 0,-1-1 0,1 1 0,-1-1 0,1 1-1,-1 0 1,1 0 0,0 0 0,0 0 0,-1 0 0,1 0 0,0 0-93,-19 20 844,12-12-550,-2 3-164,9-10-189,0 0-1,0-1 0,0 1 1,-1 0-1,1-1 0,-1 1 1,1-1-1,-1 1 0,0-1 1,0 0-1,1 0 0,-1 0 1,0 0-1,0 0 0,0 0 1,0 0-1,0-1 0,0 1 1,0-1-1,0 1 0,-1-1 60,2-1-113,1 1 0,-1-1 0,1 0 0,-1 1 0,1-1 0,0 0-1,-1 0 1,1 1 0,0-1 0,-1 0 0,1 0 0,0 0 0,0 1 0,0-1-1,0 0 1,0 0 0,0 0 0,0 0 0,0 0 0,0 0 113,0 0-259,-3-49-2415,3 17 4591,0 32-550,0 1 60,0 0-226,0 0-361,0 0-257,0 2-47,3 4-354,-1 1 0,2-1 0,-1 0 0,1 0 0,0 0 0,0 0 0,0-1 0,2 2-182,10 14 20,-8-9-569,0 0 1,-1 0-1,-1 1 1,3 7 548,-4-7-3267,-1-1 1,2 13 3266,-3 0-6939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19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1256,'0'0'1494,"0"0"3326,0 0-2279,0 0-1315,0 0-40,0 0-135,-2 6-259,-2 3-462,0-1 0,0 0 0,-1 0 0,0 0 0,-1-1 0,0 1 0,0-1 0,-6 5-330,-17 15 1109,-17 11-1109,45-37-35,0 0 0,0 0 0,0-1 0,0 1 0,-1 0 0,1-1 0,0 1 0,-1-1 0,1 0 0,0 1 0,-1-1 0,1 0 0,-1 0 0,1 0 0,0 0 0,-1 0 0,0 0 35,-2 0-883,3-13-3102,1-45-1728,0 2 3951,0 54 1931,0 1 0,0 0 0,1 0 0,-1 0 0,0 0 0,0 0 0,0 0 0,1 0 0,-1-1 0,1 1 0,-1 0 0,1 0 0,-1 0-1,1 0 1,-1 1 0,1-1 0,0 0 0,0 0 0,-1 0 0,1 0 0,0 1 0,0-1 0,0 0 0,0 1 0,1-1-169,-2 1 211,1-1 0,0 1 0,0 0 0,0 0 0,0 0 0,0 0 0,0 0 0,-1 0 0,1 0 0,0 0 0,0 0 1,0 0-1,0 0 0,0 0 0,-1 1 0,1-1 0,0 0 0,0 1 0,0-1 0,0 0 0,-1 1 0,1-1 0,0 1 0,-1 0 0,1-1 0,0 1 0,-1-1 0,1 1 0,-1 0 0,1 0 0,0 0-211,9 15 1142,-3-7-872,-1 0 1,1 1-1,0-2 0,1 1 0,0-1 1,1 0-271,-3-3-128,11 8-294,-4-7-2836,-7-6-2351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19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1560,'0'0'6672,"0"0"-3103,0 0-1571,0 0-138,0 0-79,0 0-489,1-1-1170,0 1 1,-1 0-1,1 0 1,0 0-1,0 0 1,-1 0-1,1 0 0,0 0 1,-1 1-1,1-1 1,0 0-1,-1 0 1,1 0-1,0 1 0,0-1-122,0 2 56,0 0 1,0 0-1,-1 0 0,1 1 0,0-1 0,-1 0 0,1 0 0,-1 1-56,3 10 197,142 509 2769,-101-327-2294,13 147-672,-10 235 143,-40-208-94,-7-325-48,0 6-87,-3 1 0,-2 0 0,-2-1 0,-2 0 0,-3-1 0,-5 14 86,16-62-67,1 0 0,-1 1-1,1-1 1,-1 0 0,1 1 0,-1-1-1,0 0 1,0 0 0,1 0-1,-1 0 1,0 0 0,0 0-1,0 0 1,0 0 0,0 0 0,-1 0-1,1 0 1,0 0 0,0-1-1,-1 1 68,-1 0-615,-1 0 0,1-1-1,-1 1 1,1-1 0,0 0-1,-1 0 1,-1 0 615,0 0-1188,-13 0-6394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31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322 441 2320,'0'0'1046,"0"0"1888,0 0-504,0 0-891,0 0 5,3 2 245,2-1-1243,-4-1-365,1 1 1,-1-1 0,1 1-1,-1 0 1,0-1 0,1 1-1,-1 0 1,0 0 0,1 0-1,-1-1 1,0 2-182,-5-1 5502,-22 1-5637,22-2 97,1 0 0,0 0 0,0 0 0,0-1 0,0 1 0,0-1 1,0 1-1,0-1 0,0 0 0,0 0 0,0 0 0,1-1 0,-1 1 0,0-1 1,1 1-1,-1-1 0,1 0 0,-1 0 0,1 0 0,0 0 0,0-1 1,0 1-1,0 0 0,0-1 0,1 0 0,-1 1 0,1-1 0,-1 0 38,0-2-166,-1 0 0,1-1-1,0 1 1,0-1 0,1 1-1,0-1 1,0 0 0,0 0 0,1-3 166,-1-10-832,1 1 0,2-8 832,-2 24-13,1 1 0,-1-1 0,0 0 0,1 1 0,-1-1 0,1 0 1,0 1-1,-1-1 0,1 1 0,0-1 0,0 1 0,0 0 0,0-1 0,0 1 1,0 0-1,1 0 0,-1-1 0,0 1 0,1 0 0,-1 0 0,0 0 0,1 1 1,-1-1-1,1 0 0,0 0 13,1 0 2,1 0 0,0 0 1,0 0-1,-1 0 0,1 1 1,0-1-1,0 1 0,0 0 1,0 0-1,2 1-2,-5-1-16,0 1 1,1-1-1,-1 1 1,0 0-1,0-1 0,0 1 1,0 0-1,1 0 0,-1-1 1,0 1-1,0 0 1,0 0-1,-1 0 0,1 0 1,0 0-1,0 1 1,-1-1-1,1 0 0,0 0 1,-1 0-1,1 1 1,-1-1-1,1 0 0,-1 1 16,8 35-27,-8-34 28,4 37 45,-2 0 0,-2 1 0,-3 19-46,2-47 21,-1 0 0,-1 0 0,0 0 0,0 0 0,-5 10-21,-6 11 5,-10 14-5,12-30 41,5-8-244,7-10 139,0 0 1,-1 0 0,1 0 0,0 0 0,0 0 0,0 0-1,0 0 1,0 0 0,0 1 0,0-1 0,0 0-1,0 0 1,0 0 0,0 0 0,0 0 0,0 0-1,0 0 1,0 0 0,0 1 0,0-1 0,0 0-1,0 0 1,0 0 0,0 0 0,0 0 0,0 0-1,0 0 1,0 1 0,0-1 0,0 0 0,0 0-1,1 0 1,-1 0 0,0 0 0,0 0 0,0 0-1,0 0 1,0 0 0,0 0 0,0 0 0,0 0-1,0 1 1,0-1 0,1 0 0,-1 0 0,0 0-1,0 0 1,0 0 0,0 0 0,0 0 0,0 0 0,0 0-1,1 0 1,-1 0 0,0 0 0,0 0 0,0 0-1,0 0 1,0 0 0,0 0 0,0 0 63,4 0 217,0 1 0,0-1 0,0 1 0,0 0 0,0 0 0,0 1 0,0-1-1,-1 1 1,1 0 0,0 0 0,-1 0 0,3 3-217,-1-2 206,-1 0 0,1 0-1,-1-1 1,1 0 0,0 1-1,0-2 1,0 1 0,1 0-206,3-1 129,-1-1 0,1 1 1,7-2-130,1 1-32,-16 0-9,0 0 1,0 0-1,1 0 1,-1 0 0,0-1-1,0 1 1,0 0-1,0 0 1,0-1-1,0 1 1,0 0 0,0-1-1,0 1 1,0-1-1,0 0 1,0 1-1,0-1 1,-1 0 40,2 0-301,-2-1 0,1 1 0,0 0 0,0-1 1,0 0-1,-1 1 0,1-1 0,-1 1 0,1-1 0,-1 0 0,0 1 0,1-2 301,2-17-4943</inkml:trace>
  <inkml:trace contextRef="#ctx0" brushRef="#br0" timeOffset="1270.827">516 68 832,'0'0'3784,"0"0"-1619,0 0-1223,0 0 132,0 0 385,0 0-359,-2-3-173,1 0-637,0 1 0,0-1 0,0 0 0,-1 1 0,1-1 0,-1 1 1,0 0-1,0-1 0,0 1 0,0 0 0,0 0 0,0 0 1,-1 0-1,1 1 0,-1-1 0,0 0-290,-10-3 208,1 1 1,-1 0-1,0 0 0,0 1 1,0 1-1,-12 0-208,-19 0 1187,-20 3-1187,12-1 696,48 1-677,0-1 0,0 1 1,0 0-1,1 0 1,-1 0-1,0 0 0,1 1 1,-1-1-1,1 1 0,-2 0-19,-33 24 378,29-20-212,2 0-65,1-1-1,0 1 1,0 0-1,0 0 1,1 0 0,0 1-1,0 0 1,-1 2-101,-6 15 510,-11 23-510,11-19 227,6-16-105,1 2-1,1-1 1,0 0 0,1 1 0,1 0 0,-1 9-122,0 19 608,2 23-608,1-50 76,1-4-36,0 0 1,1 1-1,0-1 1,1 0-1,0 0 1,0 0-1,2 0 1,-1-1-1,1 1 1,2 1-41,7 12 111,2 0 0,1 0 1,10 10-112,-26-32 3,27 31 145,1-1 1,20 17-149,-39-40 38,1-1 1,-1 0-1,2-1 0,-1 1 1,1-2-1,0 0 1,0-1-1,1 0 0,0 0 1,6 0-39,3 0 58,0-1 0,1-1 0,-1-2 1,1 0-1,0-1 0,10-2-58,-28 1 7,-1 0-1,1 0 1,-1-1-1,1 0 0,-1 0 1,0 0-1,0 0 1,0-1-1,0 1 1,-1-1-1,1 0 1,2-3-7,2-2 15,0 0 0,-1-1 0,0 1-1,6-10-14,-1-5 20,-1 0-1,0-1 0,5-21-19,-1 4 13,-1-3 25,-1-1-1,-3 0 0,-1-6-37,-8 47 6,3-31 180,0 1 1,-3-1 0,-1-12-187,0 28 144,-1 12-124,0 0 0,0 0 0,0 1 0,-1-1 0,0 1 0,-1-1 1,1 1-1,-1 0 0,0 0 0,-1 0 0,1 0 0,-1 1 0,0-1 1,-4-2-21,-1-3-202,-1 2 1,1-1-1,-2 1 1,0 1-1,0 0 1,-10-6 201,11 9-516,1 1-1,-1 0 1,1 0 0,-1 1 0,0 0-1,0 0 1,-1 2 0,1-1 0,0 1-1,-1 1 1,-2-1 516,-25 1-4303,8 0-2012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36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1568,'0'0'2973,"0"0"-594,0 0-1143,0 0 191,0 0 508,0 0-133,2 14-281,1 5-912,-1-1 0,0 5-609,-2-20 86,0 0 0,0 0 0,-1 0 0,1 0 0,-1 0 0,0 0 0,0 0 0,0-1 0,0 1 0,0 0 0,-1 0 0,1-1 0,-1 1 0,0-1 0,1 1 0,-1-1 0,0 0-86,-5 7 223,1 0-154,-1 0 1,0-1-1,0 1 1,0-1-1,-1-1 1,0 0-1,-1 0 1,0 0-1,0-1 0,0 0 1,-3 0-70,10-5-86,0 0 0,1-1 0,-1 1 0,0-1 0,1 0 0,-1 1 0,0-1 0,0 0 0,1 0 0,-2 0 86,3-11-2706,0 3 2271,1 1-1,0 0 1,0-1 0,1 1 0,0 0 0,0 0-1,2-4 436,0 4 68,-1 0 0,1-1 1,0 1-1,0 1 0,1-1 0,0 1 0,0-1-68,-3 6 193,-1 0 0,0 0 0,0 0-1,1 0 1,-1 1 0,0-1 0,1 0 0,-1 1 0,0-1 0,1 1 0,-1-1 0,1 1-1,-1 0 1,1 0 0,-1 0 0,1 0 0,-1 0 0,1 0 0,0 0 0,-1 0-1,1 0 1,-1 1 0,0-1 0,1 1-193,1-1 237,0 1-1,-1 0 1,1 1 0,0-1-1,-1 0 1,1 1 0,-1-1-1,1 1 1,-1 0 0,0 0-1,2 2-236,11 13 477,1-1-1,0-1 1,9 7-477,-16-15-404,0-1 0,0 0 0,0 0-1,1-1 1,0 0 0,0-1 0,11 3 404,8 1-2867,-3-4-2373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36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1 968,'0'0'5227,"0"0"-1300,0 0-2465,0 0-547,0 0 148,0 0-357,2 7-166,-1-3-441,0 0-10,0-1 1,0 1 0,-1-1-1,1 1 1,-1 0-1,0-1 1,0 1-1,0 0 1,0-1-1,-1 1 1,1-1 0,-1 1-1,0-1 1,0 1-1,0 0-89,-5 10 265,0-1 0,-1 0 0,-1-1-1,0 0 1,0 0 0,-1 0-265,5-8 19,0 0 0,0 0-1,-1 0 1,1 0 0,-1-1 0,0 0 0,1 0-1,-1 0 1,-1 0 0,1-1 0,0 0 0,-1 0-1,1 0 1,-1-1 0,0 0 0,-4 0-19,6 0 52,1-1-270,1 1 0,-1-1 0,0 0-1,0 0 1,0 0 0,-2-1 218,4 1-86,0-1 1,1 1-1,-1 0 1,1 0-1,-1-1 1,0 1-1,1 0 1,-1-1-1,1 1 1,-1-1-1,1 1 1,-1-1-1,1 1 1,-1-1-1,1 1 1,0-1-1,-1 1 1,1-1-1,-1 0 1,1 1-1,0-1 1,0 1-1,0-1 1,-1 0-1,1 1 1,0-1-1,0 0 1,0 1-1,0-1 1,0 0 85,-1-70-1762,2 71 1831,-1-1 0,0 1 0,0 0 0,0-1 0,0 1 0,0 0 0,0-1 0,0 1 0,1 0 1,-1 0-1,0-1 0,0 1 0,0 0 0,0 0 0,1-1 0,-1 1 0,0 0 0,0 0 0,1 0 0,-1-1 0,0 1 0,1 0 0,-1 0 0,0 0 0,0 0 0,1 0 0,-1 0 0,0 0 1,1 0-1,-1-1 0,0 1 0,1 0 0,-1 0 0,0 0-69,17 1 1320,-9-1-763,-5 0-432,0 0 0,0 1 0,0 0-1,1-1 1,-1 1 0,0 0 0,0 0 0,-1 1 0,1-1 0,0 1 0,1 0-125,29 23 715,-15-12-581,25 24-681,-17-11-3092,-16-13-3121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38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0 1616,'0'0'5196,"0"0"-1973,0 0-1660,0 0-116,0 0 283,0 0-391,2 9-319,0-3-843,-1-3-62,1 1 0,-1 0 0,0 0 1,-1 0-1,1 0 0,-1 0 0,0 0 0,0 0 0,0 0 0,0 1 0,-1-1 0,1 0 0,-1 0 0,0-1 0,-1 3-115,-2 3 166,-1-1-1,0 0 1,0-1-1,-1 1 0,0-1 1,0 0-1,0 0 0,-1-1 1,0 0-1,0 0 0,-1 0 1,0-1-1,0 0 1,-7 3-166,10-7-197,1 1 1,-1-1 0,1 0 0,-1 0-1,0 0 1,1-1 0,-1 1-1,0-1 1,1 0 0,-1-1 0,0 1-1,0-1 197,4 0-78,1 1 0,-1 0 1,1-1-1,-1 1 0,1 0 0,0-1 0,-1 1 0,1-1 0,-1 1 0,1-1 0,0 1 0,0-1 0,-1 1 0,1-1 0,0 1 0,0-1 0,0 0 0,-1 1 0,1-1 0,0 1 0,0-1 0,0 0 0,0 1 0,0-1 78,0-16-474,0 15 364,0-47 376,0 48-241,0 1 1,0-1-1,0 1 1,1-1-1,-1 1 1,0-1-1,0 1 1,0-1-1,0 1 1,1-1-1,-1 1 1,0-1-1,1 1 1,-1-1 0,0 1-1,1 0 1,-1-1-1,0 1 1,1 0-1,-1-1 1,1 1-1,-1 0 1,1 0-1,-1-1-25,18-4 606,23 3 589,-36 2-966,6 0 160,-6 0-300,0-1 1,-1 1-1,1 0 1,0 1-1,-1-1 1,1 1-1,0 0 1,-1 0-1,0 0 1,1 1-1,-1 0 0,2 0-89,47 29-1043,-16-15-5809,-22-13 380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38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0 1776,'0'0'1178,"0"0"2733,0 0-1727,0 0-293,0 0 274,0 0-184,2 18-550,1 55-467,-3-70-899,0 0 1,-1 0-1,1 0 0,-1 0 0,1 0 1,-1 0-1,0 0 0,0 0 0,-1 0 1,1 0-1,-1-1 0,1 1 0,-1-1 1,0 1-1,0-1 0,0 1 0,0-1 1,0 0-1,-1 0 0,1 0 0,0 0 1,-1-1-1,0 1 0,0 0-65,-5 3 124,1 0-130,0-1 1,0 0-1,0-1 0,-1 1 1,1-1-1,-1-1 0,0 0 1,0 0-1,0 0 1,0-1-1,0 0 0,0 0 1,0-1-1,-5-1 6,5 1-89,4 1-121,0-1 0,0-1 1,0 1-1,0 0 1,0-1-1,-3 0 210,6 0-83,0 1 1,0-1 0,0 1-1,0-1 1,0 1-1,0-1 1,0 0-1,0 0 1,0 1-1,1-1 1,-1 0-1,0 0 1,0 0 0,1 0-1,-1 0 1,0 0-1,1 0 1,-1 0-1,1 0 1,0 0-1,-1 0 1,1 0-1,0-1 1,-1 1 82,0-3-280,0 1 0,1-1-1,-1 0 1,1 0 0,-1 0 0,1 0 0,0 1 0,1-1-1,0-4 281,-1 7 8,1 0 0,-1 0 0,1-1 0,-1 1 0,1 0 0,0 0 0,0 0 0,0 0-1,-1 0 1,1 0 0,0 0 0,0 0 0,0 1 0,0-1 0,1 0 0,-1 0 0,0 1 0,0-1 0,0 1-1,0-1 1,1 1 0,-1-1 0,0 1 0,1 0 0,-1 0 0,0 0 0,0 0 0,1 0 0,0 0-8,63-1 2713,-35 1-1408,-21 1-1045,1 0 0,-1 1 0,1 0 1,-1 1-1,0 0 0,0 0 0,7 4-260,12 4 18,-20-7-128,1 0-744,-3-3-3074,-6-1-2389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39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1072,'0'0'678,"0"0"481,0 0 3244,0 0-587,0 0-1684,0 0-69,3-9 2194,-2 10-4207,0 0 1,-1 0-1,1 0 0,0 0 0,-1 0 0,1 0 1,-1 0-1,1 0 0,-1 0 0,1 0 0,-1 0 1,0 0-1,0 0 0,0 0 0,1 0 0,-1 1 1,0-1-51,1 6 213,28 87 1508,4-1 0,13 17-1721,-5-11 1270,20 77-1270,-35-68 474,-4 0 0,-4 1 0,-2 52-474,3 326 613,-19-476-605,0 281 5,-4-164-1162,-11 37 1149,6-87-495,-19 137-1638,25-194 404,-2 0-1,1 0 0,-9 19 1730,12-38-762,0 0 1,0 0-1,0 0 0,0 0 0,0 0 0,0-1 0,-1 1 1,0 0 761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40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173 537 208,'0'0'264,"0"0"-264,0 0 0,0 0 208,0 0-192,6-174 304,-3 144 64,3 0 192,-4 6-432,-2-9-144,0 9 0,0 3-560</inkml:trace>
  <inkml:trace contextRef="#ctx0" brushRef="#br0" timeOffset="498.015">185 33 464,'0'0'779,"0"0"-290,0 0-270,0 0-140,0 0 429,0 0 1162,3-3-270,-1-1-1016,-2 3-238,1 0 0,0-1 0,0 1 1,0 0-1,0 0 0,0 0 0,0 0 0,0 0 0,0 0 1,0 0-1,0 0 0,0 0 0,1 0 0,-1 1 0,1-1-146,-1 0 1170,0 1-959,-1 0 0,0 0 0,0 0 0,0 0 0,0 0 0,1 0 0,-1 0-1,0 0 1,0 0 0,0 0 0,1 0 0,-1 0 0,0 0 0,0 0 0,0 0 0,0-1 0,1 1-1,-1 0 1,0 0 0,0 0 0,0 0 0,0 0 0,0 0 0,0-1 0,0 1 0,1 0 0,-1 0-1,0 0 1,0 0 0,0-1 0,0 1 0,0 0 0,0 0 0,0 0 0,0-1 0,0 1 0,0 0 0,0 0-1,0 0 1,0-1 0,0 1 0,0 0 0,0 0 0,0 0-211,0-3 1942,0 2-969,0 1-240,0 0-154,0 0-82,0 0-141,0 0-234,0 0-224,-1 3-103,-34 83 45,-16 46 495,21-31-24,4 1 0,5 1 0,3 11-311,2 35 623,3 133-623,13-232 35,-2 49 32,5 0 0,11 71-67,7-42-85,13 28 85,-14-80-1029,3 0-1,24 48 1030,-44-116-173,0-3-195,-1 1 0,1 0 0,-1 1 0,0-1 0,-1 0-1,1 1 1,-1-1 0,-1 1 0,1-1 368,-1-4-449,0-1 0,0 1 0,0-1 0,0 1 0,0-1 0,0 1 0,-1-1 0,1 0 0,-1 1 0,1 0 449,-1-1-423,0-1 1,1 1 0,-1-1 0,1 1 0,-1-1 0,0 1-1,1-1 1,-1 0 0,0 1 0,0-1 0,1 0 0,-1 0-1,0 0 1,1 1 0,-1-1 0,0 0 422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35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 1200,'0'0'578,"0"0"273,0 0 2247,0 0-1011,0 0-919,0 0 172,2 0 325,12 0 828,-13 0-1556,1 0 6096,-2 2-3915,0 2-4465,-4 7 1389,0-1 0,0 1-1,-1-1 1,-6 10-42,-3 5 115,-22 50 159,3 1 0,4 2 0,2 1 1,5 1-1,3 1 0,-8 79-274,13-13 716,5 35-716,10 149 416,3-262-315,2 0-1,13 47-100,38 130 93,-33-159-476,3 0 0,4-2 1,13 19 382,-40-94-903,1-1 1,0 0-1,2 2 903,-5-9-3008,-2-4-2497,0-11-2490</inkml:trace>
  <inkml:trace contextRef="#ctx0" brushRef="#br0" timeOffset="784.04">853 64 2657,'0'0'4799,"0"0"122,0 0-2576,0 0-973,0 0-17,0 0-249,3 1-525,-2-1-559,0 1 0,0-1 0,-1 0 0,1 1 0,0-1 0,0 1 0,-1 0 0,1-1 1,0 1-1,-1 0 0,1-1 0,-1 1 0,1 0 0,-1-1 0,1 1 0,-1 0 0,1 0 0,-1 0 0,0 0 0,1 0-22,-1 2 96,1-1 1,0 1-1,-1 0 1,0 0-1,0 0 1,0 0-1,0 1-96,-1 5 274,0 0-1,-1 0 0,0 0 1,-2 6-274,-2 3 113,0-1 1,-2 0-1,0 0 1,0-1 0,-2 0-1,0 0 1,-1-1-1,-5 5-113,15-19-92,0 0 0,1 0 0,-1 0 0,0 0 0,0-1 0,0 1 0,0 0 0,0 0 0,0-1 0,0 1 0,0-1-1,0 1 1,0-1 0,0 0 0,0 1 0,0-1 0,0 0 0,-1 1 92,1-2-86,1 1-1,-1 0 1,1-1-1,-1 1 1,0 0 0,1-1-1,-1 1 1,1-1-1,-1 1 1,1-1-1,0 1 1,-1-1-1,1 1 1,-1-1-1,1 0 1,0 1 0,0-1-1,-1 1 1,1-1-1,0 0 1,0 1-1,0-1 1,0 0-1,-1 1 1,1-1 0,0 0-1,0 1 1,0-1-1,1 0 1,-1 0 86,-1-85-688,1 48 2633,0 37-1367,0 1-38,0 0-77,0 0-31,21 7 597,66 60-660,-64-51-1941,16 7 1572,7-5-4014,-14-8-2494</inkml:trace>
  <inkml:trace contextRef="#ctx0" brushRef="#br0" timeOffset="2882.655">943 1783 1376,'0'0'4439,"0"0"-113,0 0-1998,0 0-597,0 0 31,0 0-442,5 0-607,11-2-229,-11 1 78,-6 5-322,1 0-1,-1-1 1,1 1-1,-1-1 0,0 1 1,-1-1-1,1 1 1,0-1-1,-1 1 1,0 0-240,-23 33 391,13-21-160,2-1-139,-1-1-1,-8 8-91,15-17-30,0-1 0,-1 1-1,1-1 1,-1-1 0,0 1 0,-1-1-1,1 0 1,0 0 0,-4 1 30,8-3-62,1-1 0,-1 0 0,0 0 0,1 1 0,-1-1 0,0 0 0,1 0 1,-1 0-1,0 0 0,0 0 0,1 0 0,-1 0 0,0 0 0,0 0 0,1 0 0,-1 0 1,0 0-1,1-1 0,-1 1 0,0 0 0,1 0 0,-1-1 0,0 1 0,1 0 0,-1-1 1,1 1-1,-1-1 0,0 1 0,1-1 0,-1 1 0,1-1 0,0 1 0,-1-1 0,1 0 1,-1 1-1,1-1 0,0 0 0,-1 1 0,1-1 0,0 0 0,0 1 0,0-1 0,-1 0 1,1 1-1,0-1 62,-1-5-415,1-1 0,-1 1 0,1 0 0,0 0 0,1-3 415,0-3-304,-1 4 79,-1 3 222,1 1 0,0-1 0,1 1 0,-1 0-1,1 0 1,0-1 0,0-2 3,0 6 44,0 0 0,-1 0-1,1 0 1,0-1-1,0 1 1,-1 0-1,1 0 1,0 0 0,0 0-1,0 0 1,1 0-1,-1 0 1,0 1 0,0-1-1,0 0 1,1 1-1,-1-1 1,0 1 0,1-1-1,-1 1 1,0-1-1,1 1 1,-1 0 0,0 0-1,1 0 1,-1 0-44,13-2 479,0 1 0,0 1 0,0 0 0,0 1 0,0 0 0,0 1 0,-1 1 0,1 0 0,11 5-479,53 20-508,-25-12-4349,-36-11-956,-2-4-3028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41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0 464,'0'0'2010,"0"0"2399,0 0-2018,0 0-1407,0 0-30,0 0 462,-4 12-192,0 2-928,2-6-138,-1 0-1,0 0 1,-1 0 0,1 0 0,-1 0-1,-1-1 1,0 0 0,0 1-158,-3 3 361,0 0-113,0-1-1,0 0 1,-1-1 0,-9 9-248,18-18-46,0 0-1,-1 1 1,1-1 0,0 0-1,0 0 1,0 0 0,-1 0-1,1 1 1,0-1-1,0 0 1,-1 0 0,1 0-1,0 0 1,-1 0-1,1 0 1,0 1 0,0-1-1,-1 0 1,1 0-1,0 0 1,-1 0 0,1 0-1,0 0 1,0 0 0,-1 0-1,1 0 1,0 0-1,-1-1 1,1 1 0,0 0-1,0 0 1,-1 0-1,1 0 1,0 0 0,0 0-1,-1-1 1,1 1-1,0 0 1,0 0 0,0 0-1,-1-1 1,1 1-1,0 0 1,0 0 0,0-1-1,0 1 1,-1 0 0,1 0-1,0-1 1,0 1-1,0 0 1,0 0 0,0-1-1,0 1 1,0 0-1,0-1 1,0 1 0,0 0-1,0 0 1,0-1-1,0 1 1,0 0 0,0-1 46,0-24-1292,1 18 1231,-1-15-82,0-22 3573,0 43-2416,0 1-64,0 0-139,1 8 482,6 5-1051,0 1 1,1-1-1,1-1 1,0 0 0,1 0-1,4 4-242,-2-2-1686,0 0 0,-1 1 0,9 15 1686,-11-13-4665,0-9-1972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42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3369,'0'0'3615,"0"0"578,0 0-2298,0 0-887,0 0-69,0 0-171,-5 12 89,2-4-674,-1 4 38,0-1 1,-1-1-1,0 1 1,0-1-1,-2 1 1,0 0-222,-10 13 512,10-13-382,-1 1 0,0-2 0,-1 1 1,0-1-1,0-1 0,-1 1 0,-4 1-130,-6-5-92,9-5-675,11-1 701,-1 0 0,1 0 0,0-1 0,0 1 0,0 0 0,-1 0 0,1 0 0,0 0 0,0 0 0,-1 0 0,1 0 1,0-1-1,0 1 0,0 0 0,-1 0 0,1 0 0,0 0 0,0-1 0,0 1 0,0 0 0,0 0 0,-1-1 0,1 1 1,0 0-1,0 0 0,0-1 0,0 1 0,0 0 0,0 0 0,0 0 0,0-1 0,0 1 66,0-99-4194,0 98 4278,0 0 1,0-1 0,0 1-1,0 0 1,0 0-1,0 0 1,0 0-1,0 0 1,1 0-1,-1 0 1,0 0-1,1 0 1,-1 0-1,1 0 1,-1 0-1,1 0 1,0 0-1,-1 0 1,1 0-1,0 0 1,0 1-1,0-1 1,-1 0-1,1 0 1,0 1-1,1-1-84,-1 0 165,1 1 1,-1 0-1,0 0 0,1 0 0,-1 0 0,0 0 0,0 0 1,1 0-1,-1 0 0,0 1 0,1-1 0,-1 0 0,0 1 1,0-1-1,0 1 0,1-1 0,-1 1 0,0 0 0,0 0 0,0-1 1,0 1-1,0 0 0,1 1-165,33 31 3136,15 20-3136,-23-23-298,-23-26-138,0 1 0,-1-1 0,1 1 0,-1 0 0,2 5 436,5 15-5222,-7-12-224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42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0 6489,'0'0'4796,"0"0"-3050,0 0-1039,0 0 446,0 0-229,0 0-438,-6 13 31,-20 41 5,21-44-423,-1 0 1,0 0 0,0-1 0,-1 0-1,0 0 1,0 0 0,-1-1 0,0 0-1,-6 4-99,11-10-36,0 0 0,0 0 0,0 0 0,0 0-1,0-1 1,0 1 0,0-1 0,0 0 0,-1 0 0,-1 0 36,-21 1-4616,25-2 4365,0 0 0,0-1-1,0 1 1,0-1 0,0 1-1,0-1 1,0 1 0,0-1-1,0 0 1,0 1 0,0-1-1,1 0 1,-1 0 0,0 1-1,1-1 1,-1 0 0,0 0-1,1 0 1,-1 0 0,1 0 0,-1 0-1,1 0 1,0 0 0,-1 0-1,1 0 1,0 0 0,0-1-1,0 1 1,0 0 251,-4-34-2574,4 27 2393,0 5 285,0 0 1,0 0-1,0 0 0,0 0 0,1 0 0,0-3-104,-1 6 152,0-1 0,1 0-1,-1 1 1,0-1 0,1 0-1,-1 1 1,1-1 0,-1 1 0,1-1-1,-1 1 1,1-1 0,-1 1 0,1-1-1,-1 1 1,1 0 0,0-1-1,-1 1 1,1 0 0,-1-1 0,1 1-1,0 0 1,-1 0 0,1 0-1,0-1 1,0 1 0,-1 0 0,1 0-1,0 0 1,-1 0 0,1 0-152,31 3 7333,-30-3-7064,1 1 0,-1 0-1,0 0 1,0 0 0,0 0-1,0 1 1,1-1 0,-2 1-1,1-1 1,0 1 0,1 0-269,32 30 2497,12 6-2497,13 11-4838,-45-37-22,2-8-1429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43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0 1464,'0'0'6355,"0"0"-3092,0 0-1228,0 0-197,0 0-392,0 0-761,7 3-323,-3-2-254,18 7 170,-21-8-246,-1 1 1,1-1-1,0 1 1,0-1 0,-1 1-1,1-1 1,-1 1-1,1-1 1,0 1-1,-1 0 1,1-1 0,-1 1-1,1 0 1,-1 0-1,0-1 1,1 1 0,-1 0-1,0 0 1,0 0-1,1 0 1,-1-1 0,0 1-1,0 0 1,0 0-1,0 0 1,0 0-1,0 0 1,0-1 0,-1 2-33,0 3 157,-1 1-1,0-1 1,0 1 0,-1-1 0,0 0 0,0 0 0,0 0 0,0-1 0,-1 1 0,-1 0-157,-4 6 263,-2-1 0,1-1 0,-9 6-263,13-10-153,0-1 1,-1-1 0,1 1 0,-1-1 0,0 0 0,0 0 0,0-1 0,-1 0-1,1-1 1,0 1 0,-1-1 0,1-1 0,-1 1 0,1-1 0,-3-1 152,9 1-66,1 0 1,-1 0-1,1 0 1,-1 0-1,1-1 1,-1 1-1,1 0 1,-1 0-1,1-1 1,-1 1 0,1 0-1,-1-1 1,1 1-1,-1 0 1,1-1-1,-1 1 1,1-1-1,0 1 1,-1-1-1,1 1 1,0-1-1,0 1 1,-1-1-1,1 1 1,0-1-1,0 1 1,0-1 0,0 1-1,-1-1 1,1 0-1,0 1 1,0-1-1,0 0 66,0-26-792,1 17 496,-1 9 313,0 0-1,0 0 1,0 0 0,0 0-1,0 0 1,1-1 0,-1 1-1,0 0 1,1 0 0,-1 0-1,1 0 1,-1 0 0,1 0 0,0 0-1,-1 0 1,1 0 0,0 1-1,0-1 1,-1 0 0,1 0-1,1 0-16,0 0 152,0 0 0,0 0-1,0 0 1,0 0 0,0 0-1,1 0 1,-1 1 0,0-1-1,0 1 1,3-1-152,-1 1 272,1 0 0,0 0 0,0 0 0,0 0 0,0 1 0,0 0 0,0 0 1,-1 0-1,1 1 0,3 1-272,4 3 198,-1 1 0,1 0 1,-2 1-1,6 4-198,-11-8-313,0 1 0,0-1 0,-1 1 0,0 0 0,0 0 0,0 1 0,0-1 0,-1 1 0,0 0 0,0 0 313,4 16-4439,-1-8-2794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47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 2401,'0'0'985,"0"0"3183,0 0-1129,0 0-1619,0 0-548,0 0 187,0 11 62,0 2-617,0 1 0,-3 8-504,2-18 140,0 0 0,0 0 1,-1-1-1,0 1 0,0-1 0,0 1 1,0-1-1,0 0 0,-1 0 1,0 0-1,1 0 0,-1 0 0,0 0 1,-3 1-141,-6 8 514,6-7-493,1 1 1,-1-1-1,0 0 0,0-1 1,-1 0-1,1 0 1,-1 0-1,0 0 1,0-1-1,0 0 1,-4 0-22,11-3-111,0 0 1,-1 0-1,1 0 1,0 0-1,0 0 1,-1-1-1,1 1 1,0 0-1,0 0 1,0 0-1,-1 0 1,1-1-1,0 1 1,0 0-1,0 0 1,0 0-1,0-1 1,-1 1-1,1 0 1,0 0-1,0-1 1,0 1-1,0 0 1,0 0-1,0-1 1,0 1-1,0 0 1,0 0-1,0-1 1,0 1-1,0 0 1,0 0-1,0-1 1,0 1-1,0 0 111,0-14-788,0 12 428,0-10-83,-1 8 582,1 0 1,0 0 0,0 0-1,0 0 1,1 0 0,0-2-140,-1 6 97,0-1 0,1 1 0,-1 0 1,1-1-1,-1 1 0,1 0 1,-1 0-1,0-1 0,1 1 0,-1 0 1,1 0-1,-1-1 0,1 1 0,-1 0 1,1 0-1,0 0 0,-1 0 0,1 0 1,-1 0-1,1 0 0,-1 0 0,1 0-97,16 0 1338,-12 1-858,-1-1-407,-1 1 1,0 0 0,1 0 0,-1 0 0,0 0 0,0 1 0,0-1 0,0 1-1,0 0 1,0 0 0,0 0 0,1 1-74,16 10 87,33 10-777,-16-13-6043,-17-9-3236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47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 4233,'0'0'6100,"0"0"-3650,0 0-1245,0 0 148,0 0-229,0 0-639,-1 7-154,1-1-216,-1 1 0,0-1 0,-1 0 0,1 0 0,-1 0 0,0 0 1,-1-1-1,0 1 0,1 0 0,-2-1 0,1 0 0,-1 0 0,1 0 0,-2 0-115,-1 2 47,-1 0 0,0 0 0,-1-1 0,0 0 0,0 0-47,4-4-325,0 0-1,0 0 1,0 0-1,0 0 1,0-1-1,0 0 0,0 0 1,-1 0-1,1 0 1,0-1-1,-1 1 1,1-1 325,3 0-148,1 0 1,-1 0-1,1 0 1,-1 0-1,1 0 1,0 0-1,-1 0 1,1 0-1,-1 0 1,1 0-1,-1 0 1,1-1-1,0 1 1,-1 0-1,1 0 1,-1 0-1,1 0 1,0-1-1,-1 1 1,1 0-1,0 0 1,-1-1-1,1 1 1,0 0-1,-1-1 1,1 1-1,0 0 1,0-1-1,-1 1 1,1-1-1,0 1 1,0 0-1,0-1 1,0 1-1,0-1 1,-1 1-1,1 0 1,0-1-1,0 1 0,0-1 1,0 1-1,0-1 1,0 1-1,0 0 1,0-1-1,1 1 1,-1-1-1,0 1 1,0-1-1,0 1 148,0-4 386,0 2-287,0 1 0,0 0-1,0-1 1,0 1 0,0-1-1,0 1 1,0 0 0,0-1 0,1 1-1,-1 0 1,1-1 0,-1 1-1,1 0 1,-1 0 0,1-1 0,0 1-1,-1 0 1,1 0 0,0 0-1,0 0 1,0 0 0,0 0 0,0 0-1,1 0-98,1-1 509,0 1 0,0 1 1,1-1-1,-1 0 0,0 1 0,1-1 0,-1 1 0,0 0 0,4 1-509,1-1 694,-3-1-416,0 1 0,1 0-1,-1 1 1,0-1 0,1 1 0,-1 0-1,0 0 1,0 1 0,0-1-1,2 2-277,39 18-1948,10 1 1948,-44-18-1514,6 2-3555,-1-5-2340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48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1016,'0'0'6030,"0"0"-1723,0 0-2581,0 0-333,0 0 204,0 0-610,3 7-441,6 26 111,-8-31-575,-1 1 0,0 0 0,0 0 0,0 0-1,0 0 1,0-1 0,-1 1 0,1 0 0,-1 0 0,1-1 0,-1 1 0,0 0 0,0-1 0,-1 1 0,1-1 0,0 1 0,-1-1 0,-1 2-82,-3 3 61,0 0 0,0 0 0,0-1 0,-5 3-61,7-5-93,0 0 62,-1 0 0,0 0-1,1-1 1,-1 1 0,-5 1 31,7-4-412,1 0 1,-1 0-1,0 0 1,0-1-1,0 1 1,1-1-1,-1 1 1,-3-1 411,6-1-188,-1 1 0,1-1 1,0 0-1,-1 1 0,1-1 1,0 1-1,-1-1 0,1 0 1,0 1-1,0-1 0,0 0 1,0 0-1,0 1 0,-1-1 0,1 0 1,0 1-1,1-1 0,-1 0 1,0 1-1,0-1 0,0 0 1,0 0 187,0-1-428,0-11-386,0 10 846,-1-1-1,1 0 1,1 0-1,-1 1 1,0-1 0,1 0-1,1-2-31,-2 5 167,0 0 0,1 0 0,-1 0 1,1 0-1,0 0 0,-1 0 0,1 0 0,0 1 0,0-1 0,-1 0 1,1 1-1,0-1 0,0 0 0,0 1 0,0-1 0,0 1 0,0-1 1,0 1-1,0 0 0,0-1 0,0 1 0,0 0 0,0 0 0,0 0 1,0-1-1,0 1 0,0 0 0,0 1 0,1-1-167,12 0 1342,-8-1-1012,0 1 1,-1 0-1,1 0 1,0 0-1,0 1 1,-1 0-1,1 0 1,0 1-1,-1 0 1,1 0-1,-1 0 1,0 0-331,15 9-662,0 0 0,15 4 662,-8-6-3431,0-5-3533,-10-3-1663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46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1131 1840,'0'0'4172,"0"0"-1549,0 0-1248,0 0 518,0 0 303,0 0-526,-2 16-589,-10 49-287,12-61-719,-1-1 1,0 1-1,-1-1 0,1 1 1,-1-1-1,1 0 1,-1 1-1,0-1 0,0 0 1,0 0-1,-1 0 1,1-1-1,-1 1 0,1 0 1,-1-1-1,0 1-75,-6 5 163,6-6-238,0 1-1,0-1 0,0 1 0,0-1 0,0 0 0,0 0 1,-1 0-1,1-1 0,-1 1 0,1-1 0,-1 0 1,1 0-1,-1 0 0,0 0 0,0-1 0,1 1 1,-1-1-1,0 0 0,0 0 0,-1 0 76,5-1-64,0 1 1,-1 0-1,1 0 0,0 0 0,-1-1 1,1 1-1,0 0 0,-1 0 0,1-1 1,0 1-1,0 0 0,-1-1 0,1 1 1,0 0-1,0-1 0,0 1 0,-1 0 1,1-1-1,0 1 0,0-1 0,0 1 1,0 0-1,0-1 0,0 1 0,0-1 1,0 1-1,0 0 0,0-1 0,0 1 64,-1-15-774,1 13 579,0-30-284,0 19 3027,12 13-971,-9 0-1401,0 0 0,0 1 0,-1-1 0,1 1 0,0 0 0,-1 0 0,1 0 0,0 0 0,-1 1 0,1-1-1,1 2-175,27 21 725,-20-15-564,-5-5-163,6 6-80,-1 0 0,0 0 0,1 2 82,-9-8-543,1 0 1,-1 0-1,0 1 0,-1 0 1,1-1-1,0 3 543,0 7-4799</inkml:trace>
  <inkml:trace contextRef="#ctx0" brushRef="#br0" timeOffset="2255.856">95 1975 2433,'0'0'1270,"0"0"2553,0 0-1055,0 0-873,0 0-112,0 0-208,4 11-358,9 38-360,-13-46-779,1-1 0,-1 0 0,0 1-1,0-1 1,0 1 0,0-1 0,0 0 0,0 1 0,-1-1 0,1 1-1,-1-1 1,1 0 0,-1 1 0,0-1 0,0 0 0,0 0-1,-1 0 1,1 0 0,0 0 0,-1 0 0,1 0 0,-2 2-78,-3 0 186,1 1 1,-1-1 0,0 0 0,0 0-1,0 0 1,-2 0-187,7-4 14,-3 2-225,0 0 0,-1 0-1,1-1 1,-1 1-1,1-1 1,-1 0 0,0 0-1,1-1 1,-1 1 0,0-1 211,4 0-523,1-3 314,-1 1-1,1-1 1,0 0 0,0 1 0,0-1 0,0 1-1,0-1 1,1-1 209,-1-3 73,1 6-35,-1 1-1,0 0 0,0-1 1,0 1-1,0 0 0,0-1 1,0 1-1,0 0 0,1-1 0,-1 1 1,0 0-1,0-1 0,0 1 1,1 0-1,-1 0 0,0-1 1,1 1-1,-1 0 0,0 0 0,0-1 1,1 1-1,-1 0 0,0 0 1,1 0-1,-1 0 0,0 0 1,1-1-1,-1 1 0,1 0 0,-1 0 1,0 0-1,1 0 0,-1 0 1,0 0-38,17 0 765,-11 1-318,8-1 155,-7-1-557,0 1 1,0 0 0,0 0 0,0 1 0,-1 0 0,1 0 0,0 1 0,0 0 0,1 1-46,-6-2-96,2 1-561,0 0 1,1-1-1,-1 1 0,0-1 0,1 0 0,0 0 657,7 0-6064</inkml:trace>
  <inkml:trace contextRef="#ctx0" brushRef="#br0" timeOffset="3074.841">695 3 1568,'0'0'995,"0"0"2103,0 0-384,0 0-624,0 0 118,0 0 125,0-2-481,4 14 4305,14 45-5744,-6-17 176,59 166 717,23 79-405,-66-167-703,-4 1-1,-3 28-197,12 238 17,-23 177-12,-10-472 1,-5 21 69,-15 88-75,11-127 10,-8 40-350,17-110 259,0 1 0,-1-1 0,1 1-1,-1-1 1,0 1 0,0-1 0,0 1-1,0-1 1,0 0 0,-1 1 81,1-2-119,0 0 0,0 0 0,0 0 0,0-1 0,0 1 0,0-1 0,-1 1 0,1-1 0,0 1 0,0-1 0,-1 0 0,1 1 0,0-1-1,-1 0 1,1 0 0,0 0 0,0 0 0,-1 0 0,1 0 119,-3 0-853,1 0 1,-1 0-1,1-1 0,-1 1 0,1-1 0,-1 0 853,1 0-1576,0 0 0,0-1 1,0 0-1,1 1 0,-1-1 0,-1-1 1576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45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0 1640,'0'0'4117,"0"0"-2024,0 0-522,0 0 236,0 0-200,0 0-579,-14 26-348,-47 81-20,39-72-191,11-24-92,7-7-280,1-3-185,1 1 0,-1 0 0,0-1 0,0 1 0,0-1 0,0 0-1,0 0 1,0 0 0,0 0 0,0-1 0,0 1 0,0-1 0,-1 0 0,1 0 0,-2 0 88,3 0-396,0 0 0,0-1 0,0 1 1,1 0-1,-1-1 0,0 1 0,0-1 1,0 0-1,1 1 0,-1-1 0,0 0 0,1 0 1,-1 0-1,0 0 0,1-1 0,-1 1 1,1 0-1,0-1 0,0 1 0,-1-1 0,1 1 1,0-1-1,0 0 0,0 1 0,0-1 396,-5-18-2610</inkml:trace>
  <inkml:trace contextRef="#ctx0" brushRef="#br0" timeOffset="336.719">0 106 2120,'0'0'2945,"0"0"-56,0 0-321,0 0-23,0 0-537,0 0-439,48 6-209,-34 9-48,3 3-240,0 0-367,2 0-393,4-3-312,-1 3-216,-2-6-1097,-3 0-1055,-6-6-3097,-2-6-3681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44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1464,'0'0'1478,"0"0"3459,0 0-1598,0 0-1110,0 0-323,0 0-466,4 0-799,11 0-497,-15 0-142,0 0-1,0 0 0,0 0 1,0 0-1,0 0 0,1 0 1,-1 0-1,0 0 0,0 0 0,0 0 1,0 0-1,0 0 0,1 0 1,-1 0-1,0 0 0,0 0 1,0 1-1,0-1 0,0 0 1,0 0-1,1 0 0,-1 0 0,0 0 1,0 0-1,0 0 0,0 1 1,0-1-1,0 0 0,0 0 1,0 0-1,0 0 0,0 0 0,0 0 1,0 1-1,0-1 0,1 0 1,-1 0-1,0 0 0,0 0 1,0 1-1,0-1 0,0 0 1,-1 0-1,1 0 0,0 0 0,0 1-1,0-1 0,0 3 87,-1 1 0,0 0-1,0-1 1,0 1 0,0-1 0,-1 1-1,0-1 1,1 0 0,-1 1-1,0-1 1,-1 0 0,1 0-1,-1 0-86,-35 38 1153,36-39-1120,-8 9-303,-1-1 1,0-1-1,0 1 0,-1-2 1,-11 7 269,20-20-4499,3-12 3600,0 15 527,0-3 264,0 0 244,-1 0-1,2-1 1,-1 1-1,1 0 1,-1 0-1,2 0 0,-1 0 1,0 0-1,2-2-135,-2 6 334,0 1-1,1-1 0,-1 1 0,0 0 0,0 0 0,1 0 1,-1 0-1,0 0 0,0 0 0,1 0 0,0 0-333,-1 1 362,1-1-209,1 0 0,-1 0 0,0 1 0,0-1 0,0 1 0,0-1 0,0 1 0,0 0 0,0 0 0,0 0 0,0 0 0,0 1 0,1-1-153,22 23 567,-3-4-300,-4-6-321,46 32-1162,-17-20-2950,-25-16-686</inkml:trace>
  <inkml:trace contextRef="#ctx0" brushRef="#br0" timeOffset="518.503">864 7 1592,'0'0'6083,"0"0"-1973,0 0-2287,0 0-552,0 0-97,0 0-265,-5 13-121,-18 42-107,20-49-545,0 0 0,-1 0 1,0 0-1,0 0 0,0-1 1,-1 0-1,1 0 0,-4 2-136,-8 11 282,14-16-377,-23 23 570,24-23-690,-1-1 0,0 1 1,1-1-1,-1 0 0,0 0 0,0 0 0,0 0 1,0 0-1,0 0 0,0 0 0,0-1 0,0 1 0,0-1 1,-2 1 214,4-1-1251,0-2-364,0-4 981,1 1 1,-1-1-1,1 1 0,0-1 1,1 1-1,0-2 634,-1 4 140,-1 1-1,1 0 1,0 0-1,0 0 0,0 0 1,0 1-1,0-1 0,1 0 1,-1 0-1,1 1 1,-1-1-1,1 0 0,-1 1 1,1 0-1,0-1 1,0 1-1,0 0 0,1-1-139,-1 1 284,0 1 0,-1 0 0,1-1-1,0 1 1,0 0 0,0 0-1,0 0 1,-1 0 0,1 0-1,0 1 1,0-1 0,0 0 0,-1 1-1,1-1 1,0 1 0,0 0-1,-1 0 1,1 0 0,-1-1-1,1 2-283,5 2 290,-1 1-1,1 1 0,-1-1 0,1 2-289,7 8 628,73 48-2264,-73-53-1450,-2-8-2882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52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7 1512,'0'0'803,"0"0"772,0 0 1022,0 0-295,0 0-601,0 0-230,4-1-164,-1-1-702,5 0-448,-1 1 8015,-7 5-7867,-2 37 19,-1-1-1,-3 1 0,-1-1 0,-3 2-323,-20 112 1284,0 54-1284,-2 160 815,15 376 769,19-657-1462,4-1 0,4 0 1,5 9-123,8 16 50,5 0 1,9 9-51,-27-86-140,2-1 0,1-1 0,1 0 0,2-1 0,2 0 0,10 13 140,-27-42-163,1 0 0,-1 0 0,1 0 0,-1 0 0,1 0 0,0 0 0,0 0 0,0 0 0,0-1 0,0 1 0,0-1 0,0 1-1,0-1 1,1 0 0,-1 0 0,0 0 0,1 0 0,-1-1 0,3 1 163,-5-1-60,0 0 0,1 0 0,-1 0-1,0 0 1,0 0 0,1 0 0,-1 0 0,0 0-1,1 0 1,-1 0 0,0 0 0,0 0 0,0 0-1,1-1 1,-1 1 0,0 0 0,0 0 0,1 0-1,-1 0 1,0-1 0,0 1 0,0 0 0,0 0-1,1-1 1,-1 1 0,0 0 0,0 0 0,0-1-1,0 1 1,0 0 0,0 0 0,0-1 0,0 1-1,0 0 1,0 0 0,0-1 60,4-23-4312,-1-11-2844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56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1 1344,'0'0'1089,"0"0"1399,0 0-109,0 0-397,0 0-146,0 0-110,3 2-211,10 9-143,-12-10-1257,-1-1 0,1 1-1,-1 0 1,0 0 0,1 0-1,-1-1 1,0 1-1,1 0 1,-1 0 0,0 0-1,0 0 1,0 0 0,0 0-1,0 0 1,0-1 0,0 1-1,0 0 1,0 0 0,0 0-1,-1 0 1,1 0-1,0 0 1,0 0 0,-1-1-1,1 1 1,-1 0-115,-4 7 201,0-1 0,0 1 0,-1-2 0,0 1 1,0 0-202,-15 17 386,-47 55 498,-18 23-533,86-102-406,0 0 1,0 0-1,0 0 0,0 0 0,0 0 0,0 0 0,-1 0 0,1 0 1,0 0-1,0 0 0,0 0 0,0 0 0,0 0 0,0 0 0,0 0 1,0 0-1,-1 0 0,1 0 0,0 0 0,0 0 0,0 0 0,0 0 1,0 0-1,0-1 0,0 1 0,0 0 0,0 0 0,0 0 0,0 0 1,0 0-1,0 0 0,0 0 0,0 0 0,0-1 0,-1 1 0,1 0 1,0 0-1,0 0 0,0 0 0,0 0 0,0 0 0,0 0 1,1 0-1,-1-1 0,0 1 0,0 0 0,0 0 0,0 0 0,0 0 1,0 0-1,0 0 0,0 0 0,0-1 55,-1-14-928,1-20 684,5 1 159,-3 23 569,0 0 1,-1-1-1,0 0-484,-1 12 640,0 0-58,0 0-140,6 0 128,-4 1-533,0-1 1,-1 1-1,1 0 0,0 0 1,-1 0-1,0 0 1,1 1-1,-1-1 0,1 0 1,-1 1-1,0-1 1,0 0-1,0 1 0,0 0 1,0-1-1,0 1 1,0 0-38,6 8 205,4 3 63,1-1 0,1-1 0,0 0-1,0 0 1,3 0-268,17 14-1720,-2 3-5122,-30-27-2477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58.6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 1424,'0'0'2474,"0"0"2363,0 0-1727,0 0-1055,0 0-122,0 0-134,3 0-464,14 0 34,-17 13-719,-1-9-565,1 0-1,-1 0 1,1 0 0,-1 0 0,-1 0-1,1-1 1,0 1 0,-1 0-1,0 0 1,0-1 0,0 2-85,-30 37 431,17-23-390,-12 11 19,-5 8-133,32-38 51,-8 9 55,8-9-102,0 0 0,0 1 1,0-1-1,0 0 0,0 0 1,-1 1-1,1-1 0,0 0 0,0 0 1,0 0-1,-1 1 0,1-1 1,0 0-1,0 0 0,0 0 0,-1 0 1,1 1-1,0-1 0,0 0 0,-1 0 1,1 0-1,0 0 0,0 0 1,-1 0-1,1 0 0,0 0 0,0 0 1,-1 0-1,1 0 0,0 0 0,0 0 1,-1 0-1,1 0 0,0 0 1,0 0-1,-1 0 0,1 0 0,0 0 1,0-1-1,-1 1 0,1 0 1,0 0 67,0-2-304,1 0 0,-1 0-1,0 0 1,0 1-1,0-1 1,0 0 0,0 0-1,0 0 1,-1-1 305,1-5-484,0-50 1217,0 57 69,0 1 27,0 0-105,2 0-584,0 1 0,1-1-1,-1 1 1,0 0 0,0 0-1,1 0 1,-1 0 0,0 0-1,0 0 1,0 1 0,0-1-1,0 1 1,-1-1 0,1 1-1,0 0 1,-1-1 0,1 1-140,10 9 274,2 1-416,0-2-1,1 0 1,6 2 142,-12-7-904,0-1 0,0-1 1,0 1-1,2-1 904,10 1-4801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59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1 3753,'0'0'1099,"0"0"2818,0 0-1645,0 0-636,0 0 333,0 0-408,2 0-719,-1 0-793,0 1 0,0-1-1,-1 0 1,1 0 0,0 0 0,0 1 0,-1-1-1,1 0 1,0 1 0,-1-1 0,1 0 0,0 1 0,-1-1-1,1 1 1,-1-1 0,1 1-49,0 0 60,-1 0-1,0 0 1,1 0-1,-1 0 1,0 0-1,1 0 1,-1 0-1,0 0 1,0 0-1,0 0 1,0 0 0,0 0-1,0 0 1,0 0-1,-1-1 1,1 1-1,0 0 1,0 0-1,-1 1-59,-2 4 177,1 1 0,-1-1 0,-1 0-1,1 0 1,-1 0 0,0 0 0,-1-1 0,-1 2-177,-42 43 340,47-50-341,-6 7-328,-1-1 0,0 0 0,0-1 0,0 1-1,-6 1 330,14-7-70,0 0-1,0 0 0,0 0 0,0 0 1,0 0-1,0 0 0,0 0 0,0 0 1,0 0-1,0 0 0,-1 0 0,1 0 1,0 0-1,0 0 0,0 0 1,0 0-1,0 0 0,0 0 0,0 0 1,0 0-1,0 0 0,0 0 0,-1 0 1,1 0-1,0 0 0,0 0 0,0 0 1,0-1-1,0 1 0,0 0 0,0 0 1,0 0-1,0 0 0,0 0 0,0 0 1,0 0-1,0 0 0,0 0 0,0 0 1,0 0-1,0-1 0,0 1 0,0 0 1,0 0-1,0 0 0,0 0 0,0 0 1,0 0-1,0 0 0,0 0 0,0 0 1,0 0-1,0-1 0,0 1 1,0 0-1,0 0 0,0 0 0,0 0 1,0 0-1,0 0 71,2-11-944,6-11 1051,-4 9-16,-3 8 480,1 1 0,-1-1 0,1 1 0,0 0 0,0-1 0,3-3-571,-4 8 983,-1 0-128,14 1 1072,-9 3-1801,1 1 0,-2-1 0,1 1 1,3 4-127,15 14-186,-4-8-2720,2-1 0,8 4 2906,-9-5-5927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6:00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1 120,'0'0'7703,"0"0"-4765,0 0-1795,0 0 572,0 0 292,0 0-444,-1 15-281,-1 7-42,-5 20-1240,6-38 106,0 0 1,-1 0-1,1 0 0,-1 0 1,0-1-1,0 1 0,0 0 1,-1-1-1,1 1 0,-1-1 1,0 0-1,-2 3-106,-4 2 175,3-1-62,0 0-1,-1-1 1,0 1-1,0-2 1,-5 4-113,9-7-155,-1 0 1,0 0-1,0 0 1,0 0-1,-1-1 0,1 1 1,0-1-1,-1 0 0,1 0 1,-1-1-1,1 1 1,-1-1 154,4-12-2137,1-5 1193,-1 4 507,1 0 0,2-12 437,-2 24 74,0 1 0,0-1-1,1 1 1,-1-1 0,0 1-1,1-1 1,-1 1 0,1 0-1,-1-1 1,0 1 0,1-1-1,-1 1 1,1 0 0,-1-1-1,1 1 1,-1 0 0,1 0-1,-1-1 1,1 1 0,0 0-1,-1 0 1,1 0 0,-1 0-1,1 0 1,0 0 0,-1 0-1,1 0 1,-1 0 0,1 0-1,-1 0 1,1 0 0,0 0-74,0 0 136,1 0 1,-1 0 0,1 1-1,-1-1 1,1 0-1,-1 1 1,1-1 0,-1 1-1,1-1 1,-1 1 0,0 0-1,1 0-136,3 4 214,0-1-1,-1 1 0,0 1 0,0-1 1,2 5-214,-5-8-251,1 0 1,-1 0 0,0 0 0,0 0 0,0 1 0,-1-1 0,1 0 0,-1 0 0,1 0 0,-1 1 0,0-1-1,1 0 1,-1 1 0,0-1 0,-1 0 0,1 1 0,0-1 0,-1 0 250,-3 3-6075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6:01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1 1280,'0'0'2833,"0"0"2084,0 0-1994,0 0-1178,0 0-285,0 0-327,4 0-432,11 0-171,-15 0-514,0 0 0,0 0 0,0 0 0,0 0 0,0 0 0,0 0-1,0 0 1,0 0 0,1 0 0,-1 0 0,0 0 0,0 0 0,0 0 0,0 0-1,0 0 1,0 0 0,0 0 0,0 0 0,1 0 0,-1 0 0,0 0 0,0 0-1,0 0 1,0 0 0,0 0 0,0 0 0,0 0 0,1 0 0,-1 0-1,0 0 1,0 0 0,0 0 0,0 0 0,0 1 0,0-1 0,0 0 0,0 0-1,0 0 1,0 0 0,0 0 0,0 0 0,0 0 0,0 0 0,1 0 0,-1 1-1,0-1 1,0 0 0,0 0 0,0 0 0,0 0 0,0 0 0,0 0-1,0 0 1,0 1 0,0-1 0,0 0 0,0 0 0,-1 0 0,1 0 0,0 0-1,0 0 1,0 0 0,0 1 0,0-1 0,0 0 0,0 0 0,0 0-1,0 0-14,-1 1 161,-2 6 24,0-1 0,-1 0 0,0 0 0,-1 0 0,1 0 0,-1-1 0,0 0 0,0 0 0,-6 4-186,-11 13 120,18-19-213,1 1 1,-1 0 0,0-1-1,0 0 1,0 0-1,-1 0 1,-1 0 92,6-5-5303,3-4 3758,5-8 853,2-2-75,-8 11 1061,0 1 0,1 0 0,0 0-1,0 0 1,0 0 0,0 0 0,0 1 0,1-1 0,0 1 0,1-1-294,-3 3 248,0 0 0,0 1 0,0-1 0,0 0 0,0 1 0,0-1 0,0 1 0,0 0 0,1 0 0,-1 0 0,0 0 0,0 0 0,0 0 0,0 1 0,0-1-1,1 1 1,-1-1 0,0 1 0,0 0 0,0 0 0,0 0 0,0 0 0,1 1-248,5 3 306,0 2 0,0-1 0,0 1 0,4 5-306,5 5 145,-3-6-436,0-1 0,0 0 0,7 3 291,24 11-3833,-23-12-1474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6:01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0 8274,'0'0'2794,"0"0"-1215,0 0 85,0 0 114,0 0-610,0 0-286,-1 13-1,-8 43 11,8-51-799,-1 0 0,0 0-1,0 0 1,0-1-1,-1 1 1,1-1 0,-1 1-1,0-1 1,0 0 0,-1 0-1,1 0 1,-1 0-1,0-1 1,-3 3-93,1 0 68,-10 9 12,13-11-119,-1 0 1,1 0 0,-1 0 0,0-1 0,0 0-1,0 0 1,-1 0 0,1 0 0,-1-1 0,1 0-1,-2 1 39,6-3-109,0 0 1,0 0-1,-1 0 0,1-1 0,0 1 0,-1 0 0,1 0 0,0 0 0,0 0 0,-1 0 0,1 0 0,0 0 0,0-1 0,0 1 0,-1 0 0,1 0 0,0 0 0,0-1 0,0 1 0,-1 0 0,1 0 0,0-1 0,0 1 0,0 0 0,0 0 0,0-1 0,-1 1 0,1 0 0,0 0 0,0-1 0,0 1 0,0 0 0,0 0 0,0-1 0,0 1 0,0 0 0,0-1 0,0 1 0,0 0 0,0 0 109,1-17-1174,-1 12 649,-1-9-117,2-21 1037,0 35-202,0-1 1,0 1-1,0 0 0,0-1 0,0 1 1,0 0-1,0 0 0,0-1 1,0 1-1,0 0 0,0 0 0,0 0 1,0 1-1,0-1 0,1 0-193,1 0 331,0 0-158,1 1-1,-1-1 1,1 0 0,-1 1-1,0 0 1,1 0-1,-1 0 1,0 0-1,0 1 1,0-1 0,0 1-1,0 0 1,0 0-1,0 0 1,-1 0 0,1 0-1,-1 1 1,1-1-1,0 2-172,12 10 121,-2-4-889,0-1 1,1-1 0,0 0-1,2 0 768,-6-2-1485,8 3-3514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6:02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0 1840,'0'0'7739,"0"0"-4311,0 0-1732,0 0-42,0 0-314,0 0-462,-3 10 99,2-8-910,-2 10 195,-1-2 0,-1 1 0,0 0 0,0-1 0,-1 0 0,-1 1-262,7-11 5,-9 14 107,-1 0 0,-1 0 0,0-1 0,-1-1 0,-1 0 1,1 0-1,-2-1-112,13-10-175,-1-1-1,1 1 1,-1 0 0,1 0 0,-1-1 0,1 1 0,-1-1 0,0 1 0,1-1-1,-1 0 1,0 0 0,1 0 0,-1 0 0,0 0 0,0 0 175,-1 0-810,2-2 488,0 0 1,1-1-1,-1 1 0,1 0 0,0-1 1,-1 1-1,1 0 0,0-1 0,0 1 1,1 0-1,-1-2 322,0 0-365,0-5 80,1-17-115,-1 25 511,0-1 0,1 1 0,-1 0 0,0 0 1,1 0-1,-1 0 0,1 0 0,-1 0 0,1 0 0,0 0 0,-1 0 0,1 0 0,0 0 0,0 0 0,0 1 0,-1-1 1,1 0-1,0 0 0,0 1 0,0-1-111,1 0 244,0 0 1,0 0-1,0 0 0,0 1 1,0-1-1,0 0 1,1 1-1,-1 0 1,0-1-1,0 1 0,0 0 1,0 0-1,1 0 1,-1 0-1,0 1 1,0-1-1,0 1 0,0-1 1,0 1-1,0 0 1,1 0-1,-2 0 0,3 0-244,2 4 23,0-1-1,0 1 0,0 0 0,0 1 0,-1 0 0,0 0-22,19 17 11,-16-16-779,1-1 0,0 0 0,0 0 0,7 3 768,-8-5-2638,0-1 0,0 0 0,6 1 2638,4-3-8451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6:02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0 1176,'0'0'3714,"0"0"2085,0 0-2626,0 0-1390,0 0-292,0 0-379,2 6-524,-1-4-531,0 0 1,-1 0-1,1 0 1,-1 1-1,1-1 1,-1 0-1,0 0 1,0 1-1,0-1 1,0 0-1,0 0 1,-1 1-1,1-1 0,-1 0 1,1 0-1,-1 0 1,0 1-1,0-1 1,0 0-1,0 0 1,0 0-1,-1-1 1,0 2-58,-8 13 404,-26 37 1255,-33 36-1659,67-86-43,-1-1-1,0 1 1,1 0 0,-1-1 0,-1 0 0,1 0 0,0 1 0,0-2-1,-1 1 1,1 0 0,-4 0 43,0 0-707,1-1 0,-1 0 0,0 0 0,0 0 0,1-1 0,-3 0 707,9 0-124,-1 0 0,1 0 1,-1 0-1,1 0 0,-1 0 0,1 0 1,-1-1-1,1 1 0,-1 0 0,1 0 1,-1-1-1,1 1 0,-1 0 1,1-1-1,-1 1 0,1 0 0,0-1 1,-1 1-1,1-1 0,-1 1 0,1-1 1,0 1-1,0 0 0,-1-1 1,1 1-1,0-1 0,0 1 0,0-1 1,-1 0-1,1 1 0,0-1 0,0 1 1,0-1-1,0 1 124,0-24-1268,0 16 1050,0-2 240,0-8 331,0 18-239,0-1 1,0 1-1,0 0 0,0-1 1,0 1-1,0-1 1,0 1-1,1 0 0,-1-1 1,0 1-1,0 0 1,0-1-1,1 1 0,-1 0 1,0-1-1,0 1 1,1 0-1,-1-1 0,0 1 1,1 0-1,-1 0 1,0-1-1,1 1 0,-1 0 1,0 0-1,1 0 1,-1 0-1,0 0 0,1-1 1,-1 1-1,1 0 1,-1 0-1,0 0 0,1 0-114,4 0 352,0 0 0,0 0 0,0 0 0,-1 1 0,1-1 0,0 1 0,0 0 0,-1 1-1,1-1 1,-1 1 0,1 0 0,-1 0 0,1 0 0,2 3-352,24 17 310,18 12-3522,-45-31-1017,-4-3-2464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6:03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 1224,'0'0'4140,"0"0"-302,0 0-1568,0 0-183,0 0 279,0 0-263,6-2-473,17-6-362,-18 6-257,-5 2-284,2 3-377,14 38 31,-2 0-1,-2 1 1,4 28-381,-5-28 281,26 130 306,-7 1 0,-8 2 0,-7 0-1,-7 74-586,-8-155 46,-1 149 114,-4-157-72,-11 67-88,-32 109-107,42-198-989,6-62 896,-1 1 0,1-1 0,0 0-1,-1 1 1,1-1 0,-1 1 0,0-1 0,0 0 0,0 2 200,0-4-341,1 1 0,-1 0 1,0 0-1,1 0 0,-1-1 0,0 1 0,0 0 1,1-1-1,-1 1 0,0 0 0,0-1 0,0 1 1,0-1-1,0 0 0,0 1 0,0-1 341,-10 1-6562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5:21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1 346 1256,'0'0'522,"0"0"-6,0 0 1210,0 0 411,0 0-328,0 0 26,0-7 163,0-16-507,0 5 4124,0 18-4496,0 0-960,0-1-1,1 1 0,-1 0 1,0-1-1,1 1 1,-1 0-1,0 0 0,1 0 1,-1-1-1,1 1 1,-1 0-1,1 0 0,-1 0 1,0 0-1,1 0 1,-1 0-1,1 0 0,-1 0 1,1 0-1,-1 0 1,1 0-1,-1 0-158,199-8-832,-1 1-1041,-138 7-2876,-67 0 4774,1 0 0,-1 0-1,1 0 1,-1 1 0,1 0-1,-1 0 1,1 1 0,0 0-1,0 0 1,0 0-1,0 1 1,0 0 0,0 0-1,1 1 1,0-1 0,-1 1-1,1 0 1,0 1 0,-1 1-25,-2 3 158,0 0 0,1 0 0,0 1 0,0 0 0,1 1 0,0-1 0,1 1 0,0 0 0,1 0 0,0 1 0,1-1 0,0 1 0,0 4-158,-2 23 333,2 0-1,1 1 1,3 15-333,-1-18 68,2-6 25,3 23-93,0-11-1307,-3 0-3569,-4-32-323,-7-7-1948</inkml:trace>
  <inkml:trace contextRef="#ctx0" brushRef="#br0" timeOffset="368.982">85 841 3449,'0'0'5264,"0"0"-525,0 0-2436,0 0-538,0 0 148,0 0-691,7 1-740,269 2-697,-161-4-6219,-90 1 1776,-9-3-795</inkml:trace>
  <inkml:trace contextRef="#ctx0" brushRef="#br0" timeOffset="923.985">527 619 536,'0'0'7079,"0"0"-3429,0 0-2324,0 0-505,0 0 161,0 0-387,4 10-165,-1-4-341,1 1 34,-1 0 0,0 0 0,0 0 0,-1 1 0,0-1 0,-1 1-1,1-1 1,-1 1 0,-1 0-123,2 24 743,0-9-312,-1 0 0,-1 0-1,-2 8-430,4-48-110,2 0 1,0 0-1,1 0 0,0 1 0,2 0 0,5-12 110,-6 18-112,-1 0-1,2 0 0,-1 0 1,1 0-1,1 1 0,-1 1 1,2-1-1,-1 1 0,1 0 1,5-2 112,-13 9 4,-1 0 0,1 1 1,-1-1-1,1 1 0,0-1 0,-1 1 1,1 0-1,0-1 0,-1 1 1,1 0-1,0-1 0,-1 1 0,1 0 1,0 0-1,0 0 0,-1-1 1,1 1-1,0 0 0,0 0 1,0 0-1,-1 0 0,1 1 0,0-1 1,0 0-1,-1 0 0,1 0 1,0 0-1,-1 1 0,1-1 1,0 0-1,0 1 0,-1-1 0,1 1 1,-1-1-1,1 1 0,0-1 1,-1 1-1,1-1 0,-1 1 0,1-1 1,-1 1-1,0 0 0,1 0-4,1 3 66,0 1 0,-1 0 0,1-1 0,-1 1 0,0 0 0,0 3-66,1 4 101,2 9 91,1 8-26,1-1 1,2 0-1,5 11-166,-8-29 2,-5-10-11,1 0-1,-1 1 1,0-1-1,0 0 0,0 0 1,0 0-1,0 0 1,0 0-1,0 0 1,0 0-1,0 0 1,1 0-1,-1 1 1,0-1-1,0 0 0,0 0 1,0 0-1,0 0 1,0 0-1,1 0 1,-1 0-1,0 0 1,0 0-1,0 0 0,0 0 1,0 0-1,0 0 1,1 0-1,-1 0 1,0 0-1,0 0 1,0 0-1,0 0 1,0 0-1,0-1 0,1 1 1,-1 0-1,0 0 10,8-17-754,4-21-1921,7-12 2675,-13 36-230,1 0-1,0 0 1,1 1 0,1 0 0,1 0 230,-9 11 129,0 1 0,0 0 0,0 0 0,1 0 0,-1 0 0,0 0 1,1 0-1,-1 0 0,1 1 0,-1-1 0,1 0 0,-1 1 0,1 0 0,-1-1 0,1 1 0,0 0 1,-1-1-1,1 1 0,0 0 0,-1 0 0,1 0 0,-1 1 0,2-1-129,-2 0 137,0 0-101,-1 0 1,1 1-1,0-1 0,0 0 1,0 1-1,-1-1 1,1 1-1,0-1 0,-1 1 1,1-1-1,0 1 1,-1-1-1,1 1 0,-1-1 1,1 1-1,-1 0 1,1-1-1,-1 1 0,1 0 1,-1 0-1,0-1 0,1 1 1,-1 0-1,0 0 1,0 0-1,1 0-36,5 28 389,-5-22-300,4 19-560,-2 1-1,-1 1 472,-1 26-6216,-1-37 159</inkml:trace>
  <inkml:trace contextRef="#ctx0" brushRef="#br0" timeOffset="2233.761">1050 532 4505,'0'0'5016,"0"0"-2729,0 0-724,0 0 256,0 0-263,0 0-508,7 30-171,24 103 102,-26-110-510,-1 1 1,-1-1-1,0 25-469,-3-23 265,6 350 1126,-6-375-1586,0 0 7,8-96-2791,5 1 0,17-60 2979,-24 127-195,1 1 0,11-24 195,-15 42 61,1 1 0,0 0 0,1 0 0,0 0 0,0 0 0,1 1 0,0-1 0,0 1 0,0 1 0,5-3-61,-11 8 30,1 1 0,-1-1 0,1 1 0,-1 0 1,1-1-1,-1 1 0,1 0 0,0-1 0,-1 1 0,1 0 1,0 0-1,-1 0 0,1 0 0,0 0 0,-1 0 0,1 0 0,0 0 1,-1 0-1,1 0 0,0 0 0,-1 0 0,1 0 0,0 0 0,-1 1 1,1-1-1,0 0 0,-1 1 0,1-1 0,-1 0 0,1 1 0,-1-1 1,1 0-1,-1 1 0,1-1-30,14 19-288,-14-16 279,13 17-513,-4-3-92,1 0 1,1-1 0,0 0 0,1-1-1,11 10 614,-19-21 142,0-1 0,1 1 0,-1-1 0,1 0 0,0 0 0,0 0 0,0-1 1,0 0-1,0 0 0,6 0-142,6 1 1026,0-2 1,-1 0 0,6-1-1027,-21 0 45,-1-1-1,1 1 1,0 0-1,-1-1 1,1 0-1,-1 1 1,1-1-1,-1 0 0,1 0 1,-1 0-1,0 1 1,1-2-1,-1 1 1,0 0-1,0 0 1,0 0-1,0-1 1,0 1-1,0 0 1,0-1-1,0 1 1,0-1-1,-1 1 0,1-1 1,0 1-1,-1-1-44,3-5 42,-1 1-1,-1-1 0,1 1 1,-1-1-1,0 0 1,0-1-42,0-13 35,0 0 1,-2 0-1,-1-7-35,2 26-8,-1-1 1,0 1-1,0 0 0,1 0 0,-2-1 1,1 1-1,0 0 0,0 0 0,-1 0 0,1 0 1,-1 0-1,1 1 0,-1-1 0,0 0 1,0 1-1,0-1 0,0 1 0,0 0 8,1 0-18,1 1-41,0 0-5,0 0-54,0 0-164,10 0-546,78-7-29,36 5 857,-121 2-29,0 0 0,0 0 0,0 1-1,0-1 1,0 1 0,1 0 0,-1 0-1,-1 0 1,1 0 0,0 0-1,0 0 1,0 1 0,-1 0 0,1-1-1,0 1 1,-1 0 0,0 0 0,2 2 29,-1 0 8,0 1 1,0-1 0,0 0 0,-1 1 0,1-1 0,-1 1 0,0 0-1,-1 0 1,1 0 0,-1 0 0,0 3-9,1 4 265,0 0-1,-2 1 1,1 0-1,-2-1 1,0 3-265,1-14 43,0 1 1,-1-1-1,1 1 1,0-1 0,-1 1-1,1-1 1,-1 1-1,0-1 1,1 0-1,-1 1 1,0-1-1,0 0 1,0 1-1,0-1 1,0 0-1,0 0 1,0 0-1,-1 0 1,1 0-1,-1 0-43,-1 1 38,0-1 0,1 0 0,-1 0 0,0 0 0,0 0 0,1 0-1,-1-1 1,0 1 0,0-1 0,0 0 0,-1 0-38,3-3-79,1-4-251,0 0 0,1 0 0,0 0 1,1-6 328,-1 10-99,0 0 0,0 0-1,0 0 1,1 0-1,-1 0 1,1 0 0,0 0-1,0 1 1,0-1-1,0 1 1,0-1 0,1 0 100,3-1-69,-1-1 0,0 1 0,1 0 0,0 1 0,0 0 0,0 0 0,0 0 0,0 0 0,1 1 0,-1 0 0,2 0 69,8-1-120,0 1-1,0 1 1,0 0-1,4 1 121,-17 0-38,0 1 0,0-1 0,0 1 0,0 0 0,0 0 0,-1 0 0,1 0 0,0 0 0,0 1 0,-1-1 0,1 1 0,-1 0 0,1 0 0,-1 0 0,0 0 0,1 0 0,-1 0 0,-1 1 0,1-1 0,0 1 0,0-1 0,-1 1 0,1 0 0,0 1 38,1 3-1,0 1 0,0-1 0,-1 1 0,0-1 0,0 1 0,0 0 0,-1 0 0,-1 0 0,1 2 1,-1-8 16,0 0 1,0 1-1,0-1 1,0 0-1,-1 0 0,1 0 1,-1 0-1,1 0 1,-1 0-1,0 0 1,1 0-1,-1 0 0,0 0 1,-1 0-1,1 0-16,-1 0 30,0 0-1,0 0 1,0-1-1,-1 1 1,1-1-1,0 1 1,-1-1-1,1 0 1,-1 0-1,0 0 1,-2 1-30,-4 0 46,-1 0 1,1 0-1,-1 0 0,0-1 1,1-1-1,-6 0-46,15 0-4,-1 0 0,1 0-1,0 0 1,-1 0 0,1-1-1,0 1 1,-1 0 0,1 0-1,0 0 1,-1-1 0,1 1-1,0 0 1,-1 0 0,1-1 0,0 1-1,0 0 1,-1 0 0,1-1-1,0 1 1,0 0 0,0-1-1,0 1 1,-1 0 0,1-1-1,0 1 1,0-1 0,0 1-1,0 0 1,0-1 0,0 1-1,0 0 1,0-1 0,0 1-1,0-1 1,0 1 0,0 0-1,0-1 5,2-15-413,0 11 291,-1 1 0,1-1-1,0 1 1,1 0 0,-1 0 0,1 0 0,0 0 0,0 0 0,0 1-1,0-1 1,0 1 0,1 0 0,2-1 122,9-8-660,1 1 1,11-6 659,-15 10-222,2 0 1,-1 1 0,1 0-1,0 2 1,0-1 0,0 2-1,7-2 222,-8 3 432,0 1 0,0 0 0,1 1-1,-1 0 1,3 2-432,-15-2 55,1 0 1,-1 1-1,1 0 0,-1-1 1,0 1-1,1 0 0,-1 0 1,0 0-1,0-1 0,0 1 1,0 1-1,0-1 0,0 0 1,0 0-1,0 0 0,0 0 0,0 1 1,0-1-1,-1 0 0,1 1 1,-1-1-1,1 1 0,-1-1 1,1 1-1,-1-1 0,0 1 1,0-1-1,1 1-55,0 8 302,0 0 1,0 0-1,-1 8-302,0-15 103,0 10-20,1-5-104,-1-1 1,0 0 0,-1 0-1,0 2 21,1-8-138,0 0 0,-1 1-1,1-1 1,0 0 0,-1 1-1,1-1 1,-1 0 0,1 0-1,-1 0 1,0 1 0,1-1-1,-1 0 1,0 0 0,0 0-1,0 0 1,0 0 0,0-1-1,0 1 1,0 0 0,0 0-1,0-1 1,0 1 0,-2 0 138,-14 1-4629</inkml:trace>
  <inkml:trace contextRef="#ctx0" brushRef="#br0" timeOffset="2585.027">2172 499 10298,'0'0'856,"0"0"-856,0 0-72,0 0-1712</inkml:trace>
  <inkml:trace contextRef="#ctx0" brushRef="#br0" timeOffset="3573.822">2386 1 912,'0'0'6996,"0"0"-4299,0 0-1853,0 0 399,0 0 308,5 29-468,14 98-202,-16-95-133,-1 0-1,-2 25-747,-1-22 422,18 399 2100,-11-358-2238,-6-79-380,1 0 0,-1-1-1,1 1 1,0 0 0,0 0 0,0 0 0,1 0 0,-1 0 0,1 0 0,-1 1 0,1-1-1,0 0 1,0 1 0,1-1 96,3-4-223,0 1 0,0 1 0,0-1 0,7-3 223,-5 3-95,1 1 1,0 0-1,0 1 0,0 0 1,1 1-1,-1 0 0,1 0 1,0 1-1,5-1 95,15 0-322,-1 1 0,17 2 322,-34 0-39,-7 0 15,0 0 0,0 0 0,0 1 0,1 0 1,-1 0-1,0 0 0,0 0 0,0 1 0,-1 0 0,2 0 24,-3 0-7,-1-1-1,0 0 1,0 1 0,0 0 0,0-1-1,0 1 1,-1 0 0,1 0-1,0 0 1,-1 0 0,0 1 0,1-1-1,-1 0 1,0 0 0,0 1-1,0-1 1,0 1 0,-1-1 0,1 1-1,-1-1 1,0 1 7,2 4 13,-2 1 1,1-1-1,-1 0 1,0 1-1,-1-1 1,1 0-1,-2 5-13,1-7 13,-1-1-1,1 0 1,-1 0-1,1 0 0,-1 0 1,0 0-1,0 0 1,-1-1-1,1 1 1,-1-1-1,0 0 1,0 1-1,0-1-12,-9 7 35,0-1 1,0-1-1,-1 0 1,0 0-1,0-1 1,-1-1-1,0 0 1,0-1-1,0-1 1,-1 0-1,1 0 1,-1-2-1,0 0 1,0-1-1,-9 0-35,23-1 3,1 0 0,-1 0 0,0 0 0,1 0 0,-1 0 0,0 0 0,0 0 0,1 0 0,-1 0 0,0 0 0,1-1-1,-1 1 1,0 0 0,1 0 0,-1-1 0,0 1 0,1-1 0,-1 1 0,1 0 0,-1-1 0,0 1 0,1-1 0,-1 0-3,1 0 2,0 0 0,-1 0 0,1-1 0,0 1 0,-1 0 0,1 0 0,0-1 0,0 1 0,0 0 0,0-2-2,0 0-20,0-1 2,0-1-1,0 1 0,0 0 1,0 0-1,0 0 1,1 0-1,0 0 0,0 0 1,0 0-1,0 0 1,1 1-1,0-1 0,-1 0 1,1 1-1,0-1 1,1 1-1,-1 0 0,3-3 19,15-12 31,1 0 0,1 1 1,0 2-1,1 0 0,25-12-31,-8 4 48,16-12-48,-42 24-56,1 0 0,-2-1 0,0 0 0,0-1 0,-1-1 0,0 0-1,7-13 57,-11 15-216,-2-1-1,1 0 1,-1 0-1,-1 0 0,0-1 1,-1 1-1,-1-1 0,0 0 1,-1-1-1,0-1 217,0-35-1262,-3-33 1262,1 75 2,-1-3 27,0 0-1,-1 0 1,-1 0 0,0 0 0,0 1 0,-1-1-1,-3-6-28,-3-3 290,-1 1 0,0 0 0,-8-9-290,16 25 137,-1 0-1,1 0 1,-1 0 0,1 0 0,-3-2-137,5 5 42,0 1 0,0-1 0,0 0 1,0 0-1,-1 1 0,1-1 0,0 0 0,0 1 1,0-1-1,-1 1 0,1 0 0,0-1 0,0 1 0,-1 0 1,1 0-1,0 0 0,0 0 0,-1 0 0,1 0 0,0 0 1,-1 0-1,1 0 0,0 0 0,-1 1-42,2-1 12,-1 0-1,1 1 0,0-1 1,-1 0-1,1 1 0,-1-1 1,1 1-1,0-1 0,-1 0 1,1 1-1,0-1 0,0 1 1,-1-1-1,1 1 0,0-1 1,0 1-1,0-1 0,-1 1 1,1-1-1,0 1-11,-5 23 317,1 0 0,1 1 0,1 0 0,1 14-317,-1-9 298,-1 316 2075,4-212-1695,-2-116-608,1 0 1,1 0-1,1 0 0,0 0 1,1 0-1,1 0 0,1-1 1,1 1-71,-2-8-4,0 1 0,1-1 1,1-1-1,-1 1 0,2-1 1,-1 0-1,3 3 4,-5-9-7,-1 1-1,1-1 1,0 0-1,0 0 1,0 0-1,0 0 1,1-1 0,-1 0-1,1 0 1,-1 0-1,1 0 1,0-1-1,0 1 1,0-1 0,0 0-1,0-1 1,1 1 7,3-1-62,1 0 0,-1 0 0,1-1 1,-1 0-1,4-1 62,-9 1-46,1 0 1,-1 0 0,0-1-1,1 0 1,-1 0-1,0 0 1,0-1 0,0 1-1,0-1 1,-1 0-1,3-2 46,2-2-103,-1-1 0,0-1-1,0 1 1,-1-1 0,5-8 103,-8 12-35,0-1 1,-1 0 0,1 0 0,-1 0 0,0 0-1,-1 0 1,0 0 0,0 0 0,0 0 0,0-4 34,-1-2-26,0 8 83,1 0 0,-1 1 0,-1-1 0,1 0 0,0 1 0,-1-1 0,0 1 0,0-2-57,1 4 28,-1 0-1,0 0 1,1 0 0,-1 0-1,0 0 1,0 0 0,1 0-1,-1 1 1,0-1 0,0 0-1,0 0 1,0 1-1,0-1 1,0 1 0,0-1-1,0 1 1,0-1 0,-1 1-1,1 0 1,0-1-1,0 1 1,0 0 0,0 0-1,0 0 1,-1 0 0,1 0-1,0 0 1,-1 0-28,2 0 21,-1 0 0,0 0 0,0 0 1,0 1-1,0-1 0,0 0 0,0 0 0,0 1 0,1-1 1,-1 0-1,0 1 0,0-1 0,0 1 0,1-1 0,-1 1 1,0 0-1,1-1 0,-1 1 0,0 0 0,1-1 0,-1 2-21,-1 0 30,1 0-1,0 1 1,0-1 0,0 1-1,0-1 1,0 1-1,0-1 1,1 2-30,-2 7 63,1 1 0,0-1 0,1 7-63,0-16 9,0 1-7,0 1-30,0 1 0,0 0 0,1 0 0,-1 0 0,2 4 28,-1-7-63,0 0 1,0 0-1,-1 0 1,2 0-1,-1 0 1,0-1-1,0 1 1,1 0 0,-1-1-1,0 1 1,1-1-1,0 1 1,-1-1-1,1 0 1,1 1 62,6 3-1359,0 0-1,0 0 1,0-1 0,1 0 0,9 2 1359,12-2-8173</inkml:trace>
  <inkml:trace contextRef="#ctx0" brushRef="#br0" timeOffset="45722.396">189 1564 5209,'0'0'4168,"0"0"-1524,0 0-1610,0 0-51,0 0 688,0 0-484,2 1-614,3 3 48,-6-2 871,-12-2 1074,4-1-3245,-2 1 645,7 1 10,0-1 1,1 0-1,-1-1 0,0 1 1,0-1-1,-3 0 24,5 0-9,1 1 0,-1-1-1,1 0 1,0 0 0,-1 0 0,1 0 0,0 0-1,0 0 1,-1 0 0,1 0 0,0 0-1,0-1 1,0 1 0,0 0 0,1-1 0,-1 1-1,0-1 1,0 0 9,-1-3-35,1-1 0,-1 0 0,1 1 0,0-1 0,0 0 0,0 0 0,1 0 0,0 0 0,1-4 35,-1-3-112,0 11 85,0-1 0,0 1-1,1 0 1,-1-1 0,1 1-1,-1-1 1,1 1 0,0 0-1,0 0 1,0 0-1,0-1 1,1 1 0,-1 0-1,0 0 1,1 1 0,0-2 27,1 0-21,1 0 1,-1 0-1,1 0 1,0 0 0,0 1-1,0-1 1,0 1-1,2-1 21,3 0-13,1-1-1,-1 1 1,1 1 0,0 0-1,0 0 1,-1 1 0,11 0 13,-12 1-15,-4 0-20,0 0 0,1 0 0,-1 0 0,0 1 0,0 0 0,1 0 35,-3-1-14,-1 1 0,1 0 0,-1-1-1,1 1 1,-1 0 0,0 0 0,1 0 0,-1 0 0,0 0-1,1 0 1,-1 1 0,0-1 0,0 0 0,0 1 0,0-1-1,0 0 1,0 2 14,2 4 3,1 1 0,-1 0-1,-1 0 1,1 0-1,-1 0 1,-1 0 0,2 9-3,-1 12 191,-2 19-191,0-33 36,0 4-2,0 0 1,-2-1-1,0 1 1,-1-1-1,-1 1 1,-1-1-1,0-1 1,-6 12-35,-4 4 14,-2-1 1,-1 0 0,-1-1-1,-2-1 1,-1-1 0,-21 21-15,43-50 0,-1 0-1,1 1 1,0-1 0,-1 0 0,1 0 0,0 1 0,-1-1 0,1 0 0,0 1 0,0-1 0,-1 0 0,1 1-1,0-1 1,0 1 0,0-1 0,-1 0 0,1 1 0,0-1 0,0 1 0,0-1 0,0 1 0,0-1 0,0 1 0,5-1-29,-4 0 49,93 4 1578,20 6-1598,-4 0-1053,-88-10-1728,-16 0-3602,-6 0-1896</inkml:trace>
  <inkml:trace contextRef="#ctx0" brushRef="#br0" timeOffset="46253.412">1112 1642 1432,'0'0'2954,"0"0"1745,0 0-1873,0 0-846,0 0-52,0 0-430,3 1-691,-3-1-798,1 0-1,-1 0 1,0 0 0,1 0 0,-1 0 0,0 0-1,1 0 1,-1 0 0,0 0 0,1 0 0,-1 0-1,0 0 1,1 0 0,-1 0 0,0 0-1,0 1 1,1-1 0,-1 0 0,0 0 0,0 0-1,1 1 1,-1-1 0,0 0 0,0 0-1,1 1 1,-1-1 0,0 0 0,0 0 0,0 1-1,0-1 1,0 0 0,1 1 0,-1-1 0,0 0-1,0 1 1,0-1 0,0 0 0,0 1-1,0-1 1,0 0 0,0 1 0,0-1 0,0 0-1,0 0 1,0 1 0,0-1 0,0 0 0,-1 1-1,1-1 1,0 0 0,0 1 0,0-1-1,0 0 1,-1 1-9,-16 20 247,4-6-56,-28 36 422,-78 101 62,114-146-1232,-1 1 0,0-1 0,0 0 0,0-1 0,0 0 0,-1 0 0,-6 4 557,6-5-1642,0-1-1,0 1 1,-1-1-1,-6 2 1643,-9-1-5478</inkml:trace>
  <inkml:trace contextRef="#ctx0" brushRef="#br0" timeOffset="46627.217">805 1633 2777,'0'0'2572,"0"0"2327,0 0-2403,0 0-1162,0 0 202,0 0-192,8 5-501,-6-4-781,4 2 226,0 1 1,0 1-1,0-1 0,-1 1 1,1 0-1,-1 0 0,0 0 1,3 5-289,34 45 934,2-2 0,3-1 0,1-3 0,32 22-934,-68-62-514,8 5 864,-13-6-2984,-4 1-3824,-3-9-3303</inkml:trace>
  <inkml:trace contextRef="#ctx0" brushRef="#br0" timeOffset="49267.566">1508 1420 2393,'0'0'942,"0"0"2279,0 0-47,0 0-848,0 0-316,0 0-251,2-2-455,0-1-921,6-7 2675,-7 12-3018,1 0 1,-1 0 0,0 0-1,1 1 1,-1-1-1,0 0 1,-1 1-1,1-1 1,0 0 0,-1 1-1,1-1 1,-1 1-1,1 1-40,0 37 49,-1-31-6,1 52 15,0-15 1,-2-1 0,-6 43-59,2-55-19,2-1 0,0 21 19,3-54-1,0 1 0,0 0 0,1-1-1,-1 1 1,0-1 0,0 1 0,1-1 0,-1 1-1,0-1 1,1 1 0,-1-1 0,1 1-1,-1-1 1,0 1 0,1-1 0,-1 1 0,1-1-1,-1 0 1,1 1 0,0-1 0,-1 0 0,1 0-1,-1 1 1,1-1 0,-1 0 0,1 0-1,0 0 1,0 0 1,20 4 11,-19-4-13,29 1-102,16-1 104,-12-1-740,-34 1 568,0 0 1,1 0 0,-1-1-1,1 1 1,-1-1 0,0 1 0,1-1-1,-1 1 1,0-1 0,0 0-1,0 0 1,1 1 0,-1-1-1,0 0 1,0 0 0,0 0-1,0 0 1,0 0 0,0-1-1,-1 1 1,1 0 0,0 0-1,-1 0 1,1-1 0,0 1 0,-1 0-1,0-1 1,1 1 0,-1-1-1,0 1 1,0-1 171,2-7-1621,-1 1-1,0-1 1,0 0 0,-1-4 1621,0 5-414,-1 1 1,1 0 0,-1-1-1,-1 1 1,1 0-1,-1 0 1,-2-5 413,-1-5 1531,4 5 2838,1 11-2338,0 1-184,0 0-397,0 0-425,0 0-371,0 14 30,0 321 2971,0-332-3917,0-1 0,0 1 0,0-1 0,-1 1 0,1-1-1,-1 1 1,1-1 0,-1 1 0,0-1 0,0 1 0,0-1 0,0 0 0,0 0-1,-1 1 1,1-1 0,0 0 0,-1 0 0,-1 1 262,-14 10-6686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6:14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108 121 3145,'0'0'7003,"0"0"-4226,0 0-1516,0 0 446,0 0-103,0 0-754,0 1-792,0-1 1,0 0-1,0 0 1,0 0-1,0 0 0,0 0 1,0 0-1,0 0 1,0 0-1,0 1 1,0-1-1,0 0 1,0 0-1,0 0 1,0 0-1,0 0 1,0 0-1,0 0 1,0 0-1,0 1 1,0-1-1,-1 0 1,1 0-1,0 0 1,0 0-1,0 0 1,0 0-1,0 0 1,0 0-1,0 0 1,0 0-1,0 1 1,0-1-1,0 0 0,-1 0 1,1 0-1,0 0 1,0 0-1,0 0 1,0 0-1,0 0 1,0 0-1,0 0 1,0 0-1,-1 0 1,1 0-1,0 0 1,0 0-1,0 0 1,0 0-1,0 0 1,0 0-1,0 0 1,-1 0-1,1 0 1,0 0-1,0 0 1,0 0-1,0 0 1,0 0-1,0-1-58,-11 2-147,3-1-16,1 0 0,0-1 0,0 1 0,-3-2 163,8 2-46,-1-1-1,0 0 1,1 0-1,-1 0 0,1 0 1,-1-1-1,1 1 1,0 0-1,0-1 0,-1 0 1,1 0-1,0 1 1,0-2 46,0 1-66,0 0 1,0-1 0,1 1-1,-1-1 1,1 1 0,-1-1-1,1 1 1,0-1 0,0 0-1,0 0 1,0 1 0,1-1-1,-1 0 1,1 0 0,0 0-1,0 0 1,0 0 0,0 0-1,0 1 1,0-2 65,0 1-44,1 1 26,-1 1 1,1-1 0,-1 1-1,1 0 1,-1-1-1,1 1 1,0-1 0,0 1-1,-1 0 1,1 0-1,0-1 1,0 1 0,0 0-1,0 0 1,1 0-1,-1 0 1,0 0 0,0 0-1,1 1 1,-1-1-1,0 0 1,1 1 0,-1-1-1,1 1 1,-1-1-1,2 1 18,6-3-15,0 0 0,0 1 0,8-1 15,-13 3-3,6-2-24,-1 1 1,1 0-1,-1 1 1,5 0 26,-12 1-2,0-1 1,0 0-1,0 0 1,0 1-1,0-1 1,0 1-1,-1-1 0,1 1 1,0 0-1,0 0 1,0 0-1,-1 0 1,1 0-1,0 0 1,-1 0-1,1 1 0,-1-1 1,0 1-1,1-1 1,-1 1-1,0-1 1,0 1-1,0 0 2,2 3 27,-1 1 0,0 0 0,-1 0 0,1-1 0,-1 1 0,0 0 0,0 5-27,-1 45 258,0-29-198,-1-15-34,0-1 1,-1 1-1,0-1 1,-1 0-1,0 0 1,-1 0-1,0 0 1,0-1-1,-4 6-26,-12 20 67,-2-1 0,-1 0-67,18-28 0,-29 38 40,22-30-28,0 0 0,-8 16-12,20-31-4,-1 1 1,1-1-1,0 1 0,-1-1 1,1 0-1,0 1 1,0-1-1,-1 1 1,1-1-1,0 1 0,0-1 1,0 1-1,0-1 1,0 1-1,-1-1 0,1 1 1,0-1-1,0 1 1,0-1-1,1 1 0,-1-1 1,0 1-1,0-1 1,0 1-1,0-1 1,0 1-1,0-1 0,1 0 1,-1 1-1,0-1 1,0 1-1,1-1 0,-1 1 1,0-1-1,1 0 1,-1 1-1,0-1 0,1 0 1,-1 1-1,1-1 1,-1 0-1,1 0 1,-1 1-1,0-1 0,1 0 1,-1 0-1,1 0 1,-1 1-1,1-1 0,-1 0 4,5 1 49,-1-1 0,1 1 0,-1-1 0,1 0 0,2 0-49,0-1 0,218 1-1553,-223 8-4291,-2-4 398</inkml:trace>
  <inkml:trace contextRef="#ctx0" brushRef="#br0" timeOffset="423.663">856 220 1216,'0'0'352,"0"0"5338,0 0-3410,0 0-440,0 0 33,0 0-353,0 0-440,-90 135-343,67-105-393,4-6-208,2-3-24,3-3-112,2-6-8,4-3-552,2-6-889,-8-3-855,3 0-601,0 0-1968</inkml:trace>
  <inkml:trace contextRef="#ctx0" brushRef="#br0" timeOffset="766.321">662 289 1464,'0'0'1169,"0"0"2318,0 0 722,0 0-1450,0 0-482,0 0-176,6 0-543,33-3-159,-37 4-1292,0-1 0,0 0 0,0 1 0,0-1 0,-1 1 0,1 0 0,0-1 0,0 1 0,-1 0 0,1 0 0,-1 0 0,1 0 0,-1 0 0,1 1-107,21 21 582,-13-13-403,83 77-496,-89-84 21,-1 1 1,1 0 0,-1-1-1,1 1 1,-1 0-1,2 5 296,8 16-4407,-7-15-1120</inkml:trace>
  <inkml:trace contextRef="#ctx0" brushRef="#br0" timeOffset="1437.451">1196 139 3873,'0'0'1903,"0"0"2259,0 0-2057,0 0-929,0 0 47,0 0-238,0-4-521,0 1-389,0 1 0,0-1 0,0 1 0,1-1 0,-1 1 0,1-1 0,-1 1 0,1 0 0,0-1 0,0 1 0,0 0 0,0-1 0,0 1 0,0 0 0,1 0 0,-1 0 0,1 0 0,0 0 0,-1 0 0,1 1 0,0-1 0,0 0 0,0 1 0,0-1 0,0 1 0,0 0 0,1 0 0,0-1-75,12-2 37,1 0 0,-1 1 0,1 1 0,0 0 0,-1 1 1,1 1-1,0 0 0,10 2-37,-24-2-11,0 1 0,0-1 0,0 1 0,0-1 0,0 1-1,0 0 1,0 0 0,0-1 0,0 2 0,-1-1 0,1 0 0,0 0 0,0 0 0,-1 1 0,1-1 0,-1 1 0,0 0 0,1-1-1,-1 1 1,0 0 0,0 0 0,0-1 0,0 1 0,0 0 0,0 0 0,-1 0 0,1 0 0,-1 0 0,1 2 11,1 8 5,0 0 0,-1 0 0,0 0 0,-1 10-5,0-15 28,-1-2 11,1 0 1,0 0 0,-1 0-1,0 0 1,0-1 0,-1 1-1,1 0 1,-1-1 0,0 1 0,0-1-1,-1 1 1,1-1 0,-1 0-1,0 0 1,0 0 0,0-1 0,-1 1-1,1-1 1,-1 0 0,0 0-1,0 0 1,0 0-40,-9 7 173,1-1-1,-1-1 0,0 0 1,-1-1-1,0 0 1,0-1-173,22-7 112,0 1 0,0 0 1,0 0-1,1 1-112,14-1-109,20 0-95,-16-1 112,-1 1 0,18 2 92,-42-1 0,0-1 0,1 0 0,-1 1 0,0 0 0,0-1 0,1 1 0,-1 0 1,0 0-1,0 0 0,0 1 0,0-1 0,0 0 0,0 1 0,0-1 0,-1 1 0,1 0 0,-1-1 0,1 1 0,-1 0 0,1 0 0,-1 0 1,0 0-1,0 0 0,0 0 0,0 1 0,0-1 0,0 2 0,1 4 152,-1 0 1,0 0-1,-1 1 1,1-1-1,-1 0 1,-1 0-1,0 3-152,0-8 56,1-1 0,-1 0 0,0 0 0,0 0-1,0 0 1,0 0 0,0 0 0,-1 0 0,1 0-1,0 0 1,-1 0 0,0-1 0,1 1 0,-1-1-1,0 1 1,0-1 0,0 0 0,0 1-56,-8 4 404,-1 0 0,-10 5-404,16-9 112,-11 5 78,0-1-1,0 0 1,-1-1 0,0-1 0,-11 2-190,8-4-3291,-1 0 0,-13-1 3291,14-1-8026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4:33.7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502 721 832,'0'0'6059,"0"0"-1604,0 0-2370,0 0-87,0 0 289,-4 0-345,-8 0-1041,4 0 3885,13-1-4711,-1 0-1,0 0 1,0 0 0,1-1-1,-1 1 1,0-1-1,0 0 1,3-3-75,5-1 45,21-11-178,0-1 0,-2-1 1,11-10 132,-22 14-143,-1-1 1,-1-1-1,0-1 1,-2 0-1,8-11 143,-10 10-196,-2 1 1,0-1-1,6-14 196,-13 23-119,-2 1-1,1-1 0,-1 1 0,-1-1 1,1 0-1,-2 0 0,1 0 0,-1 0 1,-1-2 119,0 11-88,0 1 44,0 0-40,0 5-52,-1 17 359,-2 0 1,0 0 0,-3 9-224,0-1 629,0 16-629,1 27 158,-3 28-1756,-2-37-6731,5-39-13</inkml:trace>
  <inkml:trace contextRef="#ctx0" brushRef="#br0" timeOffset="682.675">361 1732 2721,'0'0'2131,"0"0"2530,0 0-1917,0 0-565,0 0 289,0 0-360,5 1-721,3 1-1232,0-1 0,0 0 0,0-1 0,0 0 0,0 0 0,0 0 0,0-1 0,0-1 0,0 1 0,0-1 0,-1-1 0,1 1 0,0-1 0,4-3-155,0 0-28,0-1 0,-1-1-1,1 0 1,-1 0-1,-1-1 1,0 0 0,0-1-1,5-6 29,-3 1-111,-1 0 0,0-1 0,-1 0 0,-1 0 1,1-5 110,-5 10 46,-1 0 0,0 0 0,0-1 1,-1 1-1,-1-1 0,0 0 1,0 0-1,-1-9-46,-1 20 203,0 1-141,0 0-120,0 0-53,0 3 16,0 77 468,4-1 0,6 32-373,12-6-3930,-14-67-3345,-4-16-4041</inkml:trace>
  <inkml:trace contextRef="#ctx0" brushRef="#br0" timeOffset="1273.822">325 2620 936,'0'0'5371,"0"0"-1298,0 0-1814,0 0-222,0 0 69,0 0-603,-3 0-607,-4 1-96,21-1-116,27-2 30,-32 1-696,-1-1 1,1 0-1,-1-1 0,0 0 0,0-1 0,0 1 0,0-1 0,-1-1 1,0 0-1,1 0 0,1-2-18,6-6-241,0-1 0,-1 0 0,0 0 0,4-9 241,-13 17-23,0-1-1,-1 0 1,0 0-1,0 0 1,-1-1-1,0 1 1,0-1-1,-1 0 1,1 0-1,-2 0 1,1 0-1,-1 0 1,0-8 23,-1 15 282,0 7-260,0 171 1894,0-163-1931,1-1 0,1 1 0,0-1 0,1 0 0,0 0 0,1 0 0,1-1 0,0 1 0,3 3 15,-3-6-1213,0-1 0,1 1 1,0-2-1,2 3 1213,2-1-6270</inkml:trace>
  <inkml:trace contextRef="#ctx0" brushRef="#br0" timeOffset="2099.844">871 2359 1096,'0'0'576,"0"0"503,0 0 1374,0 0-298,-27-15-268,-82-49 164,98 58-1395,1 0-1,-1 0 1,0 1-1,-8-2-655,3 2 755,-7-5-112,-1 1 0,0 1 0,-1 2 0,0 0 0,0 1 0,0 2 0,-25-1-643,9 4 660,3-1 471,-12 2-1131,39 0 118,0 0 1,0 1-1,0 0 1,0 1-1,0 1 1,-6 2-119,1 1 98,1 1 1,0 0 0,0 1 0,1 1 0,0 0 0,0 1 0,1 0-1,1 1 1,0 1 0,-4 5-99,8-7 63,0 0 0,1 1 0,0 0 0,1 0 0,1 0 1,0 1-1,0 0 0,1 0 0,1 0 0,0 0 0,1 0 0,0 1 0,1 6-63,0-3 56,0 9 123,1 0 0,2 6-179,-2-23 42,2-1 1,-1 0-1,1 0 0,0 0 1,1 0-1,0 0 0,0 0 1,1-1-1,0 0-42,7 12 92,2-2 0,0 1-1,1-2 1,1 0 0,0-1 0,1 0 0,1-1 0,0-1-1,0 0 1,2-2 0,0 0 0,5 1-92,0 0 33,2-2 1,0 0 0,0-2-1,0-1 1,1-1-1,0-1 1,0-1 0,1-2-1,12 0-33,-22-2 14,10 0-9,0-1 0,8-2-5,-27 1-25,1 0-1,0 0 1,0-1 0,-1 0 0,0 0 0,1-1 0,-1-1 0,2-1 25,5-4-50,-1 0 0,0-1 1,-1-1-1,0 0 0,11-13 50,-18 17 9,-1 1-1,0-1 1,0-1-1,-1 1 0,0-1 1,0 0-1,-1 0 1,0 0-1,-1-1 0,0 1 1,1-8-9,0-15 182,-1 0 1,-2 0 0,-2-14-183,0 2-105,0 25-598,-2 0 1,0 0 0,-2 0 0,0 0 0,-1 1 0,-5-11 702,9 23-370,-15-38-4590,0 2-2801</inkml:trace>
  <inkml:trace contextRef="#ctx0" brushRef="#br0" timeOffset="2933.599">938 1315 2080,'0'0'1170,"0"0"778,0 0-353,0 0-266,0 0 749,0 0 154,-23-19-358,-72-59-391,60 51-533,19 19-107,7 5-497,-5-2 86,1 1 1,-1 0 0,0 1-1,0 0 1,-9 1-433,-19-1 1282,-11 3-1282,29 0 304,11 1-187,0 0-1,1 1 1,-1 1 0,0 0 0,1 0 0,-1 1 0,1 1 0,0 0 0,0 1 0,1 0 0,0 1 0,-7 5-117,-5 5 237,0 1 0,1 1 0,2 1 0,0 1 0,-4 6-237,9-9 100,1 1-1,0 1 1,2 0 0,0 0-1,1 2 1,1-1 0,1 1-1,1 0 1,1 1 0,1 0-1,1 0 1,1 0 0,1 1-1,1 6-99,1-11 63,0 18 60,1-1-1,3 16-122,-1-42 17,1 0-1,-1 0 0,2 0 1,-1 0-1,2 0 1,-1-1-1,1 0 0,0 0 1,1 0-1,0 0 1,1-1-1,5 6-16,3 2 46,1-2 0,0 0 0,0 0 0,2-2 0,13 9-46,-7-8 41,1 0 1,0-2-1,1-1 1,0-1-1,0-1 1,1-1-1,2-1-41,5 0 38,1-2-1,0-2 1,-1-1 0,1-1 0,13-3-38,-38 1 12,0 0 0,0 0 1,-1-1-1,1 0 0,0-1 1,-1 0-1,0-1 1,0 1-1,0-2 0,-1 1 1,0-1-1,0-1 0,0 0 1,-1 0-1,0 0 0,0-1 1,0-1-13,6-8-36,-1 0 1,0-1 0,-1 0-1,-1-1 1,-1-1 0,-1 1-1,4-17 36,-5 9-60,-1 0 0,-2-1 0,-1 0 0,-1 0-1,-1 0 1,-2 0 0,-2-14 60,2 31-57,-1-1 0,-1 1-1,0-1 1,0 1 0,-1 0 0,-1 1 0,1-1-1,-2 0 58,-13-22-1583,-19-25 1583,14 24-6050,-3-10 6050,13 19-6409</inkml:trace>
  <inkml:trace contextRef="#ctx0" brushRef="#br0" timeOffset="3751.949">1051 136 616,'0'0'5809,"0"0"-2645,0 0-1405,0 0 81,-25-15 210,-77-45-506,93 55-1339,1 1-1,0-1 1,-1 1-1,0 1 1,0-1-1,-8 0-204,1-1 299,-20-3 418,0 1 0,0 2 0,0 1 0,-1 2 0,0 1 0,-3 2-717,32 0 51,0 1-1,-1-1 0,1 1 1,0 1-1,0-1 1,0 2-1,0-1 1,1 1-1,-1 0 0,1 0 1,0 1-1,0 0 1,1 0-1,-1 1 0,-1 2-50,-11 12 168,0 0 0,1 2 0,-14 23-168,16-20 142,0 0-1,2 1 0,1 1 1,2 0-1,0 1 0,2 0 0,-3 17-141,4-9 137,3-1-1,1 1 0,1-1 1,2 1-1,1 0 0,3 4-136,-1-22 70,1-1-1,1 0 0,1 0 0,0 0 0,1 0 0,1-1 0,0 0 0,1-1 0,1 1 0,1-1 0,0-1 0,1 0 0,5 5-69,4 3 73,1 0 0,2-2 0,0 0 0,1-1 1,1-2-1,1-1 0,11 6-73,-20-14 19,1 0 1,-1-1-1,2-1 0,-1 0 1,1-2-1,14 2-19,-2-2 32,0-1 0,0-2 0,24-3-32,-44 1 8,-1-1 0,1 0 0,-1-1 1,1 0-1,-1-1 0,0 0 0,0 0 0,0-1 0,-1-1 0,0 1 0,0-1 0,0-1 0,-1 0 0,0 0 1,5-6-9,5-7 17,0 0 1,-2-2 0,0 0 0,-1 0 0,8-20-18,-11 18 4,-1 1 0,-2-1 0,0-1 0,-2 1 1,4-25-5,-4 8 5,-3 0 1,-1 0-1,-2-15-5,-1 35-6,0-7-10,-2-22 16,0 40-15,1 1 1,-1-1-1,-1 1 1,0-1-1,0 1 1,-1 0-1,0 0 15,-4-7-104,-2 0 0,0 1-1,0 1 1,-2-1 0,1 2 0,-3-2 104,-25-22-3088,-18-12 3088,31 27-1752,-6-6-4211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4:39.3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576 491 312,'0'0'858,"0"0"-356,0 0-368,0 0 375,0 0 1850,-3 4 25,1-2-1824,1-1-372,1 0 1,-1 0 0,0 0 0,0 0 0,0 0 0,0 0 0,0 0 0,0 0 0,0 0 0,0 0 0,0 0-1,0-1 1,0 1 0,-1-1 0,1 1 0,0-1 0,-1 1-189,1-1 1774,1 0 18,0 0-268,0 0-342,0 0-242,0 0 4,0 0 121,0 0-10,0 0-963,0 0 0,0 0 0,-1 1 0,1-1 0,0 0 1,0 0-1,0 0 0,0 0 0,0 0 0,0 0 1,0 0-1,0 0 0,0 0 0,0 0 0,0 0 1,-1 0-1,1 0 0,0 0 0,0 0 0,0 1 1,0-1-1,0 0 0,0 0 0,0 0 0,0 0 1,-1 0-1,1 0 0,0 0 0,0 0 0,0 0 1,0 0-1,0 0 0,0-1 0,0 1 0,0 0 1,-1 0-1,1 0 0,0 0 0,0 0 0,0 0 1,0 0-1,0 0 0,0 0 0,0 0 0,0 0-92,-2-6 722,3-6-1052,1 9 305,0 1 0,0 0 0,0 0-1,0 0 1,1 0 0,-1 0 0,0 0-1,1 0 1,0 1 0,-1 0 0,1-1-1,0 1 1,0 0 25,2-1-32,5-2-96,1 0-1,0 1 1,0 0-1,0 1 0,0 1 1,0-1-1,0 2 0,0-1 1,8 2 128,-18-1-40,1 0 1,-1 0-1,1 0 1,-1 1-1,0-1 1,1 0-1,-1 1 1,1-1-1,-1 1 1,0-1-1,1 1 0,-1 0 1,0 0-1,0-1 1,1 1-1,-1 0 1,0 0-1,1 1 40,0 0-49,-1 0-1,1 1 0,-1-1 0,0 0 1,0 1-1,0-1 0,0 1 1,0-1-1,0 1 0,0 0 50,1 9-124,-1 1 0,0-1 0,-1 0 0,0 8 124,0-7-48,-1-5 19,1-1 0,-1 1 0,-1-1 0,1 0 0,-1 1 0,0-1 0,-1 0 0,0 0 0,0-1 0,-1 1 0,1 0 0,-1-1 0,-1 0 0,1 0 0,-1 0 0,0-1 0,-1 0 0,1 1 0,-1-2 0,0 1 0,-2 0 29,6-3 44,0 0 1,-1-1-1,1 0 0,-1 1 0,1-1 1,-1 0-1,0 0 0,0 0 0,1-1 1,-3 1-45,4-1 164,1 0-43,0 0-45,0 0-87,0 0-159,4 0-296,6 1 271,0 0 0,0 0-1,0 1 1,-1 0-1,1 0 1,2 2 195,57 24 187,-58-23-242,-2-1 47,0 0 0,-1 1-1,1 0 1,-1 0 0,0 1 0,7 7 8,-12-10-16,0 0 0,1 0 1,-2 1-1,1 0 0,0-1 1,-1 1-1,0 0 0,1 0 1,-2 1-1,1-1 0,0 0 1,-1 1-1,0-1 0,0 1 1,0-1-1,0 2 16,-1-1 38,0 0 0,0 0-1,0 0 1,0 0 0,-1 0 0,0 1-38,1-4 42,-1 0 0,0 0 0,0 0 0,1 0 1,-1 0-1,0-1 0,0 1 0,-1 0 0,1-1 0,0 1 0,0-1 0,-1 1 0,1-1 1,-1 0-1,1 0 0,-1 1 0,0-1-42,-5 3 120,0-1-1,0 1 1,-1-1-1,1-1 1,-1 1-1,0-1 1,0-1 0,0 1-1,-2-1-119,-18 1 93,0-1 0,-1-2-93,5 1-15,18 0-19,1 0-9,1 0 0,-1 0 0,0 0 0,1-1 0,-4 0 43,6 0-66,1 1-1,0 0 1,0-1 0,0 1-1,0-1 1,0 0 0,0 1 0,0-1-1,0 0 1,0 1 0,0-1-1,0 0 1,0 0 0,0 0-1,1 0 1,-1 0 0,0 0-1,1 0 1,-1 0 0,1 0-1,-1 0 1,1 0 0,-1-1-1,1 0 67,-1-6-1813,0-1-1,0 1 0,2-9 1814,-1 2-3734,0-15-4830</inkml:trace>
  <inkml:trace contextRef="#ctx0" brushRef="#br0" timeOffset="940.118">1029 188 1040,'0'0'4073,"0"0"-69,0 0-1489,0 0-449,0 0-145,-26-15-330,-81-47-360,49 27-193,12 9-131,26 17-581,-1 1 1,1 1 0,-1 1 0,0 1 0,-1 0-1,-15 0-326,-4 2 227,1 1-1,-1 3 0,-6 1-226,33 0 81,0 0 1,0 1-1,1 0 1,0 1-1,-1 1 1,2 0-1,-1 1 1,0 0-1,-5 5-81,-11 7 256,1 2 0,1 1-1,-7 7-255,14-10 80,0 1 0,2 1-1,0 0 1,1 2 0,2 0 0,0 0-1,-3 8-79,8-10 67,1 0-1,0 1 0,2 0 1,0 0-1,1 1 0,2-1 1,0 1-1,1 0 0,1 3-66,0 13 271,2 0 0,3 25-271,-1-46 62,1 0 0,0 0 0,1 0 0,1 0 0,1-1 0,7 16-62,0-7 68,1 0 1,1-1 0,1-1 0,1 0 0,1-1 0,1-1-1,8 6-68,-1-4 104,1-1-1,1-1 1,0-1-1,2-2 0,25 12-103,-14-11 62,1-2 0,1-1 0,1-3 0,0-1-1,0-3 1,1-1 0,0-2 0,1-3 0,19-1-62,-46-2 18,108-3 38,-105 1-39,-1-1 0,0-1 0,0 0 0,17-7-17,-7 0 20,0-1-1,0-2 1,-2-1-1,1-1 0,-2-1-19,-16 8 40,1 0-1,-2-1 0,1 0 0,-2 0 0,1-1 0,-1-1 0,-1 0 1,0 0-1,-1-1 0,0 0 0,-1 0 0,1-3-39,-1-4 65,0 0-1,-1 0 1,-1-1 0,0 0-1,-2 0 1,0-7-65,0-31 119,-3-39-119,-2 78 32,0 0 0,-2-1 0,0 1 0,-1 1 0,-1-1 0,0 1 0,-2 0 0,0 0 0,-1 1 0,-1 0 0,-4-4-32,-7-8 8,0 0 0,-3 2 1,0 0-1,-2 2 0,-23-19-8,14 15-216,-1 2-1,-35-19 217,50 34-281,-2 1-1,0 1 0,0 2 0,-1 0 0,0 1 0,-3 1 282,-15-1-1634,1 3 0,-1 1 0,-25 3 1634,-15 0-6016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19:54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37 368,'0'0'396,"0"0"-190,0 0-88,0 0 45,0 0 230,-4 4 889,-16 12-7,19-15-1110,0 0-1,0-1 1,0 1-1,0-1 1,0 1 0,0-1-1,0 1 1,0-1-1,0 0 1,0 0 0,0 1-1,0-1 1,-1 0 0,1 0-1,0 0 1,0 0-1,0 0 1,0 0 0,0 0-1,-1-1 1,1 1 0,0 0-1,0-1 1,0 1-1,0-1 1,0 1 0,0-1-1,0 1 1,0-1-1,0 0 1,0 1 0,0-2-165,0 1 470,1 1 1,0-1-1,-1 0 1,1 0 0,0 0-1,-1 0 1,1 0-1,0 0 1,0 0-1,0 0 1,0 0 0,0 0-1,0 0 1,0 0-1,0 0 1,0 0-1,0 0 1,0 1 0,1-1-1,-1 0 1,0 0-1,1 0 1,-1 0-471,1-1 138,0 1 0,0 0 1,0 0-1,0 1 0,1-1 0,-1 0 1,0 0-1,0 0 0,0 1 0,1-1 0,-1 1 1,0-1-1,1 1 0,0-1-138,6-1-256,1 1-1,-1 0 0,0 0 1,1 1-1,0 0 257,-7 0 349,15 0-318,0 0-13,1 0 0,0 1 0,5 2-18,-17-2-14,1 1 1,-1 0-1,0 0 0,0 0 1,0 1-1,0 0 1,-1 0-1,1 0 0,-1 1 1,5 3 13,-6-4-20,-1 0 0,0 0-1,0 0 1,0 0 0,-1 0 0,1 1 0,-1-1 0,0 1 0,0 0-1,0 0 1,0 0 0,0 0 0,-1 0 20,1 5-47,0-1 1,-1 1-1,0 0 1,-1 0-1,0 6 47,0-11-3,0 0 0,-1-1 0,0 1 0,1 0 0,-2-1 0,1 1 0,0-1 0,-1 1 0,1-1 0,-1 0 0,0 0 0,0 1 0,0-1 0,0 0 0,-1-1 0,-1 2 3,-6 6 45,-1 0 0,-1-1 0,-7 5-45,2-1 34,-89 61 134,106-74-177,0 0 0,0 0 0,0 0-1,0 0 1,0 1 0,0-1-1,0 0 1,0 0 0,0 0 0,0 0-1,0 0 1,0 0 0,0 0-1,0 0 1,0 0 0,0 0-1,0 0 1,0 0 0,0 0 0,0 0-1,0 0 1,0 1 0,0-1-1,0 0 1,0 0 0,0 0-1,0 0 1,0 0 0,0 0 0,0 0-1,0 0 1,0 0 0,0 0-1,0 0 1,0 0 0,0 0-1,0 0 1,0 0 0,0 0 0,0 0-1,0 0 1,0 1 0,1-1-1,-1 0 1,0 0 0,0 0-1,0 0 1,0 0 0,0 0 0,0 0-1,0 0 1,0 0 0,0 0-1,0 0 1,0 0 0,0 0-1,0 0 1,0 0 0,0 0 0,1 0-1,-1 0 1,0 0 0,0 0-1,0 0 1,0 0 0,0-1-1,0 1 11,10 2-126,11-2 130,27-1-12,-23 0-45,-1 0 1,0 2-1,14 3 52,-33-3-24,0 0 0,0 0 0,0 1-1,0 0 1,0 0 0,0 0 0,-1 1-1,1-1 1,-1 1 0,0 0 0,0 0-1,0 1 1,0-1 0,-1 1 0,1 0 0,-1 0-1,0 0 1,0 0 0,0 1 0,-1-1-1,1 1 1,-1-1 0,0 1 0,-1 0-1,1 0 1,-1 0 0,0 0 0,0 0-1,0 5 25,0-1 3,-1 0 0,0 0 0,0 0 0,-1 0 0,0-1-1,-1 2-2,1-6 16,0 0 0,-1 0 0,1 0 0,-1 0 1,0 0-1,0 0 0,0-1 0,-1 1 0,0-1 0,1 1 0,-1-1 0,0 0 0,0 0 0,-1 0-16,-6 4 147,0 0 0,0 0-1,-1-1 1,1 0 0,-1-1 0,-1-1 0,1 1-1,-1-2 1,0 1 0,-6 0-147,-13 0 17,0 0 1,-1-2-1,-15-2-17,46 0-729,1-2 143,0 0 0,0-1-1,0 1 1,0 0 0,1-1 0,-1 1 0,1 0 0,0 0 0,0-1 0,-1 1 0,2 0 0,-1 0 0,0 0 0,0 0-1,0 0 1,1 0 0,0 0 586,15-19-9906</inkml:trace>
  <inkml:trace contextRef="#ctx0" brushRef="#br0" timeOffset="830.495">581 169 1664,'0'0'835,"0"0"2489,0 0-659,0 0-876,0 0-367,0 0-256,-3 7-420,-4 8-34,2 0 0,0 0-1,0 1 1,-1 13-712,-1 16 1256,-28 145 2215,30-175-3174,5-15-291,0 0 1,0 0 0,0 0-1,0 0 1,0 0 0,0 0-1,0 0 1,0 0-1,0 0 1,0 0 0,0 0-1,-1 0 1,1 0-1,0 0 1,0 0 0,0 0-1,0 0 1,0 0 0,0 0-1,0 0 1,0 0-1,0 0 1,0 0 0,0 0-1,-1 0 1,1 0 0,0 0-1,0 0 1,0 0-1,0 0 1,0 0 0,0 0-1,0 0 1,0 0-1,0 0 1,0 0 0,0 0-1,0 0 1,0 0 0,0-1-1,0 1 1,0 0-1,-1 0 1,1 0 0,0 0-1,0 0 1,0 0 0,0 0-1,0 0 1,0 0-1,0 0 1,0 0 0,0-1-1,0 1 1,0 0-1,0 0 1,0 0 0,0 0-1,0 0 1,0 0 0,0 0-1,0 0 1,1 0-1,-1 0 1,0 0 0,0 0-1,0-1 1,0 1-7,-1-27 182,-1-66-699,1 3-1528,4-23 2045,-1 102-146,0-1 1,0 1-1,1-1 0,0 1 1,1 0-1,0 0 0,4-8 146,-4 12-19,0 0-1,0 1 0,0-1 1,1 1-1,0 0 0,0 0 1,0 0-1,1 1 0,0 0 1,0 0-1,7-4 20,-9 7 15,0 0 0,0 1 1,0-1-1,1 1 0,-1 0 0,0 0 0,1 1 0,-1-1 1,4 1-16,39 2 299,-45-2-271,1 1 0,0 0 0,-1 0 0,1 0 0,-1 0 1,1 1-1,-1-1 0,1 1 0,-1-1 0,0 1 0,0 0 0,0 0 0,0 0 0,0 0 0,0 0 1,0 1-1,0 1-28,5 6 100,-1 0 0,-1 0 1,4 8-101,-3-1 196,1 1 1,-2 0-1,0 0 0,1 16-196,6 76 771,-8-55-289,4 3-482,14 45 8,-22-97-737,0-4-6657,0-2 6092,0-8-4201</inkml:trace>
  <inkml:trace contextRef="#ctx0" brushRef="#br0" timeOffset="1188.838">651 343 880,'0'0'5737,"0"0"-1488,0 0-2168,0 0-1,0 0 65,0 0-665,0 0-696,-19 0-312,27 0-128,9 0-176,6 0-104,5 0-64,3 0-320,5 0-560,4 0-600,7-3-1129,-10-6-2392,-9-6-3193</inkml:trace>
  <inkml:trace contextRef="#ctx0" brushRef="#br0" timeOffset="1594.702">1163 409 912,'0'0'976,"0"0"1674,0 0 226,0 0-476,0 0-186,0 0-118,-4 2-471,0-1-1507,-9 3 1345,12-2-526,10-2-160,85 2 1543,-1-1-7475,-90-1 4372,0 0 1,0 0-1,0 0 0,0 0 1,0-1-1,0 1 0,1-2 783,-1 1-1120,0-1-1,-1 1 0,1-1 1,0 0-1,-1 0 0,0 0 1,1 0 1120,-3 1-149</inkml:trace>
  <inkml:trace contextRef="#ctx0" brushRef="#br0" timeOffset="2297.201">1763 202 1240,'0'0'975,"0"0"2463,0 0-565,0 0-814,0 0-415,0 0-294,-13-4-423,-41-14-368,52 18-522,0-1 0,0 0 0,0 0 1,0 0-1,0 0 0,1 0 0,-1-1 1,0 1-1,1 0 0,-1-1 1,1 1-1,0-1 0,-1 1 0,1-1 1,0 0-1,0 0 0,0 1 0,0-1 1,0 0-1,1 0 0,-1 0 1,0 0-1,1 0 0,-1 0 0,1-2-37,-1-2 125,-1-4 47,1 0 0,0 0 0,0 0 0,1 0 0,0 0 0,3-10-172,-3 17-6,1 1 1,0-1-1,0 1 1,0 0-1,0 0 1,0-1-1,1 1 1,-1 0-1,0 0 0,1 0 1,0 0-1,0 1 1,-1-1-1,1 0 1,0 1-1,0-1 1,1 1-1,-1 0 1,0 0-1,0-1 0,1 1 1,-1 1-1,0-1 1,1 0-1,-1 1 1,1-1 5,8-1-29,0 0 1,1 0-1,-1 1 1,0 0-1,2 1 29,-5 0 4,0 0-48,0 0-1,0 0 1,0 1-1,0 0 1,6 2 44,-12-2-18,1 0 0,-1 0 0,1 0 0,-1 0 0,1 1 0,-1-1 0,0 1 0,0 0 0,0-1 0,0 1 0,0 0 0,0 0 0,0 0 0,-1 1 0,1-1 0,-1 0 0,1 1 0,0 1 17,1 3 26,-1 1 0,1 0-1,-1 0 1,-1 1-1,1-1 1,-1 0-1,-1 0 1,1 1 0,-2-1-1,1 0 1,-1 1-1,0-1 1,-1 0-1,0 0 1,0 0 0,-1 0-1,0 0 1,0 0-1,-2 3-24,-13 15 263,-1-1 0,0-1 0,-6 4-263,6-7 140,1 0-1,1 1 1,1 1-1,-5 11-139,18-28 40,0 0-1,1 0 0,0 0 1,0 0-1,1 0 0,0 0 1,0 1-1,0-1 0,1 0 1,0 5-40,0-10 23,0 0 1,0 0-1,1 0 1,-1 0-1,0 0 1,1 0-1,-1 0 1,1 0-1,-1 0 1,1 0-1,-1 0 1,1 0-1,-1 0 1,1 0-1,0-1 1,0 1-1,-1 0 1,1-1-1,0 1 1,0 0-1,0-1 1,0 1-1,0-1 1,0 1-1,-1-1 1,1 0-1,1 1-23,5 1 128,0 0 0,-1-1 0,1 1-1,1-1-127,-1 0 70,33 4-145,0-2 1,1-1 74,19-2-4752,2-3 4752,-54 3-856,-1-1 1,1 0 0,0-1 0,3-1 855,24-13-5143</inkml:trace>
  <inkml:trace contextRef="#ctx0" brushRef="#br0" timeOffset="3209.42">2224 229 1856,'0'0'1585,"0"0"4143,0 0-2245,0 0-1236,0 0-205,0 0-466,-2-2-718,0 0-790,-3-2 373,3 17-7,2 240 1934,0-253-2406,-1 0 27,0-1 0,1 1 0,-1-1 0,0 1 0,1-1 1,-1 0-1,0 1 0,1-1 0,-1 0 0,1 1 0,-1-1 1,1 0-1,-1 0 0,1 1 0,0-1 0,-1 0 0,1 0 1,0 0-1,0 0 0,0 1 0,-1-1 0,1 0 0,0 0 0,0 0 1,0 0 10,0-2-40,-30-191-2391,26 162 2105,3 24 290,-3-12-24,2 0-1,0-1 1,2 1 0,1-20 60,0 38 6,-1 0 0,1 0 0,-1 0 0,1 0 0,0 0 0,-1 0 0,1 0 0,0 0 0,1 0 0,-1 1 0,0-1 0,0 0 0,1 1 0,-1-1 1,1 1-1,0-1-6,2-1 20,0 0 1,0 1-1,0-1 1,0 1-1,0 0 1,1 0-1,1 0-20,7-2 23,-1 1 1,0 1-1,1 0 1,-1 1-1,5 0-23,85 0-20,-100 1 7,0 0-1,0 0 1,1 0 0,-1 1-1,0-1 1,0 0-1,0 1 1,0-1-1,0 1 1,0 0 0,-1 0-1,1 0 1,0 0-1,0 0 1,0 0 0,-1 0-1,1 1 1,-1-1-1,1 1 14,0 0-37,0 1 0,-1-1 0,0 1-1,1-1 1,-1 1 0,0 0 0,0-1-1,0 1 1,-1 0 0,1 0 0,-1-1-1,1 1 1,-1 0 0,0 0 37,0 4-13,0 0 0,0 1 0,0-1 0,-1 0 0,0 0 0,0 0 0,-1 1 13,0-3 14,1-1 0,-1 0 0,0 0 0,-1 0 0,1 0 0,-1 0 0,1 0 0,-1 0 0,0-1 0,-1 0 0,-1 3-14,-12 8 155,-1 0-1,0-1 1,0-1 0,-1-1 0,-1 0 0,0-2 0,0 0 0,-3 0-155,12-5 183,16-4-187,12-1-81,44 1 86,74 1 28,-128-1-53,1 1 0,-2 1 0,1-1 1,0 1-1,0 0 0,0 1 0,-1 0 0,1 0 1,-1 0-1,0 1 0,0 0 0,0 0 0,-1 0 1,1 1-1,-1 0 0,0 0 0,0 1 24,-1-2-13,-1 0 0,1 1 0,-1 0 0,0 0 0,0 0 0,0 0 0,-1 0 0,0 0 0,0 1 0,0-1 0,-1 1 0,1 0 0,-1-1 0,-1 1 0,1 0 0,-1 0 0,0 0 0,0-1 0,-1 1 0,0 0 0,0 1 13,0-4 49,0-1 0,-1 1 0,1-1 0,0 1 0,-1-1 0,0 1 0,1-1 0,-1 0 0,0 1 0,0-1 0,0 0-1,-1-1 1,1 1 0,0 0 0,-1 0 0,1-1 0,-3 1-49,-8 4 287,1 0 0,-1-1 0,-4 0-287,10-3 85,-10 3 78,-1 0 0,-1-2 0,1 0 1,-10 0-164,-76-1-270,82-2-41,23-3-899,1 0 373,0 0 0,0 0 0,1 0-1,-1 0 1,1 1 0,0-1 0,0 1-1,0 0 1,2-2 837,-1 1-905,19-17-5858</inkml:trace>
  <inkml:trace contextRef="#ctx0" brushRef="#br0" timeOffset="3717.636">2986 238 832,'0'0'3386,"0"0"460,0 0-1262,0 0-625,0 0 38,0 0-404,1 1-552,4 0-795,-1 0-1,0 0 1,0 0 0,1 0-1,-1-1 1,1 0-1,-1 0 1,4 0-246,8 0 347,45 3 33,21 2-2137,-30-4-3895,-38-1 839,-7 0-1687</inkml:trace>
  <inkml:trace contextRef="#ctx0" brushRef="#br0" timeOffset="4065.333">3029 502 464,'0'0'5305,"0"0"-2312,0 0-561,0 0 161,0 0-41,0 0-735,0 0-593,45 0-456,-17 3-208,5-3-175,1 0-281,3 0-104,-1 3-433,4 0-911,5-3-1232,-11 0-3194,-6-9-4544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0:02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1 912,'0'0'5229,"0"0"-672,0 0-1725,0 0-648,0 0-230,0 0-570,2 0-652,28-1 43,29 1 375,1 3-1150,-39-1-1301,0 1 1,16 5 1300,-7-3-4265,-10-4-4123,-16-1 2061</inkml:trace>
  <inkml:trace contextRef="#ctx0" brushRef="#br0" timeOffset="334.432">65 193 1176,'0'0'6826,"0"0"-3546,0 0-679,0 0-56,0 0-617,0 0-816,0 0-480,82 9-320,-48-9-56,-3 3-152,2 0-104,1 3-288,0-3-576,8-3-912,-8 0-2865,-9-3-3281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0:00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139 172 3041,'0'0'1775,"0"0"1407,0 0-1334,0 0-12,0 0 292,0 0-233,-11 26-310,-34 84-496,31-73 891,-8 36-1980,1-8 811,21-65-805,0 1 1,0-1 0,0 0-1,0 1 1,0-1 0,0 0-1,0 0 1,0 1 0,0-1-1,-1 0 1,1 0-1,0 1 1,0-1 0,0 0-1,0 0 1,-1 1 0,1-1-1,0 0 1,0 0 0,-1 0-1,1 0 1,0 1-1,0-1 1,-1 0 0,1 0-1,0 0 1,0 0 0,-1 0-7,-3-5 422,-1-14-169,-3-70-923,5-1-1,3-9 671,0 52-100,0 42 91,1 0 0,-1 0 0,1 0 1,0 1-1,0-1 0,1 0 0,-1 1 1,1-1-1,0 1 0,0 0 0,1-1 1,-1 1-1,1 0 0,0 0 0,0 1 1,0-1-1,1 1 0,-1-1 0,1 1 0,0 0 1,0 1-1,0-1 0,0 0 0,0 1 1,0 0-1,1 0 0,-1 1 0,1-1 1,0 1-1,-1 0 0,1 0 0,0 0 1,0 1-1,0 0 0,0-1 9,0 1 31,0 1 0,1-1 1,-1 0-1,0 1 0,1 0 0,-1 1 0,0-1 1,0 1-1,0 0 0,0 0 0,0 1 0,0-1 1,-1 1-1,1 0 0,-1 0 0,0 1 1,0-1-1,0 1 0,0 0 0,0 1-31,7 7 75,-2 1-1,0 0 1,0 0 0,-1 1-1,-1 0 1,0 0-1,-1 0 1,0 1 0,-2 0-1,3 13-74,2 16 152,-2 0 0,-2 1 0,-2 8-152,-2 32-1277,-1-66-3076,0 0-4010,0-19 1807</inkml:trace>
  <inkml:trace contextRef="#ctx0" brushRef="#br0" timeOffset="326.789">52 379 784,'0'0'1633,"0"0"3736,0 0-2953,0 0-127,0 0-33,0 0-351,0 0-593,42 0-304,-17 0-312,0 0-280,4 0-208,-1 0-208,0 0-88,3 0-496,3 0-776,11 0-1441,-6 0-2424,-5 0-2344</inkml:trace>
  <inkml:trace contextRef="#ctx0" brushRef="#br0" timeOffset="687.244">943 235 600,'0'0'1719,"0"0"2862,0 0-1640,0 0-1234,0 0-438,0 0-268,-12 8-177,-1 1-563,-13 9 1441,-24 22-1702,33-26 635,-19 17 331,1 2 0,-10 14-966,42-44-245,-14 18 466,17-19-601,-1-1-1,0 0 1,1 0 0,-1 1-1,1-1 1,0 0 0,-1 1-1,1-1 1,0 0 0,0 2 380,1-3-3977,9 0-726</inkml:trace>
  <inkml:trace contextRef="#ctx0" brushRef="#br0" timeOffset="1042.055">676 250 656,'0'0'5141,"0"0"-1333,0 0-1669,0 0-279,0 0 174,0 0-312,7 8-601,-2-2-937,5 6 180,0-1 1,0 0-1,1-1 0,4 4-364,113 93 1554,-81-67-2137,-44-38 278,1 1 1,-1 0 0,1-1-1,0 0 1,0 0 0,0 0-1,0-1 1,1 1 0,-1-1 0,2 1 304,29 2-5346,-12-3-909</inkml:trace>
  <inkml:trace contextRef="#ctx0" brushRef="#br0" timeOffset="1880.589">1244 187 1296,'0'0'5652,"0"0"-1771,0 0-2390,0 0-153,0 0 606,0 0-370,0 17-423,-2 128 2095,2-44-2189,-1-101-1057,1 0 0,-1 0-1,1 0 1,0 0 0,-1 0-1,1 0 1,-1 0 0,1 0-1,0 0 1,-1 0 0,1 0-1,-1 0 1,1 0 0,0 0 0,-1-1-1,1 1 1,-1 0 0,1 0-1,0 0 1,-1 0 0,1-1-1,0 1 1,-1 0 0,1 0-1,0-1 1,-1 1 0,1 0-1,0-1 1,0 1 0,-1 0 0,-1-6-36,-1 1 1,1-1-1,0 0 0,0 0 1,1 0-1,-1-3 36,-4-15-174,-2-6-237,1 0 1,1 0-1,2-1 1,1 1-1,1-22 411,2 40-183,-1 5 116,1 0 0,0 1 0,0-1 0,0 1 0,1-1 0,0 0 0,1 1 0,0 0 0,-1-1 0,2 1-1,-1 0 1,1 0 0,0 0 67,1 1 1,-1 0-1,1 0 1,0 0 0,0 1-1,1-1 1,0 1-1,0 0 1,0 0-1,0 1 1,0 0-1,1 0 1,-1 0-1,1 0 1,3 0-1,3-1 17,0 1 0,0 1 0,0 0 1,0 1-1,1 0 0,9 0-17,-21 2-1,1-1 1,-1 0-1,0 0 0,0 0 1,0 1-1,0-1 0,0 1 0,1-1 1,-1 1-1,0-1 0,0 1 0,0 0 1,0-1-1,0 1 0,-1 0 1,1 0-1,0 0 0,0-1 0,0 1 1,-1 0-1,1 0 0,-1 0 1,1 0-1,0 0 0,-1 1 0,0-1 1,1 0-1,-1 0 0,0 0 0,1 0 1,-1 1 0,1 6-11,0 0 1,0 0 0,-1 0-1,0 4 11,0-8 1,0 121 105,0-121-86,0 0 1,-1 0 0,1 1 0,-1-1-1,0 0 1,0 0 0,-1 0-1,1 0 1,-1 0 0,0 0-1,0 0 1,0 0 0,-1-1 0,1 1-1,-1-1 1,0 0 0,0 0-1,0 0 1,0 0 0,-1 0 0,1-1-1,-1 1 1,-3 1-21,14-5-191,0 1 0,0 0 0,0 0 0,4 1 191,9 0 5,-10-2 22,0 2 1,0-1-1,0 2 0,8 1-27,-13-2 21,0 1 0,0 0 0,0 0-1,-1 0 1,1 0 0,-1 1 0,1 0 0,-1 0 0,0 0-1,1 2-20,0 0-4,0 0 0,-1 0 0,1 1 0,-1 0 0,-1 0 0,1 0 0,-1 0 0,0 0 0,0 0 0,-1 1 0,0 0 0,0-1 0,0 1 0,-1 0 0,0 0 0,0 0 0,-1 0 0,0 0 0,0 0 0,-1 0 0,0 4 4,0-8 6,0 0-1,0 0 0,0 0 0,-1 0 1,1-1-1,-1 1 0,1 0 0,-1 0 0,0-1 1,0 1-1,0-1 0,0 0 0,-1 0 1,1 0-1,0 0 0,-1 0 0,0 0 0,1 0 1,-1-1-1,0 1 0,-1-1-5,-8 4 96,1 0 1,-1-1-1,0 0 0,-12 1-96,-4-1 312,-1-1-1,1-2 0,-1-1 1,-2-1-312,-16 1 312,46 0-303,0 0 0,0 0-1,0 0 1,0 0 0,0 0 0,0-1 0,-1 1 0,1 0-1,0 0 1,0-1 0,0 1 0,0-1-9,0 1-76,1-1 0,-1 1 0,1-1 0,0 0 0,-1 1 0,1-1 0,0 1 0,0-1-1,-1 0 1,1 1 0,0-1 0,0 1 0,0-1 0,0 0 0,0 1 0,0-1 0,0 0 0,0 1 0,0-1 76,0 0-65,0 1 1,0 0-1,0-1 1,0 1-1,0 0 0,1-1 1,-1 1-1,0 0 1,0 0-1,0-1 1,0 1-1,0 0 0,1-1 1,-1 1-1,0 0 1,0 0-1,0 0 1,1-1-1,-1 1 0,0 0 1,0 0-1,1 0 1,-1-1-1,0 1 1,0 0-1,1 0 0,-1 0 1,0 0-1,1 0 1,-1 0-1,0 0 65,65-24-9450,-32 10 1431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4:48.8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378 553 1168,'0'0'3364,"0"0"751,0 0-1376,0 0-471,0 0 20,0 0-428,-6 0-470,-16 0-191,16 0-116,10 0 801,-1-1-1752,-1 1-1,1 0 1,0-1-1,-1 0 1,1 1-1,-1-1 1,1 0-1,-1 0 1,0-1 0,1 1-1,0-1-131,26-20 288,-19 15-228,14-13-236,0-1 0,15-18 176,-30 30-98,0-1 0,-1-1 0,-1 0 0,0 0 1,0 0-1,-1-1 0,5-12 98,-10 18 5,1 1 1,-1-1-1,0 0 1,-1 0-1,1 0 1,-1 0-1,0-1-5,0 6 45,0 1-134,-1 3 49,1 0-1,-1-1 0,1 1 0,0 0 1,0 0-1,0-1 0,0 1 0,0 0 0,1 1 41,0 7 7,4 208-232,-5-217 5,0-1-1,0 1 1,1 0 0,-1 0-1,0-1 1,1 1 0,-1 0-1,1-1 1,0 1 0,-1-1-1,1 1 1,0-1 0,0 1 220,0-1-599,0 0 1,0 0 0,0 1 0,0-2 0,0 1-1,0 0 1,0 0 0,0 0 0,1 0 0,-1-1-1,0 1 599,10 1-7087</inkml:trace>
  <inkml:trace contextRef="#ctx0" brushRef="#br0" timeOffset="726.498">766 192 1408,'0'0'432,"0"0"651,0 0 880,0 0-452,0 0-205,0 0 346,-21-19-74,-64-60-402,81 76-1073,1 0 0,0 0 0,0 0 0,-1 1 0,0 0 0,1-1 0,-1 1 0,0 0 0,-2 0-103,6 2 13,-14-4 596,0 1 0,0 0 0,0 1 0,0 0 0,0 1-609,-73 1 2496,42 0-1622,35 1-751,0 0-1,1 1 1,-1 0-1,0 0 1,1 1 0,0 1-1,0-1 1,0 1-1,0 1 1,0 0-1,-3 2-122,-17 13 555,0 2 0,-11 11-555,18-12 240,1 0-1,0 1 1,2 1-1,1 1 1,1 0 0,0 4-240,8-14 124,2 1 1,0 0 0,0 1 0,2-1-1,0 1 1,1 1 0,-1 3-125,1 4 214,2 0 0,0 0 0,1 0 0,3 19-214,-1-33 70,1 1 0,0-1 0,1 0 0,0 0 0,1 0-1,0-1 1,0 1 0,1-1 0,0 0 0,1 0 0,0-1-1,0 0 1,1 0 0,0 0 0,3 3-70,9 6 149,0-1 1,0-1-1,2 0 1,0-2-1,22 12-149,-14-11 58,1-1 1,1-2-1,0 0 0,1-2 0,0-2 0,5 0-58,7-1-14,1-1 1,-1-3 0,1-1-1,11-3 14,-48 1 3,1-1 0,0 0 0,0 0 0,-1 0-1,1-1 1,-1-1 0,0 1 0,0-1 0,0-1 0,0 1 0,-1-1-1,0-1 1,0 1 0,0-1 0,-1-1 0,1 1 0,-2-1 0,4-3-3,4-9 26,0 0 0,-2 0 0,0-1 0,-1 0 0,-1-1 0,5-16-26,-7 16 61,-2-1 0,0 0-1,-1 0 1,0-16-61,0-90 333,-4 116-273,-1 0 0,0-1 0,-1 1 0,-1 0 0,1 0 0,-2 0 0,0 0 0,-4-9-60,0 6 63,0 0-1,-1 1 0,0-1 0,-1 2 1,-1-1-1,-2-1-62,-5-4-187,-1 0 0,-1 1 1,-1 1-1,0 1 0,-1 1 1,-1 1-1,-7-4 187,-87-41-4932,71 32-2795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4:46.9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347 598 904,'0'0'4997,"0"0"-941,0 0-2018,0 0-362,0 0 316,-3 0-103,-14 0 1898,19-13-1541,3 6-2188,0 0 0,1 0 0,0 0 0,0 1 0,0 0 0,1 0-1,4-3-57,11-10 7,9-10-102,-2-1 0,0-3 95,-19 20-21,-1 1-1,0-2 1,-1 1-1,-1-1 1,0 0 0,0 0-1,-1-3 22,-5 13-30,2-2-68,-1 0 0,-1 0 0,1 0 0,-1 0 0,0-5 98,-1 10-85,0 1 47,0 0-39,0 0-6,0 8-111,0 15 170,0 28 167,2 1 0,8 48-143,-3-63-923,5-2-6649,-7-21 2279,-1-4-496</inkml:trace>
  <inkml:trace contextRef="#ctx0" brushRef="#br0" timeOffset="345.683">532 664 1664,'0'0'849,"0"0"2072,0 0 583,0 0-1414,0 0-214,0 0 138,-6 1-394,-1-1-1561,-10 2 1552,34-2 296,13 0-1279,-17-1-770,-1 0 0,1 2 0,0-1 0,0 2-1,-1 0 1,1 0 0,5 3 142,9 3-6232,15 3 6232,-15-7-5994</inkml:trace>
  <inkml:trace contextRef="#ctx0" brushRef="#br0" timeOffset="1149.306">856 163 1096,'0'0'4744,"0"0"-1685,0 0-1128,0 0 110,0 0 142,0 0-479,-18-16-616,-54-52-303,41 41 110,20 20-337,0 2-352,-2-1 16,0 0 0,-1 1 1,1 0-1,-1 2 1,0-1-1,0 1 0,-9 0-222,-20 0 683,-37 2-683,53 1 96,10 1-5,0 0-1,0 1 1,0 1 0,1 1 0,-1 0-1,1 1 1,0 1 0,1 1-1,-1 0 1,1 1 0,0 1-91,-12 7 170,2 1 1,0 2-1,2 1 0,0 0 1,-13 17-171,23-23 114,2 0 1,0 0 0,0 1-1,-4 10-114,10-17 71,1 1 0,0-1-1,0 1 1,1 0 0,1 0-1,-1 1 1,1-1 0,1 0-1,-1 7-70,1 3 148,1 0-1,1 0 1,1 1-148,-1-12 53,1 0 1,-1 1-1,2-1 1,-1 0 0,1-1-1,0 1 1,1 0-1,1 1-53,11 16 103,1-1-1,1 0 1,1-1-1,0-1 1,2-1-1,1-1 1,1 0-1,0-2 0,1-1 1,1-1-1,1-1 1,11 5-103,-2-4 33,1-2 0,0-1 0,0-2-1,1-1 1,1-2 0,-1-1 0,1-2 0,0-2 0,18-2-33,-19 0 37,-11 0-35,0-2 0,0 0 0,18-4-2,-35 3 14,-1 0 0,1 0 0,-1-1 0,0 0-1,0-1 1,0 0 0,0 0 0,-1 0 0,1-1-1,-1 0 1,0-1 0,-1 1 0,1-2-14,2-2 19,0-1 1,-1-1 0,0 0 0,-1 0-1,0 0 1,-1-1 0,0 0-1,-1 0 1,0 0 0,2-10-20,-1-1-3,-2 0 1,0-1 0,-1 0-1,-2 0 1,0-12 2,-1 31 1,0-16-18,-1 0 0,-1-7 17,1 21-30,-1-1-1,0 1 1,0-1 0,0 1-1,-1 0 1,0 0-1,0 0 1,-2-1 30,-10-15-404,-1 0-1,0 1 1,-2 1-1,0 1 1,-2 1-1,0 0 1,-1 2 0,-5-3 404,17 14-486,-1 0 0,1 1 0,-1 0 0,0 0 0,0 2 0,0-1 0,-2 1 486,-46-9-6491,18 8-1341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4:51.1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546 431 3241,'0'0'1673,"0"0"2690,0 0-1471,0 0-882,0 0-131,0 0-96,-4 1-168,-20 2-385,1-1 0,0-1 1,-9-2-1231,9 1 106,21 0-115,0 0-1,-1 0 1,1-1 0,-1 1-1,1-1 1,0 0 0,-1 0-1,1 0 1,0 0 0,0 0-1,0 0 1,0 0 0,0-1-1,0 1 1,0-1 0,0 1-1,0-1 1,1 0 0,-1 0-1,1 0 1,-1 0 0,1 0-1,0 0 1,0 0 0,0 0-1,0 0 1,0-1 0,0 1-1,1 0 1,-1-1 0,0 0 9,1 1-40,0 0-3,0 0 0,0 1 1,0-1-1,0 0 0,0 0 0,0 1 0,0-1 1,0 0-1,1 0 0,-1 1 0,1-1 0,-1 0 1,1 1-1,0-1 0,-1 1 0,1-1 1,0 1-1,0-1 0,0 1 0,0-1 0,1 1 1,-1 0-1,0 0 0,0-1 0,1 1 0,-1 0 1,1 0 42,6-4-131,0 1 0,0 0 0,0 0 0,0 1 0,0 0 0,1 1 0,0 0 0,5-1 131,8 0-250,0 1 1,20 1 249,-40 1-23,1 0 0,-1 0 0,0 0 0,0 1 0,1-1 0,-1 0 0,0 1 0,0 0 0,0-1 0,0 1 0,0 0 0,0 0 0,0 0 0,0 1 0,0-1 0,0 0 0,0 1 0,1 1 23,-1 0-28,0 0 0,0 0 0,0 0 0,0 1-1,-1-1 1,1 1 0,-1-1 0,0 1 0,0-1 0,0 1 0,0 2 28,1 14-25,0 1 0,-2-1 1,0 2 24,0-7 16,-1 3 52,-1-1-1,0 1 0,-2 0 0,0-1 0,-1 1 0,0-1 0,-2-1 0,-5 12-67,-10 15 232,-1 0 1,-19 22-233,-8 5 329,45-60-152,8-5 219,16-3 207,-11-3-737,223 1 675,-181 0-3724,-1 0-3381,-36 0 37</inkml:trace>
  <inkml:trace contextRef="#ctx0" brushRef="#br0" timeOffset="952.65">904 155 4817,'0'0'2622,"0"0"-1219,0 0-406,0 0 425,0 0 277,0 0-33,-20-15-325,-59-49-314,46 41-214,19 17-154,5 4-340,-28-10 580,-1 3-1,0 1 1,-1 2-1,-24 0-898,-15 2 1233,-62 7-1233,132-3 54,0 2 0,0-1 1,0 1-1,0 1 0,1-1 0,-1 1 1,1 1-1,-1-1 0,1 1 1,0 0-1,1 1 0,-1 0 0,1 0 1,-5 5-55,-7 7 77,1 1 1,1 1 0,1 1 0,-3 6-78,3-3 118,0 1 0,1 1 0,2 0 0,0 1 0,2 1 0,1-1 1,1 2-1,1-1 0,2 1 0,0 0 0,2 0 0,1 13-118,1-10 233,2 0 1,1 10-234,0-29 50,0 0-1,0-1 1,1 0 0,1 0 0,0 0 0,0 0 0,5 8-50,4 3 81,1 0 0,0-1 0,2 0 0,0-1 0,2-1 0,0-1 0,17 13-81,-9-10 69,1-2 1,1-1-1,1-1 1,0-1 0,25 8-70,-3-5 67,0-2-1,2-2 1,0-3 0,0-2 0,1-3 0,0-1 0,21-3-67,-46-2 11,33 0 68,51-4-79,-101 1 8,-1 1 1,0-2-1,0 1 0,0-2 1,-1 1-1,1-2 1,-1 1-1,0-1 1,0-1-1,3-2-8,0-1 17,-1-1 0,0 0 0,-1-1 1,0 0-1,-1 0 0,0-1 0,1-3-17,5-10 15,-1 0-1,-1-1 1,-1 0 0,-2-1-1,0-1 1,-2 0-1,4-23-14,-7 21 16,-1-1-1,-1 0 0,-2 0 0,-1 0 0,-2-1 0,-3-19-15,2 39 5,0 0 0,-2 1 0,1-1 0,-1 1-1,-1-1 1,0 1 0,-1 1 0,0-1 0,-1 1 0,0 0 0,0 0-1,-1 1 1,0 0 0,-1 0 0,-8-5-5,-3-3 0,0 2 0,-2 0 1,0 2-1,0 0 0,-1 1 1,-1 2-1,0 0 0,-20-5-104,-1 1 0,0 3 0,-24-3 104,-138-12-2254,89 13-1723,66 6-2152,8-2-4779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0:14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2624 357 440,'0'0'3211,"0"0"966,0 0-1792,0 0-853,0 0-10,0 0-346,-15-2-470,-44-8-114,57 10-528,0 0 0,0-1 0,1 1 1,-1-1-1,0 1 0,1-1 0,-1 0 1,1 0-1,-1 0 0,1 0 1,0 0-1,-1 0 0,1 0 0,0 0 1,-1 0-1,1-1 0,0 1 0,0 0 1,0-1-1,0 1 0,1-1 0,-1 0 1,0 1-1,1-1 0,-1 1 0,1-1 1,-1-1-65,-1-4 232,-1 1 194,1-1 0,0-1 1,1 1-1,-1-4-426,2 10 11,-1-1 1,1 1-1,0-1 1,0 1-1,0 0 0,0-1 1,0 1-1,0-1 0,0 1 1,1 0-1,-1-1 0,0 1 1,1-1-1,-1 1 0,1 0 1,-1 0-1,1-1 0,0 1 1,0 0-1,-1 0 0,1 0 1,0-1-1,0 1 1,0 0-1,0 0 0,1 0-11,8-2-76,0 0 0,0 0 0,0 1 1,0 1-1,0 0 0,0 0 0,0 1 0,1 0 0,1 1 76,9-1-354,-20 0 324,1 0 1,-1 1-1,0-1 1,1 0 0,-1 0-1,1 1 1,-1-1-1,0 0 1,0 1-1,1-1 1,-1 1-1,0 0 1,0-1 0,0 1-1,0 0 1,1 0-1,-1 0 1,0 0-1,0 1 30,1 0-25,-1 0-1,1 1 0,-1-1 0,0 1 1,0-1-1,0 1 0,0-1 0,0 1 1,0 0-1,-1 0 26,2 9-15,-1 1 0,0-1 0,-1 1 1,-1 5 14,0-11 1,1 0 8,-1 1 1,-1-1-1,1 1 0,-1-1 1,0 0-1,-1 0 1,0 0-1,0 0 0,-4 5-9,-6 10 11,-2-1-1,-5 6-10,5-8-28,2 0-1,-6 10 29,18-26-67,-1 0 1,1 0 0,0 0-1,0 0 1,0-1-1,0 1 1,1 0-1,-1 1 1,1-1-1,0 0 1,-1 2 66,2-5 3,-1 0 1,0 0-1,0 1 0,0-1 0,0 0 1,1 1-1,-1-1 0,0 0 1,0 1-1,0-1 0,1 0 1,-1 0-1,0 0 0,0 1 0,1-1 1,-1 0-1,0 0 0,1 0 1,-1 1-1,0-1 0,1 0 0,-1 0 1,0 0-1,1 0 0,-1 0 1,0 0-1,1 0 0,-1 0 0,0 0 1,1 0-4,14 1 278,-12-1-200,126 1 965,-63 0-2559,-2 0-3719,-38-3 926,-6-8-1522</inkml:trace>
  <inkml:trace contextRef="#ctx0" brushRef="#br0" timeOffset="624.238">3259 516 880,'0'0'1334,"0"0"2675,0 0-142,0 0-1364,0 0-158,0 0-206,5 0-727,1 0-1246,0-1-1,0-1 1,-1 1-1,1-1 0,0 0 1,-1 0-1,1-1 1,-1 1-1,0-1 1,0 0-1,0-1 0,3-2-165,16-13 361,19-20-361,-42 38 0,12-12-88,0 0 0,0-2 0,-1 1 0,-1-2 0,8-13 88,-14 19-108,0 0 0,0 0 0,-1 0 1,-1-1-1,0 1 0,0-1 0,-1 1 0,0-1 0,-1 0 0,0-10 108,-1-11 688,0 31-405,0 1-56,0 0-110,0 0-165,0 3-109,0 297 2384,0-172-7512,0-120-1417</inkml:trace>
  <inkml:trace contextRef="#ctx0" brushRef="#br0" timeOffset="-3904.62">33 910 576,'0'0'1095,"0"0"1274,0 0-197,0 0-688,0 0-79,-2 0 124,1 0-1055,1 0-1,-1 1 1,1-1 0,0 0-1,-1 0 1,1 1-1,-1-1 1,1 0-1,0 1 1,-1-1 0,1 0-1,0 1 1,-1-1-1,1 0 1,0 1 0,-1-1-1,1 1 1,0-1-1,0 1-473,-4 13 2781,5 20-4722,-1-20 2823,0 210-506,0-223-359,0-1 45,0 0 12,0 0 10,0 0-4,0-8 40,-6-33-163,0 2-145,2-1-1,1-15 189,2 17-199,0 6-614,4-24 813,-2 49-53,1-1-1,0 1 0,0 0 1,1 0-1,0 0 1,0 0-1,1 1 0,0-1 1,0 1-1,1 0 1,-1 0-1,1 0 1,0 1-1,2-2 54,12-10-65,1 0 1,0 1-1,12-6 65,-15 11-78,0 1 1,1 1-1,0 1 0,12-4 78,-6 6-168,-23 6 150,1 0 0,-1 0 0,0 0 0,0 0 0,1 0 1,-1 0-1,0 0 0,0 0 0,1 0 0,-1 1 0,0-1 0,0 0 0,0 1 0,1-1 0,-1 1 0,1 0 18,0 3 19,1 0 0,-1 0 0,0 1 0,0-1-1,-1 1 1,1-1 0,-1 1 0,0-1-1,0 1 1,-1 3-19,3 7 115,8 37 225,-3 0-1,-1 0 0,-4 0 1,-1 6-340,-2 167-1124,0-224-178,0-8-3484,0-14-222,0-8-3014</inkml:trace>
  <inkml:trace contextRef="#ctx0" brushRef="#br0" timeOffset="-3545.554">151 964 1568,'0'0'914,"0"0"2761,0 0-701,0 0-1212,0 0-484,0 0-166,-3 1-448,-8 5-349,11-6-283,-1 0 1,1 0 0,0 0 0,0 0-1,0 0 1,-1 0 0,1 0 0,0 0-1,0 0 1,0 0 0,0 0 0,-1 0-1,1 1 1,0-1 0,0 0 0,0 0-1,0 0 1,0 0 0,-1 0-1,1 0 1,0 0 0,0 1 0,0-1-1,0 0 1,0 0 0,0 0 0,0 0-1,0 0 1,-1 1 0,1-1 0,0 0-1,0 0 1,0 0 0,0 1 0,0-1-1,0 0 1,0 0 0,0 0 0,0 0-1,0 1 1,0-1 0,0 0 0,0 0-1,0 0 1,0 0 0,0 1-1,1-1 1,-1 0 0,0 0 0,0 0-1,0 0 1,0 1 0,0-1 0,0 0-1,0 0 1,0 0 0,1 0 0,-1 0-1,0 0 1,0 1 0,0-1 0,0 0-1,0 0 1,1 0 0,-1 0 0,0 0-1,0 0 1,0 0 0,0 0-1,1 0-32,9 3 803,41 1 20,7-2-823,14-2-3417,-36 0-665,-12 0-1029</inkml:trace>
  <inkml:trace contextRef="#ctx0" brushRef="#br0" timeOffset="-3197.943">618 1015 800,'0'0'4761,"0"0"-680,0 0-2161,0 0-7,0 0 159,0 0-511,0 0-793,0 0-392,0 0-128,0 0-56,0 0-144,11 0-48,3 3-192,0 0-448,6 0-1185,0-3-1991,-6 0-1361,-9 0-1913</inkml:trace>
  <inkml:trace contextRef="#ctx0" brushRef="#br0" timeOffset="-2863.25">618 1015 704,'11'150'5601,"-17"-150"-2384,6 3-1777,0-3-279,0 3 695,3-3-440,14 3-704,0 0-383,5 0-233,1 0-96,8-3-1009,6 0-1503,-7-3-2713,-7-18-2561</inkml:trace>
  <inkml:trace contextRef="#ctx0" brushRef="#br0" timeOffset="-2196.306">1436 234 656,'0'0'1260,"0"0"2315,0 0-526,0 0-805,0 0-437,0 0-250,-3 0-492,-13 0-511,15 1-524,1-1-1,-1 0 0,0 0 1,0 1-1,0-1 0,0 0 1,1 1-1,-1-1 0,0 1 1,1-1-1,-1 1 0,0-1 1,1 1-1,-1 0 0,0-1 0,1 1 1,-1 0-1,1-1 0,-1 1 1,1 0-1,0 0 0,-1-1 1,1 1-1,0 0 0,-1 0 1,1 0-1,0 0 0,0-1 1,0 1-1,0 0 0,0 1-29,-2 2 192,-1 7 136,-64 207 3910,55-172-3753,3 0 1,2 1-1,-1 41-485,5 149 1013,5-171-567,4-1 0,9 41-446,63 272 536,-41-202-546,-35-165-64,-1-7-110,-1 1 1,1-1-1,0 1 1,1-1-1,-1 0 0,1 0 1,0 0-1,1 2 184,-3-6-87,0 0-1,0 1 1,0-1-1,0 0 0,1 0 1,-1 1-1,0-1 1,0 0-1,0 0 0,1 1 1,-1-1-1,0 0 1,0 0-1,1 0 0,-1 0 1,0 1-1,1-1 1,-1 0-1,0 0 0,1 0 1,-1 0-1,0 0 1,0 0-1,1 0 0,-1 0 1,0 0-1,1 0 1,-1 0-1,0 0 0,1 0 1,-1 0-1,0 0 1,1 0-1,-1 0 0,0 0 1,1 0-1,-1-1 1,0 1-1,0 0 0,1 0 1,-1 0-1,0-1 1,0 1-1,1 0 0,-1 0 1,0 0-1,0-1 1,1 1-1,-1 0 0,0-1 1,0 1 87,9-16-4236,-1-12-2557</inkml:trace>
  <inkml:trace contextRef="#ctx0" brushRef="#br0" timeOffset="-775.832">1659 543 1040,'0'0'6244,"0"0"-2071,0 0-1611,0 0-428,0 0-521,0 0-511,-2-1-368,2 1-714,-1 0 1,1-1-1,0 1 1,0 0-1,-1 0 1,1-1-1,0 1 1,0 0-1,0-1 1,-1 1-1,1 0 1,0 0-1,0-1 1,0 1-1,0 0 1,0-1-1,0 1 1,0 0-1,0-1 1,0 1-1,0-1 1,0 1-1,0 0 1,0-1-1,0 1 1,0 0 0,0-1-1,0 1-20,7-11 376,22-13 0,-17 14-274,23-18-362,-2-2 1,-1-2 0,24-31 259,-45 49-223,-1 0 1,0-1-1,-2 0 1,1-1-1,-2 0 223,-3 5-67,0 1 0,-1-1 1,0 0-1,0 0 0,-1 0 0,-1 0 0,0 0 0,-1-3 67,-2 62 810,-2 0-1,-5 13-809,2-13 666,2 1 0,1 15-666,4 40-1267,0-103 1159,0-1 1,0 1-1,0-1 0,0 1 0,0 0 0,0-1 0,0 1 0,0-1 0,1 1 1,-1 0-1,0-1 0,0 1 0,0-1 0,1 1 0,-1-1 0,0 1 0,1-1 1,-1 1-1,0-1 0,1 1 108,10 1-5527,-7-2 2914,3 0-5890</inkml:trace>
  <inkml:trace contextRef="#ctx0" brushRef="#br0" timeOffset="1765.492">1782 1126 808,'0'0'1582,"0"0"2687,0 0-1119,0 0-1058,0 0-370,0 0-402,-8-1-362,-24-5-258,30 6-624,1-1 0,0 0 1,-1 0-1,1 1 0,0-1 0,-1 0 0,1 0 1,0 0-1,0 0 0,0 0 0,0 0 0,0-1 1,0 1-1,0 0 0,1-1 0,-1 1 0,0 0 1,1-1-1,-1 1 0,1-1 0,-1 1 0,1 0 1,0-1-1,-1 0-76,0-2 291,-1-1-115,1-1 0,0 0-1,0 0 1,0 1-1,0-1 1,1 0 0,0 0-1,0-1-175,1 5-25,-1 0 0,0 0 0,1-1 0,-1 1-1,1 0 1,0 0 0,0 0 0,-1 0 0,1 0-1,1 0 1,-1 0 0,0 0 0,0 0 0,1 1 0,-1-1-1,1 0 1,0 1 0,-1-1 0,1 1 0,0 0-1,0 0 1,0-1 25,7-2-130,-1 1 0,1 0 0,0 1 0,-1 0 0,1 0 0,0 1 0,0 0 0,0 0 0,1 1 1,-1 0-1,4 1 130,-12-1-27,0 1 1,0-1-1,0 0 1,0 1-1,0-1 1,0 0 0,0 1-1,0-1 1,0 1-1,0 0 1,0-1-1,0 1 1,0 0-1,-1 0 1,1-1 0,0 1-1,0 0 1,-1 0-1,1 0 1,-1 0-1,1 0 1,-1 0 0,1 0-1,-1 0 1,0 0-1,1 0 1,-1 0-1,0 0 1,0 1 26,2 6-57,-2-1 0,1 1 0,-1-1-1,0 3 58,-1-1-21,1-1 38,0 0-1,-1-1 1,-1 1-1,1-1 0,-1 1 1,-1-1-1,1 1 1,-1-1-1,-3 5-16,-6 9 94,0 0 1,-9 8-95,-17 29 21,32-48-35,4-6-7,-1 0 1,1 0 0,-1 0-1,2 1 1,-1-1 0,0 0 0,1 1-1,0 0 1,0-1 0,0 1-1,0 1 21,1-5 9,0-1 0,0 1 0,0-1 0,0 1-1,1 0 1,-1-1 0,0 1 0,0-1 0,1 1 0,-1-1-1,0 1 1,0-1 0,1 1 0,-1-1 0,1 1 0,-1-1-1,0 0 1,1 1 0,-1-1 0,1 1 0,-1-1 0,1 0-1,-1 0 1,1 1 0,-1-1 0,1 0-9,15 5 333,-15-5-320,33 5 534,0-1 0,0-2 0,19-1-547,14-2-1970,4 0-6149,-58 1 3498</inkml:trace>
  <inkml:trace contextRef="#ctx0" brushRef="#br0" timeOffset="2962.322">2553 967 800,'0'0'3043,"0"0"1166,0 0-1136,0 0-859,0 0-346,0 0-403,-6 0-484,-18 0-282,18 0-107,6 0-200,1-1-144,5-3-229,0 0-1,1 1 1,-1 0-1,1 1 1,-1-1 0,1 1-1,0 0 1,0 1-1,0 0 1,0 0-19,19-1-65,0 1 0,2 1 65,-17 0-32,-10 0 13,0-1 0,0 2 0,0-1 0,0 0-1,0 0 1,0 0 0,0 0 0,0 1 0,0-1 0,0 0 0,0 1-1,0-1 1,0 1 0,-1-1 0,1 1 0,0-1 0,0 1 0,0 0-1,-1-1 1,1 1 0,0 0 0,-1 0 0,1 0 0,0 0 0,-1-1-1,1 1 1,-1 0 0,1 0 0,-1 0 0,0 0 0,0 0-1,1 0 20,0 5-25,-1-1-1,1 0 1,-1 0-1,0 1 1,0-1-1,-1 1 26,1 7 11,0-9 5,-1 1-1,0 0 0,0-1 1,0 1-1,0-1 1,-1 1-1,1-1 0,-1 0 1,0 1-1,-1-1 0,1 0 1,-1 0-1,0-1 1,0 1-1,0-1 0,0 1 1,0-1-1,-1 0-15,-8 7 43,0 0 0,-1-1 0,0-1-1,-12 6-42,23-13 8,1 0 0,-1 0 0,1-1-1,-1 1 1,0 0 0,1-1 0,-1 1 0,0-1-1,1 0 1,-1 0 0,-1 1-8,3-1 66,0 0-59,0 0-95,0 0-115,4 0-426,119-6-386,-104 5 963,-11 1 0,0 0 0,1 0 1,-1 0-1,0 1 1,0 1-1,1-1 52,-7 0-8,0 0 1,1 0 0,-1 0-1,1 0 1,-1 0-1,0 1 1,0-1-1,0 1 1,0-1-1,0 1 1,0 0-1,0 0 1,0 0 0,-1 0-1,1 0 1,-1 0-1,1 0 1,-1 1-1,0-1 1,0 0-1,0 2 8,1 2 77,0 1 1,-1 0-1,0 0 0,0 0 0,-1 0 0,0 0 1,0 5-78,-1 2 137,1-12-100,0 0 0,0 0 0,-1 1-1,1-1 1,0 0 0,-1 0 0,0 0 0,0 0 0,1 0 0,-1-1 0,0 1 0,-1 0 0,1 0-1,0-1 1,-1 2-37,-1 0 100,0 0-1,-1 0 0,1 0 0,-1 0 1,0 0-1,0-1 0,-1 1-99,-6 3 347,-1-1-1,-1 0 1,1-1 0,-10 2-347,11-4 70,0-1-1,0 0 1,0 0-1,-1-1 1,-1-1-70,-7 1-879,19 0-318,4-2-1065,44-24-7351,-18 6 3569</inkml:trace>
  <inkml:trace contextRef="#ctx0" brushRef="#br0" timeOffset="3340.538">3197 1129 1536,'0'0'909,"0"0"2946,0 0-430,0 0-882,0 0-149,0 0-382,-6 1-722,-23 7 1536,59-8-2652,8 0-1870,13-2 1696,-40 1-1247,1-1 0,-1 0 0,1-1 0,-1 0 0,0 0 1,5-3 1246,22-14-6930</inkml:trace>
  <inkml:trace contextRef="#ctx0" brushRef="#br0" timeOffset="3684.523">3589 940 800,'0'0'6217,"0"0"-1864,0 0-2840,0 0 295,0 0 289,0 0-385,0 0-264,-12 87-175,12-60-249,0 3-240,0 0-408,0-3-280,0-3-96,9-6-568,5-9-1641,-3-9-5480</inkml:trace>
  <inkml:trace contextRef="#ctx0" brushRef="#br0" timeOffset="5258.076">1906 1798 968,'0'0'286,"0"0"643,0 0 2268,0 0-787,0 0-517,0 0-27,-7 0-136,-15 0-785,6 0 4794,23-9-5059,2 3-785,-1 1 0,1-1 0,0 1 0,0 1 0,0 0 0,1 0 0,0 1 0,-1 0 0,1 0 0,0 1 0,0 1 0,1 0 0,-1 0 0,0 1 0,2 0 105,-11 0-28,0 1 1,-1-1-1,1 0 1,0 0-1,-1 1 0,1-1 1,-1 0-1,1 1 0,-1-1 1,1 0-1,-1 1 0,1-1 1,-1 1-1,1-1 1,-1 1-1,0-1 0,1 1 1,-1-1-1,0 1 0,1 0 1,-1-1-1,0 1 0,0-1 1,1 1-1,-1 0 1,0-1-1,0 1 0,0 0 1,0 0 27,1 23-194,-1-17 101,0 0 52,0-1 44,0-1-1,0 0 1,0 1-1,-1-1 1,1 0-1,-1 1 1,-1-1-1,1 0 1,-1 0-1,0 0 1,-2 4-3,-1 0 95,-1 0 1,0 0-1,-1-1 1,0 0-1,0 0 1,-1-1-1,0 1 1,0-2-1,0 1 1,-1-1-1,-3 1-95,3-1-460,18-5-644,-3-1 1160,16 0-143,0 1 0,1 1-1,-1 1 1,4 2 87,-16-3-64,-1 1 1,0 0-1,0 0 1,0 1-1,-1 0 1,1 0-1,-1 1 1,0 0-1,0 1 0,0 0 1,0 1 63,-6-5-37,-1 0 0,1 0 0,-1 0 0,0 0 0,0 0-1,0 0 1,0 0 0,0 1 0,0-1 0,-1 0 0,1 1 0,-1 1 37,1-3 39,-1 1 1,0 0-1,0-1 0,0 1 0,0 0 0,0 0 1,0-1-1,0 1 0,-1 0 0,1 0 0,0-1 1,-1 1-1,0 0 0,1-1 0,-1 1 0,0-1 1,0 1-1,0-1 0,0 1-39,-4 2 198,0 0 1,0 0 0,0 0-1,-1-1 1,1 0-1,-1 0 1,0 0-1,0 0 1,0-1 0,0 0-1,-1-1 1,1 1-1,-6-1-198,-14 2 113,0-1-1,-21-1-112,40-1-219,6 0 111,1-1 0,0 1 1,0 0-1,0-1 0,0 1 0,0 0 0,-1 0 0,1-1 1,0 1-1,0 0 0,0-1 0,0 1 0,0 0 0,0-1 1,0 1-1,0 0 0,0-1 0,0 1 0,0 0 0,1-1 1,-1 1-1,0 0 0,0 0 0,0-1 0,0 1 0,0 0 1,0-1-1,1 1 0,-1 0 108,3-6-1178,0 1 0,0 0 1,0 0-1,1 0 0,0 1 0,0-1 1,0 1-1,3-2 1178,18-18-6295</inkml:trace>
  <inkml:trace contextRef="#ctx0" brushRef="#br0" timeOffset="5795.569">2747 1777 568,'0'0'976,"0"0"1299,0 0 1302,0 0-419,0 0-332,0 0-261,-3 0-534,-1 1-1446,-8 1 2831,12 13-2848,-1 31 284,0-10-146,2 8-706,-1-33 12,2 1 1,-1-1 0,1 0-1,1 0 1,0-1-1,1 2-12,-1-5-739,6 16 1382,-1-15-3868,-8-8 2722,1 0-1,-1 0 1,1 1-1,-1-1 0,1 0 1,0 0-1,-1 0 1,1 0-1,-1 0 1,1 0-1,-1 0 1,1 0-1,-1 0 0,1 0 1,-1 0-1,1 0 1,-1 0-1,1-1 504,2-1-11129</inkml:trace>
  <inkml:trace contextRef="#ctx0" brushRef="#br0" timeOffset="6410.393">3234 1903 464,'0'0'576,"0"0"6194,0 0-3586,0 0-503,0 0 128,0 0-353,0 0-904,-6 0-639,6 0-345,0 0-152,6 0-272,5 0-8,6 0-136,8 0-336,4 0-1081,16-3-1399,-9-9-3193,-5-6-2745</inkml:trace>
  <inkml:trace contextRef="#ctx0" brushRef="#br0" timeOffset="6757.571">3591 1729 568,'0'0'7154,"0"0"-2713,0 0-3289,0 0 520,0 0 521,0 0-561,0 0-376,0 90-87,0-66-449,0-3-480,0 3-240,0-6-144,6-6-1289,8-6-3160,-3-6-4633</inkml:trace>
  <inkml:trace contextRef="#ctx0" brushRef="#br0" timeOffset="7626.358">4067 0 496,'0'0'1392,"0"0"1869,0 0-540,0 0-713,0 0-526,0 0-229,-2 10-26,-2 13-389,1 0-1,2 1 1,0-1-1,1 1-837,6 16 948,1 0 0,2-1 0,1 0 0,5 7-948,8 33 717,11 56-52,-5 2 1,-6 1-1,-7 1 0,-3 45-665,-11 250 507,-5-394-496,-6 25-11,3-26-1428,0 22 1428,6-54-365,-1-4-27,1-1 0,0 1 1,0 0-1,0 0 0,0 0 0,0 0 0,0 0 0,1 0 0,0 0 0,-1 0 0,1-1 1,1 3 391,-1-4-446,0-1 0,-1 1 0,1-1 0,0 1 0,0-1 0,-1 1 0,1-1 0,0 0 0,0 1 0,0-1 0,-1 0 0,1 0 0,0 1 0,1-1 446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0:23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312 673 1328,'0'0'550,"0"0"2232,0 0 1197,0 0-1114,0 0-554,0 0-243,-9 0 536,8 0-2593,0 0 1,0 0 0,1 0 0,-1 1 0,0-1-1,0 1 1,0-1 0,1 0 0,-1 1 0,0 0-1,0-1 1,1 1 0,-1-1 0,1 1-1,-1 0 1,0-1 0,1 1 0,-1 0 0,1 0-1,-1-1 1,1 1 0,0 0 0,-1 0 0,1 0-1,0 0-11,-4 6 160,-69 102 3912,-41 45-4072,76-104 45,18-23-1660,-11 21 1615,30-45-539,-4 5-334,4-1-3633,1-6-333,0-1-686</inkml:trace>
  <inkml:trace contextRef="#ctx0" brushRef="#br0" timeOffset="345.784">0 642 224,'0'0'1583,"0"0"1702,0 0-479,0 0-683,0 0-349,0 0-239,0 4-263,1 1-955,-1 0 0,1-1 0,0 1 1,0 0-1,1 0 0,-1-1 0,1 1 1,1 1-318,22 40 1793,-14-25-1008,17 30 35,2-1 1,1-1 0,3-2 0,34 37-821,-65-81-207,0 0 0,0 0 0,1 0-1,-1-1 1,0 1 0,1-1 0,0 0 0,0 1 0,-1-2 0,1 1-1,1 0 208,0-1-1149,0 0 0,0 0 0,0 0-1,0-1 1,0 1 0,1-1 1149,11 0-6898</inkml:trace>
  <inkml:trace contextRef="#ctx0" brushRef="#br0" timeOffset="935.506">608 835 416,'0'0'2473,"0"0"3776,0 0-2160,0 0-1457,0 0 17,0 0-641,0 0-1079,-17 0-441,17 0-120,8 0-112,4 0-256,5 0-160,5 0-592,12 0-1209,-3 0-3136,-9 0-3713</inkml:trace>
  <inkml:trace contextRef="#ctx0" brushRef="#br0" timeOffset="1276.341">608 835 488,'-54'183'5489,"52"-183"-1232,2 0-2016,0 0 431,0 0-135,2 3-761,12 0-728,6 0-367,0-3-369,2 3-312,1-3-48,2 3-1073,12-3-1359,-6 0-3209,-6-9-2849</inkml:trace>
  <inkml:trace contextRef="#ctx0" brushRef="#br0" timeOffset="1937.889">1351 3 800,'0'0'1435,"0"0"2847,0 0-218,0 0-1756,0 0-402,0 0-219,-4 0-631,-10-2-518,13 2-509,0 0 0,0 0 1,0 0-1,1 0 0,-1 0 0,0 1 0,0-1 1,0 0-1,0 1 0,0-1 0,0 0 1,1 1-1,-1-1 0,0 1 0,0 0 0,1-1 1,-1 1-1,0-1 0,1 1 0,-1 0 1,0 0-1,1 0-29,-13 20 490,10-15-258,-24 49 583,1 0 0,3 2 0,3 1-1,2 1 1,0 12-815,1 10 501,4 1 0,4-1 1,2 54-502,4 71 517,10 1 1,10 17-518,-9-150-32,2 22-1051,12 46 1083,-22-140-117,1 0 0,-1 0 1,1 0-1,0 0 0,-1 0 1,1 0-1,0 0 1,0-1-1,0 1 0,0 0 1,0 0-1,1-1 0,0 2 117,0-2-420,-1 0 1,1 0-1,-1 0 0,1 0 0,0-1 0,-1 1 1,1-1-1,0 1 0,0-1 0,-1 1 0,1-1 0,0 0 1,0 0-1,-1 0 0,2 0 420,9 0-6763</inkml:trace>
  <inkml:trace contextRef="#ctx0" brushRef="#br0" timeOffset="2898.751">1573 252 360,'0'0'3355,"0"0"480,0 0-1468,0 0-796,0 0-90,0 0-98,-8-5-292,-22-19-152,30 24-906,-1 0 0,0-1 0,1 1 0,-1-1 0,1 1 0,-1-1 0,1 1 0,-1-1 0,1 1 0,-1-1 0,1 0 0,-1 1 0,1-1 0,0 0 0,-1 1 0,1-1 0,0 0 0,0 0 0,0 1 0,0-1 0,-1 0 0,1 0 0,0 1 0,0-1 0,0 0 0,0 0 0,1 1 0,-1-1 0,0 0 0,0 1 0,0-1 0,0 0 0,1 0 0,-1 1 0,0-1 0,1 0 0,-1 1 0,1-1 0,-1 1 0,1-1-1,-1 0 1,1 1-33,1-2 12,1 0-1,0 0 0,0 0 0,0 0 1,0 1-1,0-1 0,2 0-11,-3 1 20,8-2-56,-1 0 0,1 0 0,-1 1 0,1 0 0,0 0 0,0 1 0,0 1 0,0 0 0,0 0 0,0 1 0,5 0 36,-14 0-15,0-1 0,0 0 0,1 1 0,-1-1 0,0 1 0,0 0 0,0-1 0,1 1 0,-1 0 0,0 0 0,0-1 0,0 1 0,0 0 0,0 0 0,0 0 0,-1 0 0,1 0 0,0 1 0,0-1 0,-1 0 0,1 0 0,-1 0 0,1 1 0,-1-1 0,0 0 0,1 0 0,-1 2 15,1 4-15,0 0-1,-1 0 0,1 0 0,-2 7 16,1-3 7,0-5 49,-1 0 0,0 0 0,0 0 0,0 0 0,0 0 0,-1 0 1,0-1-1,0 1 0,-1-1 0,0 1 0,1-1 0,-2 0 0,1 0 0,-1 0 0,0 1-56,-6 4 155,-1 1 0,0-1 0,0-1 0,-1 0 0,-8 5-155,11-8 63,9-6-66,0 0 1,0 0-1,0 0 0,0 0 0,0 0 1,0 0-1,0 0 0,0-1 1,0 1-1,0 0 0,0 0 0,0 0 1,0 0-1,0 0 0,0 0 0,0 0 1,0 0-1,0 0 0,0 0 1,0 0-1,0 0 0,0 0 0,0 0 1,0 0-1,0 0 0,0 0 0,0 0 1,0 0-1,0 0 0,-1 0 3,15-12-330,-4 4 201,26-25-405,-9 10-476,-2 0-1,-1-2 1,19-26 1010,-38 45 150,0-1 0,-1 0 0,0 0 1,0 0-1,-1 0 0,1 0 0,-2-1 0,1 0 0,-1 1 1,0-1-1,-1 0 0,0 0 0,0-2-150,-1 9 659,0 1-124,-1 0-490,0 0 1,0 0-1,0 0 0,1 0 1,-1 0-1,0 0 1,0 0-1,0 0 1,0 0-1,0 0 0,0 0 1,0 1-1,0-1 1,1 0-1,-1 1 0,0-1 1,0 1-1,0-1-45,-6 9 238,0-1-1,1 1 0,1 0 1,-1 0-1,1 1 1,1-1-1,0 1 0,-2 7-237,2-3 174,1 0-1,1-1 0,0 1 1,1 0-1,0 0 1,1 0-1,1 0 0,0 1-173,0-10-31,0-1-1,0 1 1,0-1-1,1 1 1,-1-1-1,1 1 1,0-1-1,0 0 1,1 0 0,-1 0-1,1 0 1,0 0-1,0-1 1,0 1-1,1-1 1,-1 0-1,1 0 1,0 0-1,-1 0 1,1-1-1,1 1 1,-1-1-1,0 0 1,1 0 31,6 2-735,-1 0-1,1 0 1,0-1 0,5 0 735,1 0-3613,-1-1 0,9 0 3613,12-2-9885</inkml:trace>
  <inkml:trace contextRef="#ctx0" brushRef="#br0" timeOffset="3734.071">1438 865 968,'0'0'5471,"0"0"-870,0 0-1427,0 0-542,0 0-627,0 0-857,0 9-367,0-4-737,0 0-1,0 0 1,1 0-1,0 0 1,0-1-1,0 1 1,1 0-1,-1 0 1,1 0-1,1-1 1,-1 1-1,0-1 0,1 0 1,0 0-1,0 0 1,0 0-1,1 0 1,-1-1-1,1 1 1,0-1-1,0 0 1,0 0-44,1 1-32,0-1 1,1 1 0,-1-1 0,1 0 0,-1 0-1,1-1 1,0 0 0,0 0 0,6 1 31,3-1-563,0 0 0,0-2 0,9 1 563,-21-1-94,0-1 1,0 1-1,-1 0 0,1-1 1,0 1-1,-1-1 0,1 0 1,0 0-1,-1 0 1,1 0-1,-1 0 0,1 0 1,-1-1-1,1 0 0,-1 1 1,2-3 93,-1 1-175,0 0 0,-1-1 0,1 1 1,-1-1-1,1 1 0,-1-1 0,-1 0 0,1 0 1,0 0-1,-1-1 175,3-8 411,-1 0 1,-1 0-1,0 0 1,-1 0-1,-1 0 0,0-1-411,-1 94 1118,0 5 141,8 66-1259,-4-110 38,-2 21-38,-1-43 7,0-17-22,0 1 0,0-1 0,0 0-1,-1 0 1,1 0 0,0 1 0,-1-1 0,1 0-1,-1 0 1,0 0 0,0 0 0,0 0 0,0 0-1,0 0 1,0 0 0,0 0 0,-1-1 0,1 1-1,-1 0 1,0 0 15,-1-1-49,1 1 0,-1-1 1,0 1-1,0-1 0,0 0 0,0 0 0,0 0 0,0-1 0,0 1 1,0-1-1,0 1 0,0-1 0,0 0 0,-1 0 49,0 0-31,-1 0 25,-1 0 0,1 0 0,0-1-1,0 0 1,0 1 0,0-2 6,3 2 8,1-1 0,-1 1 0,1-1-1,-1 0 1,1 0 0,0 0-1,-1 0 1,1 0 0,0 0 0,0 0-1,0 0 1,0 0 0,0-1-1,0 1 1,0 0 0,0-1 0,0 1-1,0-1 1,1 1 0,-1-1-8,-1-8 14,0 1 0,0 0-1,1 0 1,0-1 0,0 1 0,1-1 0,1 1 0,0-1 0,0-1-14,0 5-7,1 0 0,-1 1 0,1-1 0,0 0 0,0 1 0,1-1 1,0 1-1,0 0 0,0 0 0,0 0 0,1 0 0,0 1 0,0-1 0,2-1 7,0 1-48,0 0-1,-1 0 0,1 1 1,1-1-1,-1 2 1,1-1-1,-1 1 1,1 0-1,0 0 1,0 1-1,4-1 49,16-2-1475,0 2 0,7 0 1475,33-3-6521,-32-2-227</inkml:trace>
  <inkml:trace contextRef="#ctx0" brushRef="#br0" timeOffset="4620.308">1550 1636 704,'0'0'1523,"0"0"2641,0 0-833,0 0-1080,0 0-48,0 0-86,-4 0-645,-12 3-491,13-2-235,12-3-242,14-4-205,-17 4-282,0 0-1,1 1 1,-1-1 0,0 2 0,1-1 0,0 1-17,4-1 41,-7 1-85,0 0-1,0 0 1,0 0-1,0 0 1,0 1 0,2 0 44,-5-1-15,0 1 0,0-1 0,0 0 1,-1 1-1,1-1 0,0 1 1,0-1-1,0 1 0,0 0 0,-1-1 1,1 1-1,0 0 0,0 0 1,-1-1-1,1 1 0,-1 0 1,1 0-1,-1 0 0,1 0 0,-1 0 1,1 0-1,-1 0 0,0 0 1,0 0-1,1 0 0,-1 0 1,0 0 14,1 8-87,0 1 0,0 0 0,-1-1 0,0 1 1,-1 1 86,0-7-10,1 0 0,-1 1 0,0-1 0,0 0 0,-1 0 0,1 0 0,-1 0 0,0 0 0,0 0 0,0 0 0,0-1 0,-3 3 10,-11 12 182,-2-1 1,0-1-1,-18 13-182,78-28 541,-31-1-527,2-1-13,0 1-1,0 0 1,0 1 0,0 1-1,0 0 1,-1 1 0,1 0 0,0 1-1,-1 0 0,3 3-35,-1 0 0,0 1 0,-1 0 0,1 1 1,0 2 34,-10-8-24,0 0 0,0 1 0,-1 0 1,1-1-1,-1 1 0,0 0 1,0 1-1,-1-1 0,1 0 1,-1 1-1,0-1 0,0 1 1,0 0-1,-1 0 0,0 0 1,1 0-1,-1 4 24,-1-3-37,1 0 1,-1 0-1,-1 0 1,1 0-1,-1-1 1,0 1-1,0 1 37,0-4-2,0 0 1,-1 0-1,1-1 0,0 1 0,-1-1 0,0 1 0,0-1 0,1 1 0,-1-1 0,-1 0 0,1 0 0,0 0 0,0 0 0,-3 1 2,-4 3 29,0-1 0,-1 0 0,1 0 0,-1-1 0,-1 0 0,1-1 0,0 0 0,-1 0 0,-8 0-29,-7 0 12,1-2 0,0 0 1,-17-3-13,40 2 1,-1 0 1,0 0 0,0-1 0,1 1 0,-1-1-1,0 0 1,1 0 0,-1 0 0,1 0 0,-1 0-1,1 0 1,-1-1 0,1 1 0,0-1-1,0 0 1,0 0 0,0 1 0,0-1 0,0-1-1,0 1 1,1 0 0,-1 0 0,1-1 0,-1 0-2,-1-3-39,1 1-1,1-1 1,-1 1 0,1-1 0,0 0 0,0 0 0,0 0 0,1 1 0,0-1-1,0-6 40,1 9-29,0 0-1,-1 0 1,1 0-1,0 0 0,1 0 1,-1 0-1,0 1 0,1-1 1,0 0-1,-1 1 1,1-1-1,0 1 0,0 0 1,1-1-1,-1 1 0,0 0 1,3-1 29,7-6-284,1 0 1,1 1-1,2-1 284,-3 2-286,18-11-1167,-2-1 1,4-5 1452,24-24-5103,-16 7-1369</inkml:trace>
  <inkml:trace contextRef="#ctx0" brushRef="#br0" timeOffset="5488.263">2135 42 880,'0'0'4298,"0"0"-478,0 0-1400,0 0-634,0 0-395,0 0-489,-1 8-40,-3 8-206,2 0 0,0 0 0,1 0 0,1 0 0,1 12-656,10 52 3131,12 33-3131,-3-16 624,51 364 1081,-58-360-1457,18 164 205,-12 1-1,-12 31-452,-8-272 24,-1 1-1,-1 0 0,-2-1 1,0 0-1,-2 0 0,-3 7-23,8-18-563,2-11-6305,7-10 526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0:31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653 985 1616,'0'0'264,"0"0"7930,0 0-3561,0 0-2536,0 0-137,0 0-352,0 0-847,43 3-497,-21-3-232,6 0-32,6 0-785,19 0-999,-8 0-2337,-5 0-2264</inkml:trace>
  <inkml:trace contextRef="#ctx0" brushRef="#br0" timeOffset="338.715">651 1153 3489,'0'0'2656,"0"0"2345,0 0-2616,0 0 31,0 0-327,0 0-769,0 0-824,59 12-496,-26-12-200,24 0-1416,-9 0-3737,-9-18-4225</inkml:trace>
  <inkml:trace contextRef="#ctx0" brushRef="#br0" timeOffset="1171.584">1503 114 832,'0'0'5361,"0"0"-1132,0 0-1948,0 0-678,0 0-183,0 0-348,-8 14 26,1-1-724,-12 21 2132,-12 30-2506,6-1 663,2 2-1,3 0 1,3 1-1,3 1 1,3 0-1,3 1 0,0 65-662,12 62 472,-1-152-427,3 0 0,1-1 0,7 23-45,4-6-274,2-1-1,3-1 1,2-1-1,2 0 1,11 11 274,-33-59-369,1 0 0,-1 0 0,1 0 0,4 3 369,11 5-2328,-18-14 1390,1 0 0,-1-1 1,1 1-1,0-1 1,-1 0-1,1 0 938,14 1-8945</inkml:trace>
  <inkml:trace contextRef="#ctx0" brushRef="#br0" timeOffset="2149.207">1877 432 328,'0'0'1159,"0"0"1379,0 0 1207,0 0-750,0 0-473,0 0-182,-3 1-375,-8 1-292,8-2-224,3 0-246,7-1 494,2-2-1532,0-1 0,0 0-1,0-1 1,-1 0-1,7-5-164,39-32-275,-53 41 271,15-12-216,0-1 0,-2-1 0,0 0 0,0-1 0,8-13 220,-17 20-119,1 0 0,-1 0-1,-1 0 1,0 0 0,0-1 0,-1 0-1,0 0 1,0 0 0,-1 0 0,-1 0 0,0 0-1,0-6 120,-1-26-574,0 41 650,1 4-50,-1-1 0,0 0 0,1 0 0,-1 0 0,0 0 0,0 1 0,0-1 0,0 0 0,-1 2-26,0 7 138,0 20 284,-2-1 0,-3 8-422,2-6 197,1-1 1,0 9-198,3 58-57,0-35-3789,1-45-509,4-8-1893</inkml:trace>
  <inkml:trace contextRef="#ctx0" brushRef="#br0" timeOffset="2952.641">1945 919 1064,'0'0'1446,"0"0"3403,0 0-811,0 0-1592,0 0-487,0 0-487,-1-1-1372,0 1 0,0 0 0,0 0-1,0 0 1,0 0 0,0 1-1,0-1 1,0 0 0,0 0 0,0 1-1,0-1 1,0 0 0,1 1 0,-1-1-1,0 1 1,0-1 0,0 1-1,0 0-99,-3 10 212,0 1-1,0 0 0,1 0 1,1 0-1,0 0 1,-1 10-212,1 25 389,1 6-389,1-39-39,0-12 5,0-1-1,0 0 1,0 1-1,0-1 1,1 1-1,-1-1 1,0 1-1,1-1 1,-1 0-1,1 1 1,-1-1-1,1 0 1,-1 1-1,1-1 1,0 0-1,0 1 35,1-1-70,-1 0-1,0 0 1,1 0 0,-1 0-1,1 0 1,-1-1-1,1 1 1,-1-1 0,1 1-1,0-1 1,-1 1-1,1-1 1,-1 0-1,1 0 1,0 0 70,6 1-367,-1-1 1,1 0-1,0 0 0,-1 0 0,1-1 1,6-2 366,-9 2-334,0-1 0,0 0 1,0 0-1,0-1 0,-1 1 1,1-1-1,-1 0 0,0 0 1,0 0-1,1-2 334,-1 2-303,-1 0-1,1-1 1,-1 1-1,0-1 1,0 0 0,-1 0-1,1 0 1,-1 0 0,0 0-1,1-3 304,1-10 2254,-3-1 4837,-2 55-3972,-4 18-3119,0-16-1099,2 20 1099,3-57-336,0 0 0,0 0 1,1 0-1,-1 0 0,0 1 0,1-1 1,-1 0-1,1 0 0,0 0 0,0 0 0,-1 0 1,1 0-1,1 0 0,-1 0 0,0-1 1,0 1-1,1 0 0,-1 0 336,14 11-6116</inkml:trace>
  <inkml:trace contextRef="#ctx0" brushRef="#br0" timeOffset="3529.132">1964 1882 304,'0'0'5291,"0"0"-2285,0 0-1378,0 0 192,0 0 59,0 0-840,-3-4-564,1 2-355,0 0 1,0 0-1,0-1 1,1 1-1,-1 0 0,1-1 1,0 1-1,0-1 1,0 1-1,0-1 1,0 0-1,0 1 0,1-1 1,-1 0-1,1 0 1,0 1-1,0-3-120,0-5 358,0 5-92,0 0 1,0-1-1,0 1 1,1 0-1,0-1-266,-1 4 33,1 0 0,0 0-1,0 0 1,0 1 0,-1-1 0,1 0 0,1 0-1,-1 1 1,0-1 0,0 0 0,1 1 0,-1-1-1,1 1 1,-1 0 0,1-1-33,3-1-17,0 0 0,-1 1 1,1-1-1,0 1 0,0 0 0,1 0 0,-1 1 1,0-1-1,0 1 0,1 0 0,-1 1 0,1-1 1,-1 1-1,1 0 0,-1 1 0,1-1 0,-1 1 17,-4-1-9,0 1-1,-1-1 0,1 0 0,-1 1 1,1-1-1,0 1 0,-1-1 0,1 1 0,-1-1 1,1 1-1,-1-1 0,1 1 0,-1-1 0,1 1 1,-1-1-1,0 1 0,1 0 0,-1-1 0,0 1 1,0 0-1,1-1 0,-1 1 0,0 0 0,0 0 1,0-1-1,0 2 10,1 21-90,-1-20 52,1 19-40,0-16 81,-1 1 0,0 0 0,0-1 0,0 1 0,-1-1 0,0 1 0,0-1-1,-1 1 1,1-1 0,-2 1 0,1-1 0,-1 1-3,-4 3 31,0-1-1,0-1 1,-1 1-1,0-2 1,-1 1 0,-3 2-31,-24 23 75,36-33-78,0 0-1,0 0 1,0 0 0,-1 1 0,1-1 0,0 0-1,0 0 1,0 0 0,-1 1 0,1-1 0,0 0 0,0 0-1,0 1 1,0-1 0,0 0 0,0 0 0,-1 1-1,1-1 1,0 0 0,0 0 0,0 1 0,0-1 0,0 0-1,0 1 1,0-1 0,0 0 0,0 0 0,0 1-1,0-1 1,1 0 0,-1 0 0,0 1 0,0-1-1,0 0 1,0 0 0,0 1 0,0-1 0,1 0 0,-1 0-1,0 1 1,0-1 0,0 0 0,0 0 0,1 0-1,-1 1 4,12 3 76,12-1 28,1-2-1,0 0 1,16-2-104,7 0-1557,-45 1 1430,3 0-596,0 0 1,0 0-1,0 0 1,0-1-1,0 0 1,0 0-1,-1-1 1,1 0-1,0 0 1,0 0 722,21-17-7368</inkml:trace>
  <inkml:trace contextRef="#ctx0" brushRef="#br0" timeOffset="4290.22">2583 0 968,'0'0'4308,"0"0"-282,0 0-1719,0 0-685,0 0 38,0 0-37,-3 18-304,1-6-1089,0 0-8,0 1-1,0-1 0,2 1 1,-1-1-1,1 1 0,1 0 0,1-1 1,-1 1-1,3 2-221,53 232 2575,-11 2-1,6 163-2574,-40-202 249,-13 127-249,-2-282 0,-2 0 0,-3 0 0,-4 11 0,4-31-117,-2-1 0,-1 0 1,-1-1-1,-2 0 0,-11 17 117,17-35-266,-1 0 0,-1-1 1,0 0 265,-14 9-1757,21-20 896,0-1 0,-1 0 1,0 0-1,1 0 0,-1 0 0,-3 0 861,-6 0-7596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2:1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51 333 1816,'0'0'1195,"0"0"3290,0 0-1357,0 0-1328,0 0-238,4 0 46,13 0-257,-13 0-329,-4 0-202,0 0-761,0 0-1,0 0 1,0 0 0,0 0 0,0 0 0,0 0 0,0 0 0,1 0 0,-1 0 0,0 0 0,0 0 0,0 0-1,0 0 1,0 0 0,0 0 0,0 0 0,0 0 0,0 0 0,0 0 0,0 0 0,1 0 0,-1 0 0,0 0-1,0 0 1,0 0 0,0 0 0,0 0 0,0 0 0,0 0 0,0 0 0,0 0 0,0 0 0,0 0-1,0 0 1,0 0 0,0 1 0,0-1 0,1 0 0,-1 0 0,0 0 0,0 0 0,0 0 0,0 0 0,0 0-1,0 0 1,0 0 0,0 0 0,0 0 0,0 0 0,0 0 0,0 1 0,0-1 0,0 0-59,0 30 372,0 47 417,-3 0-1,-8 46-788,-23 101 346,33-220-322,1-4-16,1 1 0,-1 0 0,0-1 0,0 1 0,0-1 0,0 1 0,-1-1 0,1 1 0,0 0 0,0-1 0,0 1 0,0-1 0,0 1 0,-1-1 0,1 1 0,0-1 0,-1 1 0,1-1 0,0 1 0,-1-1 0,1 0 0,0 1 0,-1-1 0,1 1 0,-1-1 0,1 0 0,-1 1 0,1-1 0,-1 0 0,1 0 0,-1 1 0,1-1 0,-1 0 0,1 0 0,-1 0-8,0 0 7,1 0 0,0 0 0,-1-1 0,1 1 1,0 0-1,-1-1 0,1 1 0,0 0 0,-1-1 0,1 1 1,0 0-1,0-1 0,-1 1 0,1 0 0,0-1 0,0 1 0,0-1 1,0 1-1,-1-1 0,1 1 0,0 0 0,0-1 0,0 1 0,0-1 1,0 1-1,0-1-7,0-3 19,-5-22-170,1 0 0,1-1-1,2 0 1,0 1-1,2-1 1,3-16 151,-1 21-120,2 1-1,0 0 1,2 0-1,0 1 1,8-15 120,-2 7-222,2 0-1,2 0 0,12-15 223,-16 26-38,1 0 0,0 1 0,4-3 38,-10 12-1,0 0 0,0 1 0,1-1 0,0 1 0,0 1 0,0 0 0,7-2 1,-14 6 5,0 0 0,0 0 0,0 1 0,0-1 0,0 1 0,0 0 0,0-1 0,1 1 0,-1 0 0,0 0 0,0 1 0,0-1 0,1 0-5,-1 1 7,-1-1 0,0 1 0,0-1 0,0 1 1,1-1-1,-1 1 0,0 0 0,0 0 0,0-1 0,0 1 1,0 0-1,0 0 0,0 0 0,-1 0 0,1 0 0,0 0 1,0 0-1,-1 1 0,1-1 0,0 1-7,12 33 209,-1 0 1,-1 1-1,-2 1 0,2 21-209,13 153 603,-17-132-539,-2-14-88,-5-37-2753,0-28 767,-2 0-511,-10 0-1021,-4-3-2332</inkml:trace>
  <inkml:trace contextRef="#ctx0" brushRef="#br0" timeOffset="362.485">101 633 1464,'0'0'1177,"0"0"2249,0 0-632,0 0-910,0 0-260,0 0 14,2 0-203,133 0 4915,-89 0-8715,-1 0-4037,-39 0 1115</inkml:trace>
  <inkml:trace contextRef="#ctx0" brushRef="#br0" timeOffset="870.326">622 213 1224,'0'0'915,"0"0"910,0 0 1042,0 0-472,0 0-595,0 0-74,3 0-12,43 0 4302,3 0-3758,0 0-5194,-1 0-6624,-46 0 2581</inkml:trace>
  <inkml:trace contextRef="#ctx0" brushRef="#br0" timeOffset="1218.129">878 0 1112,'0'0'2783,"0"0"1593,0 0-1657,0 0-1016,0 0-185,0 0-210,6 7-217,19 21-53,-24-26-920,0 0 0,0 0 1,0-1-1,0 1 0,0 0 1,0 0-1,0 0 0,-1 0 1,1 1-1,-1-1 0,1 0 1,-1 0-1,0 0 0,0 2-118,1 5 378,5 58 1496,-2 14-1874,-3-18-9641,-1-59 1263</inkml:trace>
  <inkml:trace contextRef="#ctx0" brushRef="#br0" timeOffset="1781.315">1142 510 1304,'0'0'1606,"0"0"3032,0 0-1202,0 0-1185,0 0-280,0 0-160,10 0-357,163 0 2538,-70 3-4275,-61 3-2781,-36-4 710,-6-2 2234,0 0 1,1 0-1,-1 0 1,0 0-1,0 0 1,0 0-1,0 0 1,0 0-1,0 1 1,0-1-1,0 0 1,0 0 0,0 0-1,0 0 1,0 0-1,0 0 1,0 0-1,0 0 1,1 0-1,-1 0 1,0 0-1,0 0 1,0 0-1,0 1 1,0-1-1,0 0 1,0 0 0,0 0-1,0 0 1,0 0-1,0 0 1,0 0-1,0 0 1,0 0-1,0 0 1,0 1-1,0-1 1,0 0-1,0 0 1,-1 0-1,1 0 1,0 0 0,0 0-1,0 0 1,0 0-1,0 0 1,0 0-1,0 0 1,0 0-1,0 0 1,0 0-1,0 1 1,0-1-1,0 0 1,0 0-1,0 0 1,-1 0 0,1 0-1,0 0 1,0 0-1,0 0 1,0 0-1,0 0 1,0 0-1,0 0 1,0 0-1,0 0 1,0 0 119,-8 0-6678</inkml:trace>
  <inkml:trace contextRef="#ctx0" brushRef="#br0" timeOffset="2156.395">1176 711 1536,'0'0'764,"0"0"973,0 0 563,0 0-513,0 0-305,0 0 266,7 2 15,-6-2-1751,13 3 1365,1-1 1,-1-1-1,6 0-1377,20 1 2476,-1 2 0,37 9-2476,-7-2 322,-24-4-254,6 2-366,-21-7-6454,-46-2 681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2:26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521 128 960,'0'0'5199,"0"0"-1461,0 0-1922,0 0-231,0 0 92,3 0-463,8 2-525,-8-1-133,-3 1-195,0 1 0,-1-1 0,1 0 0,-1 1 0,0-1-1,1 0 1,-1 0 0,0 0 0,0 1 0,0-1 0,-1 0 0,0 1-361,-23 26-259,11-14 650,-69 91 544,4 3-1,-48 94-934,65-95-948,-7 30 948,69-137-34,-1 1-502,0 0 0,1-1-1,-1 1 1,0 0 0,0-1 0,0 1-1,-1-1 1,1 1 0,-1 1 536,0-3-414,1 1 1,0-1 0,0 0-1,0 1 1,0-1 0,0 0-1,0 1 1,0-1-1,0 0 1,0 0 0,-1 0-1,1 0 1,0 0-1,0 0 1,0 0 0,0-1-1,0 1 1,0 0-1,-1-1 414,-12-4-4430</inkml:trace>
  <inkml:trace contextRef="#ctx0" brushRef="#br0" timeOffset="505.441">1 296 1360,'0'0'1925,"0"0"2517,0 0-1713,0 0-894,0 0 25,0 0-288,2-1-605,-1 0-943,0 0 77,0 0 1,0 1-1,0-1 0,0 0 0,0 1 0,0-1 1,0 1-1,0-1 0,0 1 0,0 0 0,1-1 1,-1 1-1,0 0 0,0 0 0,0 0 1,1 0-1,-1 0 0,0 0 0,0 0 0,0 0 1,0 0-1,1 1 0,-1-1 0,0 0 0,0 1 1,0-1-1,0 1-101,6 5 253,-1 1 0,0 0 0,-1 0 0,0 0 0,3 6-253,6 7 417,198 306 2224,-186-283-2529,-5-7-74,1-1 0,27 31-38,-43-59-601,12 14 0,-13-7-6982,-5-14 1748</inkml:trace>
  <inkml:trace contextRef="#ctx0" brushRef="#br0" timeOffset="936.401">805 644 1856,'0'0'1461,"0"0"3564,0 0-1642,0 0-1165,0 0-384,0 0-367,4 1-387,21 7 719,-12-4-1176,1 0 0,0 0 0,0-1 1,7 0-624,14-2-270,28 3-1416,-22 2-5735,-29-5 399</inkml:trace>
  <inkml:trace contextRef="#ctx0" brushRef="#br0" timeOffset="1307.751">822 875 1720,'0'0'5738,"0"0"-3290,0 0-503,0 0 495,0 0-159,0 0-817,0 0-360,68 21-264,-51-21-232,2 0-248,7 0-223,-1 3-137,3-3-401,3 3-823,-6 0-968,-5 0-3001,-9-3-3281</inkml:trace>
  <inkml:trace contextRef="#ctx0" brushRef="#br0" timeOffset="2095.802">1500 416 1592,'0'0'7570,"0"0"-3040,0 0-2565,0 0-540,0 0-212,0 0-624,3 6-381,0-2-90,0 2-1,-1-1 1,0 0-1,0 0 1,0 1-1,0-1 1,-1 1-1,0 0 1,0-1-1,-1 4-117,4 310 3406,-5-262-3442,1-58 31,0-69-539,3 0-1,6-26 545,3 27-408,3 0-1,14-38 409,-24 92-22,0 1 0,1 0-1,1 1 1,4-7 22,-9 15-10,1 1 0,-1 0-1,1 0 1,0 0 0,1 1 0,-1-1-1,1 1 1,-1-1 0,1 1 0,0 0-1,0 1 1,1-1 0,-1 1 0,0 0-1,2-1 11,0 2 6,-1 0 0,0 1 0,0-1 0,1 1 0,-1 0 0,0 1 0,0-1 0,4 2-6,-7-1 10,-1-1-1,0 1 1,1-1-1,-1 1 1,0 0-1,0 0 1,0 0-1,1 0 0,-1 0 1,0 0-1,0 0 1,-1 0-1,1 0 1,0 0-1,0 0 1,0 2-10,10 23 111,-7-16-47,8 21 209,-2 0 0,-1 1 0,3 21-273,11 98 377,-16-92-331,-1-5-29,-1 37-17,-4-29-4994,-5-62 223,2 0 3788,-12-2-2952,-3-11-186</inkml:trace>
  <inkml:trace contextRef="#ctx0" brushRef="#br0" timeOffset="2442.551">1483 617 2457,'0'0'256,"0"0"4849,0 0-2097,0 0-1055,0 0-1,0 0-7,0 0-801,87 6-472,-61-6-304,-1 0-176,3 0-192,0 0-112,0 0-536,-2 0-896,-6 0-1281,-6 0-3184</inkml:trace>
  <inkml:trace contextRef="#ctx0" brushRef="#br0" timeOffset="2848.741">2127 206 1360,'0'0'1694,"0"0"3140,0 0-1666,0 0-1071,0 0-211,0 0-264,6 0-483,12 1 766,1 1 0,9 3-1905,49 2-1712,-74-7 211,-2 0-4417,-1 0-1152</inkml:trace>
  <inkml:trace contextRef="#ctx0" brushRef="#br0" timeOffset="3387.482">2428 164 1360,'0'0'2749,"0"0"1358,0 0-1627,0 0-685,0 0-170,0 0-596,13 0-523,38-1-231,-48 1-256,0 0 0,1-1-1,-1 1 1,0-1 0,0 0 0,0 0-1,0 0 1,0 0 0,0-1 0,0 1-1,0-1 1,0 0 0,-1 0 0,1 0 0,-1 0-1,1 0 1,-1 0 0,0-1 0,0 1-1,0-1 1,0 0 0,0 0-19,1-2 8,2-1-1,-1 0 0,-1 0 0,1-1 0,-1 0 0,0 0 0,-1 0 0,1 0 0,-2 0 0,1 0 0,-1 0 0,0-2-7,2-29 2548,2 229-1572,-5-131-2752,0-36-3204,0-24 4793,0 0 0,-1 1 0,1-1 0,0 1 1,0-1-1,-1 0 0,1 1 0,-1-1 0,1 0 0,0 1 0,-1-1 0,1 0 0,-1 0 0,1 1 0,-1-1 0,1 0 0,-1 0 0,1 0 1,-1 0-1,1 1 0,-1-1 0,1 0 0,-1 0 0,1 0 0,-1 0 0,1 0 0,-1 0 0,1-1 187,-2 2-650,-15-1-2177</inkml:trace>
  <inkml:trace contextRef="#ctx0" brushRef="#br0" timeOffset="3775.156">2428 164 856</inkml:trace>
  <inkml:trace contextRef="#ctx0" brushRef="#br0" timeOffset="3776.156">2428 164 856,'80'93'1710,"-64"-75"160,-16-18 94,0 0 27,0 0-156,13 0 4583,-6 0-4637,87 0 1894,-27 0-5613,-65 0 1588,3 1-1582,-4 1-2691,-1 1-2897</inkml:trace>
  <inkml:trace contextRef="#ctx0" brushRef="#br0" timeOffset="4175.541">3278 581 704,'0'0'1650,"0"0"1940,0 0 615,0 0-1495,0 0-516,0 0-374,0 0-833,5 3-616,-2-1-331,-2-2-30,0 1-1,0-1 1,0 1-1,0 0 1,1-1 0,-1 1-1,0 0 1,0 0 0,0 0-1,-1 0 1,1 0 0,0 0-1,0 0 1,0 0-1,-1 0 1,1 0 0,-1 1-1,1-1 1,-1 0 0,1 0-1,-1 0 1,0 1-1,1-1 1,-1 0 0,0 1-1,0-1 1,0 0 0,0 1-1,0-1 1,0 1-10,-5 15 341,-1 1 0,0-1 0,-2 0-1,0-1 1,0 1 0,-6 5-341,-22 47 99,29-51-424,5-11 50,-1-1 0,1 0 0,-1 0-1,-4 6 276,7-11-349,-1 0-1,0 1 1,0-1-1,0 0 1,0 0-1,-1 0 1,1 0-1,0 0 1,0 0-1,-1 0 1,1 0-1,0-1 1,-1 1-1,1 0 1,-1-1-1,1 1 1,-1-1-1,1 0 1,-1 1-1,0-1 1,1 0-1,-2 0 350,-13 0-5193,2 0-1187</inkml:trace>
  <inkml:trace contextRef="#ctx0" brushRef="#br0" timeOffset="4520.471">3118 563 1512,'0'0'5313,"0"0"-2160,0 0-1497,0 0 81,0 0-81,0 0-287,0 0-185,107 66-120,-79-39 240,3 0-248,0 0-559,-3-6-337,0 3-160,-3-3-8,-2 0-617,-4-6-1023,-5 3-1320,-8-12-3770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4:56.6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1 964 3929,'0'0'6612,"0"0"-3194,0 0-1294,0 0-130,0 0-129,0 0-621,0 0-484,2-1-153,32-17-376,-1-1 0,0-2 0,-2-1 0,10-9-231,-25 19-158,-1-1-1,-1 0 1,0-1 0,-1 0-1,8-11 159,-16 17-49,0 1-1,0-1 1,-1 1 0,0-2-1,0 1 1,-1 0 0,0-1-1,-1 1 1,0-1-1,0 0 1,-1 1 0,0-1-1,0-5 50,-1-97 873,-1 282 273,0-86-2128,0 0-4877,3-64 1077,8-5-856</inkml:trace>
  <inkml:trace contextRef="#ctx0" brushRef="#br0" timeOffset="313.292">487 895 1176,'0'0'6538,"0"0"-1873,0 0-3441,0 0 376,0 0 457,0 0-345,0 0-376,-5 63-592,5-48-343,0 0-153,0 0-168,0-3-80,0 0-232,5 0-945,7-3-1127,2-3-2673,-3-6-2705</inkml:trace>
  <inkml:trace contextRef="#ctx0" brushRef="#br0" timeOffset="899.529">760 585 808,'0'0'8969,"0"0"-5310,0 0-2016,0 0-272,0 0-403,0 0-533,12 0-268,85-5-44,-94 5-124,-1 0 1,0 0 0,0-1 0,1 1 0,-1-1 0,0 1 0,0-1 0,0 0 0,0 0 0,0 1 0,0-2 0,0 1 0,-1 0-62,0 0 1,0 0 0,0 0 0,0 0-1,-1 0 1,1 0 0,0-1 0,-1 1-1,1 0 1,-1 0 0,1-1 0,-1 1 0,0 0-1,0-1 1,1 1 0,-1 0 0,0-1-1,0 1 1,0 0 0,0-1 61,-1 1-41,1 1-1,0-1 1,0 1-1,0-1 1,0 0 0,0 1-1,-1-1 1,1 1-1,0-1 1,0 1 0,-1-1-1,1 1 1,0-1 0,-1 1-1,1-1 1,-1 1-1,1-1 1,-1 1 0,1 0-1,-1-1 1,1 1-1,-1 0 1,1-1 0,-1 1 41,-19-6-220,-21 3 381,40 3-171,-2 0 39,0 0 0,0 1 0,-1-1 0,1 0 0,0 1 0,0 0 0,0-1 0,0 1 0,0 1 0,0-1 0,0 0 0,0 1 0,-2 0-29,1 2 104,0 0 0,0-1 0,1 1 0,-1 0 0,1 1 0,0-1 0,0 1 0,0-1-104,-10 17 487,2 0 1,0 1 0,-1 5-488,8-16 214,0 0 1,1 0-1,0 1 1,1-1-1,0 1 1,1 0-1,0 8-214,1-14 82,1 5-15,-1-10-78,0-1 1,1 1-1,-1-1 1,0 0-1,1 0 1,-1 1-1,1-1 0,-1 0 1,0 1-1,1-1 1,-1 0-1,1 0 1,-1 0-1,1 0 1,-1 0-1,0 1 1,1-1-1,-1 0 1,1 0-1,-1 0 1,1 0-1,-1 0 1,1 0-1,-1 0 11,129 0-428,-126 0 414,0 0-1,0 0 0,0 0 1,0 1-1,0-1 1,0 1-1,0 0 0,0 0 1,0 0-1,-1 0 1,1 1-1,0-1 0,-1 1 1,1 0-1,-1-1 1,1 1-1,-1 0 0,0 1 1,0-1-1,0 0 1,0 0-1,0 1 0,-1 0 1,1-1-1,-1 1 0,1 0 1,-1 1 14,3 5 86,-1 0-1,-1 0 1,0 1 0,0-1 0,-1 1 0,0-1-1,-1 1 1,0 1-86,0-8 71,0-1-1,-1 1 0,1-1 1,0 1-1,-1 0 1,0-1-1,0 1 0,1-1 1,-1 0-1,-1 1 1,1-1-1,0 0 0,-1 0 1,1 0-1,-1 1 1,0-1-71,-1 1 116,-1 0 1,1 0-1,-1 0 1,0 0-1,0 0 1,0-1-1,0 0 1,-4 2-117,-2 0-382,-1-1-1,1 0 1,0-1 0,-1 0-1,0 0 1,1-1 0,-8 0 382,4-2-3586,4-1-3109</inkml:trace>
  <inkml:trace contextRef="#ctx0" brushRef="#br0" timeOffset="1800.155">1140 213 1040,'0'0'6232,"0"0"-3336,0 0-1320,0 0 283,0 0-197,0 0-525,-22-24-409,-70-77-73,83 93-404,1 0-1,-1 0 1,-4-3-251,10 10 110,1-1 1,-1 1-1,1 0 1,-1 0-1,1 0 1,-1 0-1,-1 0-110,-9-4 382,-11-3 92,1 1 0,-1 1-1,0 1 1,-1 1 0,-8 0-474,-40 0 919,-12 3-919,80 1 36,-12 1 67,0 0 1,0 1 0,0 1-1,0 0 1,1 1 0,-1 1-1,1 1 1,0 0 0,1 1-1,0 1 1,-12 7-104,-11 10 301,1 1 0,1 1 0,1 2-1,2 2 1,-23 26-301,33-30 86,1 1 0,1 1-1,1 1 1,2 0 0,1 1 0,2 1-1,-8 22-85,18-36 56,0 0 0,0 1 0,2-1 0,0 1 0,1 0-56,-1 96 234,3-110-229,0 7 28,1 0 0,1 1 0,0-1 0,0 0 0,1 0 0,1 0 0,0 0 0,5 9-33,-2-5 73,2-1 1,0 0-1,0 0 0,2-1 1,0-1-1,1 1-73,10 9 141,1-2 0,1-1 0,1-1 0,0 0 0,1-2 0,27 12-141,-19-12 102,1-2 0,0-2 0,0-1 0,2-2 0,22 4-102,-3-5 74,0-3 0,0-1 0,24-3-74,-75-2-2,39-1 45,16-2-43,-45 1 13,0 0 0,1-1 0,-1-1-1,0 0 1,9-5-13,-1-1-14,0-1 0,-1-2-1,0 0 1,-1-1 0,-1-1-1,0-1 1,-1-1 0,15-16 14,-15 11-45,-1 0-1,-1-1 1,0-1 0,-2-1 0,-1 0 0,-1-1-1,6-19 46,-12 27 2,-2 0 0,0-1 0,-1 0 0,-1 0-1,0-10-1,0-30 177,-3-8-177,-1 31 69,1 18-63,0-1-1,-2 1 0,0 0 1,-1 0-1,-1 0 0,-1 1 1,-1-1-1,0 1 0,-1 0 1,-6-10-6,0 1-302,-2 0 1,-1 1 0,-1 0 0,-2 0 301,8 13-470,1 0 0,-1 1 0,-1 0 1,0 1-1,-1 1 0,0 0 0,0 0 0,-13-5 470,-7 0-2792,0 2 0,-1 1-1,-6 0 2793,-21-5-8189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5:00.0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248 750 992,'0'0'6332,"0"0"-1865,0 0-2455,0 0-493,0 0-75,0 0-508,-6-2-454,-19-6-211,25 8-260,0 0 0,0 0 1,0 0-1,-1 0 0,1 0 1,0 0-1,0 0 0,0 0 1,-1 0-1,1 0 0,0 0 1,0 0-1,0 0 0,-1 0 1,1 0-1,0 0 0,0 0 0,-1 0 1,1 0-1,0 0 0,0 0 1,0 0-1,-1 0 0,1 0 1,0 1-1,0-1 0,0 0 1,0 0-1,-1 0 0,1 0 1,0 0-1,0 1 0,0-1 1,0 0-1,0 0 0,0 0 1,-1 1-1,1-1 0,0 0 1,0 0-1,0 0 0,0 1 1,0-1-1,0 0 0,0 0 1,0 0-1,0 1 0,0-1 1,0 0-1,0 0 0,0 1 1,0-1-1,0 0 0,0 0 1,0 0-1,0 1 0,1-1 1,-1 0-1,0 0-11,0 1 104,-2 11 270,1-1 1,1 0 0,0 1-1,0-1 1,2 5-375,-2-12 34,1 0 0,0 0 1,0-1-1,0 1 0,1 0 0,0-1 0,-1 1 1,1-1-1,0 1 0,0-1 0,1 0 1,-1 0-1,1 0 0,0 0 0,0 0 1,0-1-1,1 2-34,1-1 28,1 1 1,0-1-1,-1 0 1,1 0-1,0-1 1,1 0-1,-1 0 0,0 0 1,2-1-29,7 2 23,1-2 1,-1 0 0,6-1-24,-19 0 12,0 0 1,1 0-1,-1-1 0,1 1 1,-1-1-1,0 0 1,1 0-1,-1 0 1,0 0-1,0 0 0,0 0 1,0 0-1,0-1 1,0 1-1,0-1 1,0 0-1,0 1 0,-1-1 1,1 0-1,-1 0 1,1 0-1,-1 0 1,0 0-1,0 0 0,0-1 1,0 1-1,0 0 1,0-1-1,0-1-12,2-7 50,-1 0 1,0 0-1,-1 0 0,0-1 1,-1-10-51,1 16 56,-1 1 0,0-1-1,0 0 1,-1 0 0,0 0 0,0 1 0,0-1 0,-1 0 0,0 1 0,0-1-1,0 1 1,-1 0 0,0 0 0,1 0 0,-2 0 0,1 0 0,-1 0 0,0 1 0,0 0-1,-3-3-55,-1-1 30,-1 1 1,0-1-1,0 2 0,-10-6-30,14 10-74,0-1 0,0 1 0,-1 0 0,1 0-1,-1 0 1,1 1 0,-1 0 0,0 0 0,1 1 0,-4-1 74,1 1-304,6 0 162,1-1-1,-1 1 0,1 0 0,-1 0 0,1 0 0,-1 0 0,0 0 1,1 0-1,-1 1 0,1-1 0,-1 1 0,1-1 0,-1 1 0,1-1 1,-1 1-1,1 0 0,0 0 0,-1 0 143,-2 4-1041,0 1 0,1-1 0,0 1 0,1 0 1,-1 0-1,1 1 0,0-1 0,0 3 1041,-4 13-6451</inkml:trace>
  <inkml:trace contextRef="#ctx0" brushRef="#br0" timeOffset="334.698">588 906 672,'0'0'9066,"0"0"-7025,0 0-993,0 0 1088,0 0-47,0 0-657,0 0-248,0 105-176,0-84-207,0-3-465,3 0-216,-3 0-120,6-6-520,8-3-1433,-3-6-2560,0-3-3449</inkml:trace>
  <inkml:trace contextRef="#ctx0" brushRef="#br0" timeOffset="914.889">884 654 4353,'0'0'7579,"0"0"-4468,0 0-1973,0 0-367,0 0 2,0 0-381,14 0-257,3 0-110,-3 0 6,1-1 0,0 0 1,5-2-32,-20 3-7,1 0 0,-1 0-1,1 0 1,-1 0 0,0 0 0,1 0 0,-1 0 0,1 0 0,-1 0 0,0 0 0,1 0 0,-1-1 0,1 1 0,-1 0 0,0 0 0,1 0 0,-1 0 0,0-1 0,1 1 0,-1 0 0,0-1 0,1 1 0,-1 0 0,0 0 0,1-1 0,-1 1-1,0 0 1,0-1 0,1 1 0,-1-1 0,0 1 0,0 0 0,0-1 0,0 1 0,0-1 0,0 1 0,1 0 0,-1-1 0,0 1 0,0-1 0,0 1 0,0 0 0,0-1 7,-1 0-54,1 0 0,-1 1-1,1-1 1,-1 0 0,1 1 0,-1-1 0,1 0 0,-1 1 0,0-1-1,1 1 1,-1-1 0,0 1 0,1-1 0,-1 1 0,0 0 0,0-1-1,1 1 1,-1 0 0,0 0 0,0-1 54,-9-1-62,0 0 1,0 1 0,0 0-1,0 1 1,-8 0 61,15 0 47,0 0 0,-1 1 0,1 0 0,0-1 1,-1 1-1,1 0 0,0 1 0,0-1 0,0 1 0,0-1 1,0 1-1,0 0 0,0 0 0,1 0 0,-1 0 1,1 1-1,-3 2-47,-1 3 139,0 0 1,1 0 0,0 1-1,0 0 1,1 0 0,0 0-1,1 0 1,0 1 0,0-1-1,1 1 1,0 0 0,1 0-1,0 0 1,0-1 0,1 6-140,0-14 15,0 0 0,0 0 0,1 0 1,-1 1-1,0-1 0,1 0 0,-1 0 0,0 0 0,1-1 1,-1 1-1,1 0 0,-1 0 0,1 0 0,0 0 0,-1 0 1,1-1-1,0 1 0,0 0 0,0 0 0,-1-1 0,1 1 1,0-1-1,0 1 0,0-1 0,0 1 0,0-1 0,0 0 1,0 1-1,0-1 0,0 0 0,0 0 0,0 1 0,1-1-15,6 1 23,0-1-1,0 1 0,0-1 1,4-1-23,2 0-127,109 1-496,-122 0 624,0 0 1,0 0-1,0 1 1,0-1-1,0 0 1,0 0-1,0 0 1,0 1-1,0-1 1,0 1-1,0-1 1,0 1-1,-1-1 1,1 1-1,0-1 1,0 1-1,-1-1 1,1 1-1,0 0 1,-1 0-1,1-1 1,0 1-1,-1 0 1,1 0-1,-1 0 1,0 0-1,1 0 1,-1-1-1,0 1 1,1 0-1,-1 0 1,0 0-1,0 0 1,0 0-2,1 6 10,0 0 0,-1-1 1,0 1-1,0 0 0,-1 0-10,0 9 273,1-12-202,0 1 1,0-1 0,0 0 0,-1 0 0,0 0 0,1 0 0,-1 0 0,-1 0 0,0 2-72,1-4 27,0 0-1,-1 0 1,1 0 0,-1 0 0,1-1 0,-1 1-1,0 0 1,0-1 0,0 1 0,0-1 0,0 0 0,0 0-1,0 1 1,0-1 0,0-1 0,-2 2-27,-6 1-268,0-1-1,0 0 1,0-1 0,0 0-1,0 0 1,0-1 0,-7 0 268,0-1-1547,15 1 920,-1 0 0,0 0 0,0 0 0,0 0 0,0-1 0,1 1 0,-1-1 0,-1 0 627,0-1-1427,0-1 0,0 1 0,0-1-1,0 0 1,-1-2 1427,5 5 0</inkml:trace>
  <inkml:trace contextRef="#ctx0" brushRef="#br0" timeOffset="1789.713">1176 234 1240,'0'0'6651,"0"0"-2278,0 0-1787,0 0-302,0 0-377,0 0-764,-18-23-528,-59-71-236,69 84-282,0 1 0,-1 1 0,-1-1-97,-10-2 235,6 4-117,-6-2 56,0 0 0,-1 1-1,0 1 1,-1 1 0,1 1 0,-10 0-174,-20-2 519,0 3-1,-10 2-518,-130 1 810,176 1-768,0 1 1,0 0-1,1 1 1,-1 0-1,0 1 1,1 1-1,0 1 1,0 0-1,0 0 1,0 1-1,1 1 1,0 1-1,-11 7-42,5-1 56,0 2-1,1 0 0,1 0 1,1 2-1,0 0 1,-9 15-56,-1 4 165,3 1-1,1 1 1,-1 7-165,10-18 47,2 0 0,1 1 0,1 1 0,1-1 0,2 1 0,1 1 0,2-1 0,0 1 0,2 17-47,1-36 16,0 11 99,3 20-115,-2-35 31,0 0-1,1 0 1,0 1-1,1-2 1,0 1-1,3 7-30,6 7 120,1-1-1,1 0 0,1-2 0,0 1 1,1-2-1,2 0 0,-1-1 0,16 11-119,5 1 129,2-2-1,1-1 0,1-2 0,1-2-128,8 2 62,1-1-1,1-3 0,35 7-61,-46-17 32,1-1 0,0-2 0,0-2 0,0-2 0,1-2-32,-20 0 9,-4-1-4,-1 0 0,1-1-1,-1-1 1,0 0 0,0-2 0,5-1-5,0-3 8,0 0-1,-1-2 1,-1-1 0,1-1-1,-2 0 1,1-2 0,5-5-8,-13 7-5,0 0 1,0-1-1,-1-1 1,-1 0-1,0-1 1,-1 0 0,-1-1-1,0 0 1,-1 0-1,1-4 5,0-4 54,-2-1-1,0 0 1,-1 0-1,-2 0 1,0-1-1,-2 0 0,-1 1 1,0-1-1,-2 0 1,-3-21-54,0 30 28,0 0 0,-1 1 1,-1-1-1,0 1 0,-1 0 0,-1 0 1,-6-9-29,-13-21-390,-25-34 390,37 60-370,0 0-1,-2 2 1,0-1 0,-2 2 0,-7-6 370,10 11-1388,0 1 1,-1 0 0,0 1 0,-10-4 1387,-11-4-7050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5:05.1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395 742 1040,'0'0'572,"0"0"98,0 0 1373,0 0-404,0 0-900,0 0-216,-7 3 119,-19 9-34,23-10 7807,4 0-3607,9 0-2574,16-3-3183,-16-2 965,-1 1 1,1-1 0,-1-1 0,0 0 0,0 0 0,0-1 0,0 0-1,-1 0 1,0-1 0,4-3-17,2-3-55,-1 0 0,0-1 0,-1 0 0,-1-1 0,5-6 55,-8 6-44,1 0-1,-2 0 1,0-1 0,-1 0-1,0 0 1,-1-1 0,-1 1-1,0-1 1,0-6 44,-4 18-353,1 7 184,0 15 209,0 26 326,1 6-65,3 0 0,3 11-301,-1-10-115,-1 0-1,-3 13 116,-3-63-142,2 14-1004,-2-15 894,0 0 0,1 0-1,-1 1 1,0-1 0,0 0-1,1 1 1,-1-1-1,0 0 1,1 0 0,-1 1-1,0-1 1,1 0 0,-1 0-1,0 0 1,1 1 0,-1-1-1,0 0 1,1 0 0,-1 0-1,1 0 1,-1 0 0,0 0-1,1 0 1,-1 0 0,1 0 252,2 0-6719</inkml:trace>
  <inkml:trace contextRef="#ctx0" brushRef="#br0" timeOffset="983.755">854 181 312,'0'0'1422,"0"0"912,0 0-290,0 0-593,0 0 116,0 0 123,-18-15-121,-55-49-143,64 56-757,-1 0-1,1 1 1,-1 0 0,0 1-1,-1 0 1,1 1 0,-1 0-1,0 0 1,-8-1-669,3 3 337,0 0 0,0 1 0,0 1 0,0 1 1,-7 1-338,-3-1 247,10 1-104,0 0-1,1 2 1,-1 0-1,1 0 1,0 1-1,0 1 1,0 1 0,0 0-1,1 1 1,0 0-1,1 1 1,-5 4-143,-12 10 264,1 0 0,1 2 0,2 1 0,-20 24-264,26-26 239,0 2 0,2 0 0,0 1 0,2 1 0,-10 24-239,17-31 111,1 0 0,1 0 0,0 1 0,2 0 0,1 1 0,0-1 0,1 1 0,1 19-111,2-14 126,0 12 264,2 8-390,-1-35 64,1 1 0,0-1 0,1 1 0,0-1 1,4 10-65,6 8 79,2 0 1,0-1-1,2-1 1,1 0 0,1-1-1,1-2 1,2 0 0,0 0-1,2-2 1,1-1 0,18 12-80,-15-15 54,1-1 0,25 11-54,-38-22 22,0 0 0,1-1 0,0-1 0,1-1 0,-1 0 0,4-1-22,25 1 60,-1-2 0,1-2-60,-39 0 5,6-1-5,1 0 0,-1-1 1,0 0-1,0-1 0,0-1 0,-1 0 0,1-1 0,-1 0 1,0-1-1,8-5 0,1-2 6,0-1-1,-1-1 1,0-1 0,-2 0 0,6-7-6,-9 6 45,0 0 0,-2-1 0,0 0 0,-1-1 1,0 0-1,-2-1 0,0 0 0,-2-1 0,0 0 0,-1-1-45,3-13 194,-3-1-1,-1 1 1,-1-1-1,-2-1 1,-1-27-194,-2 41 94,0 0 17,0 0-1,-1 0 0,-2 0 0,0 0 0,-3-5-110,-2-4 84,-2 0 0,-2 1 0,0 0 0,-2 1 0,-2 1-1,-5-8-83,9 20-117,0-1-1,-1 2 0,-1 0 1,0 1-1,-2 0 0,1 1 1,-2 1-1,0 0 0,0 1 1,-10-4 117,4 4-1006,0 2 0,-1 0 1,-24-6 1005,-75-13-5951,79 19 1760,-36-8-8645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5:08.3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45 123 600,'0'0'6376,"0"0"-1545,0 0-2527,0 0-432,0 0 27,0 0-173,-7-3-403,-22-12-403,29 15-849,-1-1 0,1 1 0,-1-1 0,0 1-1,1 0 1,-1-1 0,1 0 0,-1 1 0,1-1 0,0 1-1,-1-1 1,1 0 0,-1 1 0,1-1 0,0 0 0,0 1-1,-1-1 1,1 0 0,0 1 0,0-1 0,0 0 0,0 0-1,0 1 1,0-1 0,0 0 0,0 0 0,0 1 0,0-1-1,0 0 1,0 1 0,1-2-71,-1-1 127,0-1-83,0 0-1,0 0 0,1 0 0,-1 0 0,1 0 0,1-3-43,-1 6-7,-1-1 1,1 0-1,0 0 1,0 1-1,0-1 0,1 1 1,-1-1-1,0 1 1,0 0-1,1-1 1,-1 1-1,1 0 1,-1 0-1,1 0 1,0 0 6,5-3-17,0 0 1,1 1-1,0 0 1,0 0-1,0 1 1,0 0-1,0 0 1,0 1-1,3 0 17,8-1-163,1 2 0,-1 0 0,9 3 163,-27-3-23,0 0 0,1 0 0,-1 0 0,0 1 0,0-1 0,0 1 0,0-1 0,0 1 0,0-1 0,0 1 0,0-1 0,0 1 0,0 0 0,0 0 0,0-1 0,-1 1 0,1 0 0,0 0 0,0 0 0,-1 0 0,1 0 0,-1 0 0,1 0 0,-1 0 0,1 0 0,-1 0 0,0 0-1,1 0 1,-1 1 23,1 4-108,0 1 0,-1-1-1,1 0 1,-1 1 0,-1 0 108,1 3-110,0-5 86,-1 0-1,0-1 1,0 1-1,0 0 1,0-1 0,-1 1-1,0-1 1,0 0-1,0 1 1,0-1 0,-1 0-1,0 0 1,1 0-1,-1-1 1,-1 1 0,-2 2 24,-10 8 43,1-1 0,-2 0 1,-7 3-44,6-3 48,18-13-52,0 0 1,0 0-1,0 0 0,-1 0 0,1 1 1,0-1-1,0 0 0,0 0 1,0 0-1,0 0 0,0 0 0,0 0 1,0 0-1,0 0 0,0 0 1,0 0-1,0 1 0,0-1 0,0 0 1,0 0-1,0 0 0,0 0 1,0 0-1,0 0 0,0 0 0,0 0 1,0 1-1,0-1 0,0 0 1,0 0-1,0 0 0,0 0 0,0 0 1,0 0-1,0 0 0,0 0 1,0 0-1,0 1 0,0-1 0,0 0 1,0 0-1,1 0 0,-1 0 1,0 0-1,0 0 0,0 0 4,7 5-175,13 3-61,-15-7 225,19 8-22,4 1 11,25 14 22,-44-20-11,0 1-1,-1 0 1,0 1 0,-1 0-1,1 0 1,-1 1 0,0-1-1,0 2 12,-4-4-4,-1 0-1,0-1 0,0 1 0,0 0 1,-1 0-1,1 1 0,-1-1 1,0 0-1,0 0 0,0 1 0,-1-1 1,1 1-1,-1-1 0,0 0 1,0 1-1,-1-1 0,0 4 5,0-7 27,1 1 0,-1-1-1,1 1 1,-1-1 0,0 0 0,0 1-1,0-1 1,0 0 0,0 1-1,0-1 1,0 0 0,-1 0-1,1 0 1,0 0 0,0 0 0,-1 0-1,1-1 1,-1 1 0,1 0-1,-1-1 1,1 1 0,-1-1-27,-5 3 176,-1-1 0,0 1 0,-8 0-176,-11 0 256,-1-2-1,0 0 1,-8-2-256,-6 0-800,41 1-671,1-1-2401,1-2-2737,6-8-3389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5:09.3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969 112 1320,'0'0'5311,"0"0"-2149,0 0-1250,0 0-255,0 0-66,0 0-269,-26-12-483,-83-37-332,98 43-324,0 1 0,0 1-1,0 0 1,-3 0-183,1 1 265,-16-5 509,0 3 0,0 0-1,-30 0-773,-90 3 1445,82 3-994,54-1-363,0 1 1,0 1-1,1-1 0,-1 2 0,1 0 1,-1 1-1,1 0 0,0 0 0,0 2 1,1-1-1,-1 1 0,1 1 0,-2 2-88,-1 2 81,0 1-1,0 0 1,2 1-1,-1 0 1,1 1-1,1 0 0,1 1 1,0 0-1,-1 4-80,-6 14 141,1 1 0,2 0 0,1 1 0,1 0-1,2 1 1,2 0 0,1 1 0,2 0 0,2 0-1,1 0 1,2 0 0,2 14-141,0-40 46,0 1 0,1 0 0,0-1 0,1 1 0,1-1 0,0 0 1,0-1-1,1 1 0,0-1 0,1 0 0,0-1 0,0 1 0,1-1 0,4 2-46,12 12 108,0-1 0,2-1 0,0-1 1,19 9-109,-10-9 62,1-1 1,1-2 0,0-2 0,1-1 0,1-2 0,0-2 0,0-1 0,1-2 0,0-2 0,0-1 0,31-3-63,-44-1 41,-7 1-14,-1-1 0,1-1 0,-1-1 0,0 0 0,15-5-27,-13 1 20,0-2 1,0 0-1,-1-1 1,0-1-1,-1-1 1,0-1-1,1-1-20,-6 2 35,-1 0 0,0-1-1,0 0 1,-1-1-1,-1-1 1,0 0-1,-1 0 1,0-1-1,0-3-34,3-6 81,-1 0-1,-1-1 0,-1 0 1,-2-1-1,0 0 0,-2 0 0,-1-1 1,-1 1-1,-1-1 0,-1-14-80,-2 26 164,0-1-1,-1 1 1,-2-5-164,2 13 10,-1 1-1,0-1 1,-1 0 0,1 0-1,-1 1 1,0 0 0,-1-1-1,-1 0-9,-9-14-10,-1 2-1,-1 0 0,-1 1 0,-1 0 0,0 2 0,-1 0 1,-7-3 10,-16-10-329,-1 3 0,-1 1 1,-5 1 328,14 8-914,0 1 1,-2 3-1,-26-6 914,-24-1-3164,-2 4-3789,31 6-4101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01T08:15:15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99 263 1408,'0'0'1143,"0"0"347,0 0 60,0 0-592,0 0-248,0-18 4584,6-30-1573,-6 48-3517,0 0 0,0 0-25,0 0 33,0 0 35,0 0-208,0 0 0,0 0-1,0 0 1,0 0 0,0 0 0,0 0 0,0 0 0,0 0 0,0 0 0,0 0 0,0 0 0,0 0-1,0 0 1,0 0 0,0 0 0,0 0 0,0 0 0,0 0 0,0 0 0,1 0 0,-1 0 0,0 0-1,0 0 1,0 0 0,0 0 0,0 0 0,0 0 0,0 0 0,0 0 0,0 0 0,0 0 0,0 0 0,0 0-1,0 0 1,1 0 0,-1 0 0,0 0 0,0 0 0,0 0 0,0 0 0,0 0 0,0 0 0,0 0-1,0 0 1,0 0 0,0 0 0,0 0 0,0 0 0,0 0 0,0 0 0,0 0 0,0 0 0,0 0-1,0 0 1,0 0 0,0-1 0,0 1 0,0 0 0,0 0 0,0 0 0,1 0 0,-1 0 0,0 0 0,0 0-1,0 0 1,-1 0 0,1 0 0,0 0 0,0 0 0,0 0-39,-1 76 1783,-9 59-1783,6-103 100,-26 166 171,24-171-245,4-26 8,2-1 50,0 0 16,0-3-66,0 1 0,-1-1 0,1 1 0,-1-1 0,1 1-1,-1 0 1,0-2-34,-3-10-9,-11-64-360,5-2 1,2 1-1,4-39 369,4 100-173,0 0-1,4-15 174,-3 26-52,1 0 1,0 0-1,0 1 1,0-1-1,1 1 0,0-1 1,1 1-1,2-5 52,2 0-47,0 0 1,0 1-1,2 0 1,-1 0-1,1 1 0,0 0 1,1 1-1,0 0 1,0 1-1,1 0 0,0 0 1,0 1-1,1 1 1,-1 0-1,1 1 0,0 1 1,0 0-1,1 0 0,-1 1 1,1 1-1,7 0 47,-13 1-15,2-1-19,0 1 0,1 0 0,-1 1 0,5 0 34,-13 0-6,1-1 0,0 1-1,-1 0 1,1 0 0,-1 0 0,1 0 0,-1 0 0,1 0 0,-1 1-1,0-1 1,0 1 0,0 0 0,0 0 0,0-1 0,0 1 0,0 0-1,-1 1 1,1-1 0,0 0 6,0 4-15,1 0-1,-1 0 1,0-1 0,0 1-1,-1 1 1,0-1-1,0 0 1,-1 0 0,1 5 15,-1 6-3,-1 0 0,-2 16 3,1-24 7,0 0-1,-1 0 0,0 0 1,-1-1-1,1 0 1,-2 1-1,1-1 1,-1 0-1,0-1 1,-1 1-1,0-1 0,0 0-6,-12 12 83,-1-1 0,0 0 0,-15 9-83,12-12 108,-1 0 0,0-2 0,-1 0 1,0-2-1,-1 0 0,0-2-108,93-12 105,-16-2-116,1 2 0,32 2 11,-46 2-2,-28-1-4,0 0-1,0 1 1,-1 1 0,1 0-1,-1 1 1,1 0-1,-1 0 1,0 1-1,0 0 1,-1 1-1,1 0 1,6 5 6,-11-7-3,0 1 1,0 0-1,0 1 1,-1-1-1,1 1 1,-1 0-1,0 0 1,0 0-1,-1 0 1,0 1-1,0 0 1,0-1-1,0 1 0,-1 0 1,0 0-1,0 1 1,-1-1-1,0 0 1,0 1-1,0-1 1,-1 5 2,0-1 34,0-2 28,0 1-1,0-1 1,-1 1 0,0 0-62,0-6 29,0 0 1,0 0-1,0 0 0,0-1 0,-1 1 0,1 0 1,-1 0-1,1-1 0,-1 1 0,0-1 1,0 1-1,-2 1-29,-5 4 105,-1 0-1,1-1 1,-2 0 0,1 0 0,-1-1 0,0 0-1,0-1 1,-1-1 0,1 0 0,-1 0 0,0-1-1,0 0 1,-2-1-105,-29 3 400,0-1 0,0-3 0,-6-1-400,20 0 101,18 0-129,0 0 0,1-1 0,-1 0 1,0 0-1,1-1 0,-1 0 0,1-1 0,-1 0 0,1-1 0,0 0 0,-9-6 28,18 9-235,-1 0 1,1 1-1,-1-1 0,1 0 0,-1 1 0,0-1 0,1 1 1,-1-1-1,0 1 0,1 0 0,-1 0 0,0 0 0,1 0 1,-1 0-1,0 0 0,1 0 0,-1 1 0,-1-1 235,-2 2-1151,0 0 1,0 0-1,0 1 0,0-1 1,0 2 1150,-20 11-6993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01T08:15:23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54 127 544,'0'0'2173,"0"0"2434,0 0-1655,0 0-1702,0 0-195,0 0 304,5 0-112,14 0-337,-15 0-151,-4 0-54,3 6 2397,-3 12-2913,0-13 193,1 52 532,0-9-466,-2-1 0,-6 33-448,-17 87 466,22-153-448,1 0 0,0 0 0,1 2-18,0-8-40,0-7 20,0-1-24,0 0-12,0 0-6,0 0 6,0 0 12,0-2 4,1-39-43,0 1 0,3-1 0,2 0-1,1 1 1,2-1 83,6-16-67,-4 9 54,14-32 13,-20 69-7,-1 0-1,2 1 0,-1 0 1,2 0-1,-1 1 1,1 0-1,1 0 1,0 0-1,0 1 0,3-2 8,3-2-34,1 1 0,0 1 0,1 0 0,0 1 0,1 0 0,0 1 34,-9 5-42,0 1 0,0-1-1,0 1 1,0 0 0,0 1-1,0 0 1,3 0 42,-10 1-8,0 0-1,0 0 1,-1 0-1,1 0 1,0 1-1,-1-1 1,1 0-1,0 0 1,-1 1 0,1-1-1,0 0 1,-1 1-1,1-1 1,-1 1-1,1-1 1,-1 1-1,1-1 1,-1 1 0,1-1-1,-1 1 1,1-1-1,-1 1 1,0 0-1,1-1 1,-1 1-1,0 0 1,0-1-1,1 1 1,-1 0 0,0-1-1,0 2 9,2 23-105,-2-23 100,1 21-2,-1-13 17,1 0 0,-2 0 0,1 0 0,-1 0-1,-1 0 1,1 0 0,-2 0 0,-1 5-10,-3 0 41,-1 1 0,-1-1 1,0-1-1,-1 0 0,-7 8-41,-15 15 121,-15 12-121,39-41 30,0-1 0,0 1 0,0-1 0,-1 0 1,-1-1-1,1 0 0,-1-1 0,-9 5-30,19-10 6,0 0-1,0 0 1,0 0-1,0 0 1,0 0-1,0 0 1,0 0-1,0 0 1,0 0-1,0 0 1,0 0-1,0 0 1,0 0-1,0 0 1,0 0-1,0 0 1,0 0-1,0 1 1,0-1-1,0 0 1,0 0-1,0 0 1,0 0-1,0 0 1,0 0-1,0 0 1,0 0-1,0 0 1,0 0-1,0 0 1,0 0-1,0 0 1,0 0-1,-1 0 1,1 0-1,0 0 1,0 0-1,0 0 1,0 0-1,0 0 1,0 1-1,0-1 1,0 0-1,0 0 1,0 0-1,0 0 1,0 0-1,0 0 1,0 0-1,0 0 1,0 0-1,0 0 1,0 0-6,8 0 41,15-1-78,11-9 30,-18 4 7,1 2-1,-1 0 1,1 1-1,-1 1 1,14-1 0,-24 3-1,-3 0 0,0-1-1,1 1 1,-1 0-1,0 1 0,0-1 1,0 0-1,0 1 1,0 0-1,0-1 1,0 1-1,0 1 1,0-1-1,0 0 0,-1 1 1,3 1 1,9 9 13,-1 1 0,0 1 0,-1 0 0,-1 0 0,0 2 0,-1-1 0,0 1 0,3 11-13,-10-22 30,-2 1 1,1-1-1,-1 1 1,1-1-1,-1 1 1,-1-1-1,1 1 0,-1 0-30,-3 46 408,3-50-379,0 0 0,-1 0-1,1 0 1,-1 0 0,0 0 0,0 0 0,0 0 0,0 0 0,0 0 0,0-1 0,0 1 0,-1 0 0,1-1 0,-1 1-29,-25 21 406,10-10-200,-23 17 279,-1-1-1,-1-2 1,-43 20-485,79-45 70,0 1 1,0-1-1,0 0 0,-1 0 1,1-1-1,0 0 0,-5 0-70,-47 1 897,48-2-704,-3 0-19,4 1 7,0-1 1,0-1 0,-5-1-182,11 2 14,1-1 0,-1 1 0,1-1 0,-1 0 0,0 0 0,1 0 0,0 0 0,-1-1 0,1 1 0,0-1 0,0 1 0,0-1 0,-2-2-14,3 4-342,0-1-1,0 1 1,0 0-1,0 0 1,0-1-1,0 1 1,0 0 0,0 0-1,0 0 1,0 0-1,0 0 1,-1 0-1,1 1 1,0-1 342,-4 0-2233,-5 0-4043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01T08:15:32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58 728,'0'0'356,"0"0"-216,0 0 70,0 0 144,-1 0-84,0 0-278,0 0 14,1 0 0,0 0 0,-1 0-1,1 0 1,0 0 0,0 0 0,-1 0 0,1-1 0,0 1 0,0 0 0,-1 0 0,1 0 0,0 0 0,0 0 0,-1-1 0,1 1-1,0 0 1,0 0 0,0 0 0,-1-1 0,1 1 0,0 0 0,0 0 0,0-1 0,0 1 0,-1 0 0,1 0 0,0-1 0,0 1-1,0 0 1,0 0 0,0-1 0,0 1 0,0 0-6,0-13 1447,0 8-152,1 5-1216,-1 0-1,0 0 1,0-1-1,1 1 1,-1 0-1,0 0 1,0-1-1,1 1 1,-1 0-1,0 0 1,1-1-1,-1 1 1,0 0-1,1 0 1,-1 0-1,0 0 1,1 0-1,-1 0 1,0 0-1,1 0 1,-1-1-1,0 1 1,1 0-1,-1 0 1,1 1-1,-1-1 1,0 0-79,1 0 146,-1 0 1,1 0-1,-1 0 1,0 0-1,1 0 0,-1 0 1,1 0-1,-1 0 1,1 0-1,-1 0 1,0-1-1,1 1 1,-1 0-1,1 0 0,-1 0 1,0 0-1,1-1 1,-1 1-1,0 0 1,1 0-1,-1-1 1,0 1-1,1 0 1,-1-1-1,0 1 0,0 0 1,1-1-1,-1 1 1,0-1-147,0 1 875,0 0-69,0 0-57,0 0-29,0 0-8,0 0-68,0 0-94,0 0-92,0 0-124,0 0-74,0 0-8,0 0 11,0 0-25,1 18 566,0-1-1,-1 1 1,-2 9-804,2-22 143,-4 27 225,-2 0 0,0 0 0,-7 16-368,5-19 163,-11 41 125,-1 4 219,-2 28-507,21-101 1,-4 45 46,2-338-575,4 276 488,1 1 1,1 0-1,0 0 1,1 0 0,1 1-1,0-1 1,1 1-1,0 0 1,1 1-1,1-1 1,0 1-1,1 0 40,-4 5-50,1 1 0,-1 0 0,1 0-1,1 0 1,-1 1 0,1 0 0,0 0-1,0 1 1,1 0 0,0 0 0,0 1 0,0 0-1,0 0 1,1 1 0,-1 0 0,1 0-1,0 1 1,0 0 0,0 1 0,0 0-1,2 0 51,31 1-565,-41 1 553,0-1 0,0 1 0,0-1 0,0 1-1,1 0 1,-1-1 0,0 1 0,0 0 0,-1 0 0,1 0 0,0 0 0,0 0-1,0 0 1,0 0 0,-1 0 0,1 0 0,-1 0 0,1 0 0,0 0 0,-1 0-1,0 0 1,1 1 0,-1 0 12,7 29-18,-5-6 30,-1-1 0,-1 11-12,0-12 74,-1-19-53,1 0 0,-1 1 0,0-1 0,0 0 0,-1 0 0,1 0 0,-1 0-1,0 0 1,0-1 0,0 1 0,0 0 0,-1-1 0,1 0 0,-1 1 0,0-1 0,-1 1-21,-9 8 92,0-1 1,-1 0-1,-4 2-92,7-6 36,1 1-17,0 0 0,-1-1 0,0-1 1,0 0-1,0 0 0,-12 3-19,22-9 16,4 1 10,11 0 42,18-2 23,-4-1-97,0 1 0,9 2 6,7 0-2,-41-1 4,0 1 1,1 0-1,-1-1 1,0 1-1,1 0 1,-1 1-1,0-1 1,0 0-1,0 1 1,0 0-1,0 0 1,0 0-1,-1 0 1,1 0-1,-1 0 1,1 1-1,-1-1 1,0 1-1,0 0 1,0 0-1,0-1 1,-1 1-1,1 1 1,0 0-3,1 3 39,1 0 1,-1 1 0,-1 0 0,1 0-1,-1 0 1,-1 0 0,1 0 0,-1 0-1,-1 4-39,0 2 114,1-6-61,-1 0 0,0 0 0,0 0 0,-1-1 1,0 1-1,-1 0 0,1-1 0,-1 1 0,-1-1 1,-1 5-54,-1-4 88,1 0 0,-1 0 0,0 0 1,-1-1-1,0 0 0,0 1-88,1-3 112,1 0 0,-1-1 0,0 0 1,0 0-1,-1 1-112,4-4 62,-1 1 0,0-1 0,0 0 0,0 0 0,0 0 0,0 0 0,0-1 0,0 1-1,0-1 1,0 0 0,0 0 0,-1 0-62,-138 0 950,139 0-851,0 0 1,0-1-1,0 1 0,0-1 0,1 0 1,-1 0-1,0 0 0,1 0 1,-1 0-1,0 0 0,1-1 1,0 0-1,-2 0-99,1-3-993,0-10-9116,3-2 1501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8:55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40 280 1224,'0'0'7044,"0"0"-4072,0 0-764,0 0 306,0 0-408,2 32-839,8 105-550,1-46-127,-6-55-480,-1-12-19,-1-15-457,-2-15-1220,-1-18 174,1-3 50,-1 0 1,-2 0-1,0 0 1,-2 0 0,-3-8 1361,-27-66-101,7 22 7906,27 79-7711,0 0 1,0 0-1,0-1 1,0 1-1,0 0 1,0 0-1,0 0 1,0 0-1,0-1 1,0 1-1,0 0 1,0 0-1,1 0 1,-1 0-1,0 0 1,0-1-1,0 1 1,0 0-1,0 0 1,0 0-1,0 0 1,1 0-1,-1 0 1,0 0-1,0 0 1,0 0-1,0 0 1,1-1-1,-1 1 1,0 0-1,0 0 1,0 0-1,0 0 1,1 0-1,-1 0 1,0 0-1,0 0 1,0 0-1,0 0 1,1 1-95,9-2-538,-7 1 873,35 2-120,11 2-215,-10 0-717,11-1 717,-25-3-500,-6 0-435,0 0-1,0-1 0,17-3 936,-30 2-266,0 1 0,0-1-1,0 0 1,0 0 0,0-1 0,-1 0-1,1 0 1,-1 0 0,1-1 0,-1 1 0,0-1-1,-1-1 1,4-2 266,-5 3-129,0 1-1,0-1 0,0 0 1,-1 0-1,1 0 1,-1-1-1,0 1 1,0-1-1,0 1 1,-1-1-1,0 1 0,0-1 130,1-8 18,-1 0 0,0 0 0,-1-10-18,0 12 158,0 9 23,0-1 0,0 1 0,-1-1 0,1 1 0,-1-1 0,0 1 0,0-1-1,0 0-180,1 2 152,-1 0-1,1 0 1,0 1-1,-1-1 0,1 0 1,-1 0-1,1 1 1,-1-1-1,1 0 0,-1 1 1,0-1-1,1 1 0,-1-1 1,0 1-1,1-1 1,-1 1-1,0-1 0,0 1 1,0 0-1,1-1 0,-1 1 1,0 0-1,0 0 1,0 0-1,0-1-151,1 2 31,-1-1 1,1 0-1,-1 0 1,1 0-1,-1 0 0,1 1 1,0-1-1,-1 0 1,1 0-1,-1 1 0,1-1 1,0 0-1,-1 1 0,1-1 1,0 1-1,-1-1 1,1 0-1,0 1 0,0-1 1,0 1-1,-1-1 1,1 0-1,0 1 0,0-1 1,0 1-1,0-1 1,0 1-1,0-1 0,0 1 1,0 0-32,-1 0 70,-12 52 1368,2 0 0,2 0 0,0 21-1438,2 42 1017,6 8-1017,0-107-738,2 27-186,3-23-2742,6-5-4612,-5-14-1487</inkml:trace>
  <inkml:trace contextRef="#ctx0" brushRef="#br0" timeOffset="358.59">1109 228 5065,'0'0'5273,"0"0"-4441,0 0 393,0 0 1279,0 0-639,0 0-569,-54 166-152,29-124-184,0 0-472,-1-3-344,1-6-144,2-6-560,-2-6-880,-3-9-1121,6-6-2584,5-6-608</inkml:trace>
  <inkml:trace contextRef="#ctx0" brushRef="#br0" timeOffset="683.904">844 385 408,'0'0'10162,"0"0"-6977,0 0-1249,0 0 337,0 0-153,0 0-1119,0 0-57,48 24 160,-28 3-144,2 3-216,6 3-376,3 3-280,3-3-88,0 3-552,2-6-616,7 6-528,-12-9-2473,-9-15-3377</inkml:trace>
  <inkml:trace contextRef="#ctx0" brushRef="#br0" timeOffset="1269.358">1576 253 3777,'0'0'7063,"0"0"-2890,0 0-2689,0 0-156,0 0 445,0 0-240,4 22-473,16 73-221,-17-73-519,0 1 0,-1-1 0,-2 13-320,1 0 118,-2-2 126,0-6-981,3-12-3865,-7-33 740,-1 1 0,-2-6 3862,-18-37-3968,-2-4 2554,28 64 1410,-12-32 3004,-7-28-3000,16 49 1328,1 0 0,0 0-1,1 0 1,0 0 0,1 0 0,0 0-1,1-9-1327,0 19 84,-1 0 0,1 0 0,-1-1 0,1 1 0,-1 0 0,1 0 0,-1 0 0,1 0 0,0 0 0,0 0 0,-1 0 0,1 1-1,0-1 1,0 0 0,0 0 0,0 1 0,0-1 0,0 0 0,0 1 0,0-1 0,1 1 0,0-1-84,30-8 577,-24 7-406,39-7 213,19 0-384,-21 3-865,35-9 865,-66 11-287,0 0 0,-1-1 0,1 0 0,-2-1 0,1 0-1,0-1 1,8-7 287,-15 10-99,-1-1 0,0 1-1,0-1 1,0 0 0,-1 0 0,4-6 99,-6 8 69,0 0 0,0-1 0,0 1 0,0-1 0,-1 0 0,0 1 0,1-1 0,-1 0 0,-1 0 0,1 0 1,0 0-1,-1-2-69,0 5 473,0 8 18,-3 72 3502,-9 42-3993,3-41 2005,2 47-2005,7-70-36,0 42-139,0-33-5057,0-55 604,-3-9-1876</inkml:trace>
  <inkml:trace contextRef="#ctx0" brushRef="#br0" timeOffset="1625.342">2414 355 9114,'0'0'6601,"0"0"-4560,0 0-281,0 0 145,0 0-897,0 0-720,0 0 48,82 0-64,-51 3-224,2-3-48,4 3-512,2 3-824,-11-3-2785,-11-3-4665</inkml:trace>
  <inkml:trace contextRef="#ctx0" brushRef="#br0" timeOffset="1984.129">2422 583 1776,'0'0'9338,"0"0"-6353,0 0-288,0 0 135,0 0-983,0 0-825,155 24-592,-118-24-416,-1 0-16,4 0-1104,-9-15-3865,-14-9-11027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8:53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0 616 3753,'0'0'2463,"0"0"1758,0 0-1687,0 0-482,0 0-53,0-6-350,1-19-534,0 52 2746,0 11-3756,5 122 1032,-1-4-3544,-3-429-1986,-1-8 7575,-1 280-3070,0 1-144,10 0-30,-4 2 79,0-1-1,1 1 1,-1 0 0,0 0 0,0 0 0,-1 1 0,1 0 0,0 0 0,-1 0 0,5 5-17,19 9 44,-13-10-261,0-1-1,1 0 1,0-1-1,0-1 1,1-1 0,-1 0-1,1-1 1,0-1 0,-1-1-1,2-1 218,-17 2-52,-1-1 0,1-1 0,-1 1 0,1 0 0,0 0 0,-1 0 0,1-1 0,-1 1 0,1-1 0,0 0 0,-1 1 0,0-1 0,1 0 0,-1 0 0,1 0 1,-1 0-1,0 0 0,0 0 0,1 0 0,-1 0 0,0 0 0,0-1 52,0-1-39,1 1 1,-1-1 0,0 0-1,0 1 1,0-1 0,0 0 0,-1 0-1,1 0 1,-1 1 0,0-1-1,1 0 1,-1-2 38,0-10 42,0-15 63,0 29 2,0 0 0,-1 0 0,1 0 0,0-1 0,-1 1 0,1 0 0,-1 0 0,1 0 0,-1 0 0,0 0 0,1 0 0,-1 0 0,0 0 0,0 0 0,0 0 0,0 0 0,0 1 0,0-1 0,0 0 0,-1 0-107,2 1 24,-1 0 1,1 0-1,0 0 0,-1 0 0,1 0 0,-1 0 1,1 0-1,-1 0 0,1 0 0,-1 0 0,1 0 1,-1 0-1,1 0 0,-1 0 0,1 1 0,-1-1 1,1 0-1,-1 0 0,1 1 0,0-1 0,-1 0 1,1 1-1,-1-1 0,1 0 0,0 1 0,-1-1 1,1 0-1,0 1 0,0-1 0,-1 1 0,1-1 1,0 1-1,0-1 0,0 1 0,-1-1 0,1 0 0,0 1 1,0 0-25,-7 23 36,6-21 75,-9 38 333,3-1 0,0 1 0,3 0 1,1 35-445,2-35 212,0-18-131,1 0-1,1 0 1,1 0-1,1 0 0,2 6-80,5 5 44,9 15-44,2 11-3179,-16-53-5312,-4-6 416</inkml:trace>
  <inkml:trace contextRef="#ctx0" brushRef="#br0" timeOffset="666.872">661 171 8586,'0'0'2967,"0"0"-753,0 0 60,0 0-319,0 0-711,0 0-560,-5-15-273,-18-47-338,22 60-81,1 0 0,-1 0 0,0 0 0,1 0 0,-1-1 0,1 1 0,0 0 0,0 0 0,0 0 0,0-1 0,0 1 0,0 0 0,1 0 0,-1 0 0,1 0 0,-1 0 0,1 0 1,0-2 7,1 3-9,-1-1 0,1 0 1,-1 0-1,1 0 0,0 1 1,0-1-1,0 1 0,0-1 1,0 1-1,0 0 0,0 0 9,3-2 15,3-1-14,-1 0 0,1 0 0,0 1-1,0 0 1,1 1 0,-1-1 0,1 2 0,1-1-1,13-1-298,0 2 1,11 0 297,-33 1-31,0 0-1,0 0 1,1 1-1,-1-1 1,0 0-1,0 0 1,1 1 0,-1-1-1,0 1 1,0-1-1,0 1 1,0-1-1,0 1 1,0 0-1,0-1 1,0 1-1,0 0 1,0 0 0,0 0-1,0 0 1,0 0-1,-1 0 1,1 0 31,1 2-33,-1 0 0,0-1 1,0 1-1,0 0 0,0 0 0,0 0 1,-1 0-1,1 0 0,-1 0 1,0 1 32,0 4 62,0-1 0,0 1 0,-1-1 0,0 1 0,-1-1-1,0 1 1,0-1 0,-1 3-62,-5 5 241,-1-1-1,0-1 0,-1 0 0,0 0 0,-1-1 0,0 0 1,-7 5-241,0 1 419,0 0 0,-7 13-419,24-30 5,1-1 0,-1 1 0,1 0 0,-1-1 0,1 1 0,-1 0 0,1 0 0,0 0 0,-1 0 1,1-1-1,0 1 0,0 0 0,0 0 0,-1 0 0,1 0 0,0 0 0,0 0-5,0-1 0,1 1 0,-1-1-1,0 1 1,0-1 0,1 1 0,-1-1-1,0 0 1,0 1 0,1-1 0,-1 0-1,0 1 1,1-1 0,-1 0 0,0 1-1,1-1 1,-1 0 0,1 0-1,-1 1 1,0-1 0,1 0 0,-1 0-1,1 0 1,-1 0 0,5 1-6,0 0 0,-1 0 0,1-1 0,0 0 0,0 0 0,0 0 6,6 0 68,134 0-1754,-140 0 1254,0 1-1,1-1 1,-1 0 0,0 1 0,0 0 0,4 2 432,-7-2-462,1 0 0,-1 0 0,0 0 0,0 0 0,0 0 0,0 0 0,0 1 0,-1-1 0,1 1 0,0 0 0,-1-1 0,1 1 0,-1 0 0,1 0 0,0 1 462,5 12-5991</inkml:trace>
  <inkml:trace contextRef="#ctx0" brushRef="#br0" timeOffset="1010.344">1041 784 1016,'0'0'6994,"0"0"-2577,0 0-2217,0 0 73,0 0-361,0 0-976,0 0-232,56 0-39,-30 0-201,-1 0-272,3 0-192,3 0-304,-6 0-1073,1 0-863,-9 9-2729,-12-6-3505</inkml:trace>
  <inkml:trace contextRef="#ctx0" brushRef="#br0" timeOffset="1364.231">985 1060 4585,'0'0'4609,"0"0"-1760,0 0-1777,0 0 1712,0 0-447,0 0-1145,0 0-784,115 6-408,-81-3-24,11 3-1168,-6-3-1665,-5-3-4448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9:00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21 912,'0'0'1515,"0"0"2575,0 0-944,0 0-1048,0 0-211,0 0-22,4-3-425,13-11-414,-13 10-16,-4 4 155,0 0-69,0 0-184,0 0-162,0 0-132,0 0-111,0 0-99,0 0-100,0 0-112,0 6-154,-1-1-1,0 0 0,0 0 0,0 0 0,-1 0 1,1 0-1,-1 0 0,-1 0-41,-4 14 170,-29 95 1992,-17 102-2162,37-130 581,4 0 0,0 83-581,12-162 15,-2 219 422,4-157-216,4 1-1,5 16-220,95 436 299,-84-424-336,-20-89-52,21 111-2811,-22-114 1159,-1-4-5060,0-2 1279</inkml:trace>
  <inkml:trace contextRef="#ctx0" brushRef="#br0" timeOffset="1052.705">568 501 40,'0'0'7567,"0"0"-2810,0 0-2439,0 0-426,0 0 85,0 0-418,4 0-606,-1 1-821,1-1 0,0 0 0,-1 0 0,1-1 0,0 1 0,-1-1 0,1 0 0,0 0 0,-1 0 0,1 0 0,-1-1-1,0 0 1,1 1 0,-1-1 0,3-2-132,20-19-62,0-1-1,-2-1 1,11-15 62,-24 27-144,-1-2 0,0 1 1,-1-1-1,-1 0 0,0-1 0,-1 0 0,-1 0 1,0-2 143,-2 3-53,-2 0 1,0-1 0,-1 1 0,0-1 0,-1-10 52,0 8 129,0 18-129,-1 0-1,1 0 1,0 0 0,0 0 0,0 0 0,0 0 0,0 0 0,0 0 0,0 0 0,0 0 0,0 0 0,0 0 0,0 0 0,0 0-1,0 0 1,0 0 0,0 0 0,-1 0 0,1 0 0,0 0 0,0 0 0,0 0 0,0 0 0,0 0 0,0 0 0,0 0 0,0 0 0,0 0-1,0 0 1,0 0 0,0 0 0,0 0 0,-1 0 0,1 0 0,0 0 0,0 0 0,0 0 0,0 0 0,0 0 0,0 0 0,0 0-1,0 0 1,0 0 0,0 0 0,0 0 0,0 0 0,0 0 0,0-1 0,0 1 0,0 0 0,0 0 0,0 0 0,0 0 0,0 0 0,0 0-1,0 0 1,0 0 0,0 0 0,0 0 0,0 0 0,0 0 0,0-1 0,0 1 0,0 0 0,0 0 0,0 0 0,0 0 0,0 0-1,0 0 1,0 0 0,-4 6-33,-1 20 327,0 0 0,1 1 1,1 10-295,2-18 169,-6 107 1445,7 33-1614,1-72-1834,-1-86 1691,0-1 0,0 0 0,0 1 1,0-1-1,0 0 0,0 0 0,0 1 0,0-1 0,0 0 0,0 1 0,0-1 0,0 0 0,0 0 1,0 1-1,-1-1 0,1 0 0,0 1 0,0-1 0,0 0 0,0 0 0,0 0 0,-1 1 0,1-1 1,0 0-1,0 0 0,0 1 0,-1-1 0,1 0 0,0 0 0,0 0 0,-1 0 0,1 0 0,0 1 1,0-1-1,-1 0 0,1 0 0,0 0 0,0 0 0,-1 0 0,1 0 0,0 0 0,-1 0 0,1 0 1,0 0-1,0 0 0,-1 0 0,1 0 0,0 0 0,-1 0 0,1 0 143,-3-1-1875,-11 1-8798</inkml:trace>
  <inkml:trace contextRef="#ctx0" brushRef="#br0" timeOffset="2875.039">703 1528 2497,'0'0'5654,"0"0"-393,0 0-2480,0 0-566,0 0-85,0 0-819,0-3-707,-1-7-356,1-20 549,0 28-785,0 1 0,1-1 1,-1 0-1,0 0 0,1 1 0,-1-1 0,1 0 1,0 1-1,-1-1 0,1 0 0,0 1 0,0-1 1,0 1-1,0 0 0,2-2-12,4-3-21,0 1 0,1 0 0,0 0-1,0 1 1,0 0 0,1 0 0,-1 1 0,1 0 0,0 1 0,0 0-1,3-1 22,15 0-188,0 0 0,0 2 0,6 1 188,-31 0-28,-1 0 0,1 0 0,-1 0 0,1 0 0,-1 0 0,1 1 0,-1-1 0,0 1 0,1-1 0,-1 1 0,1 0 0,-1-1 0,0 1 0,0 0 0,1 0 0,-1 0 0,0 0 0,0 0 0,0 0 0,0 0 0,0 0 0,1 2 28,-1 0-33,1 0-1,-1 0 0,0 0 0,1 0 0,-2 0 0,1 1 1,0-1-1,-1 0 0,1 1 0,-1 2 34,0 1 0,0 0-1,0 0 1,-1 0-1,0 0 0,0 0 1,-1 0-1,0 0 1,0 0-1,-1 0 1,-1 3 0,-4 2 65,-1-1 0,0-1 0,0 0 0,-1 0 0,0 0 0,-1-1 0,0-1 1,0 0-1,-1 0 0,0-1 0,-3 1-65,-1-5 230,13-2-201,8-1-247,51-1-178,10 0 109,1 4 287,-58-2-73,-1 0 0,0 0 0,0 1-1,1 1 1,-1-1 0,-1 1 0,1 0-1,0 1 1,-1 0 0,0 0 0,0 1-1,0 0 1,5 4 73,-7-4-41,0-1-1,-1 1 1,0 0 0,1 1-1,-1-1 1,-1 1 0,1-1-1,-1 1 1,0 0 0,-1 0-1,1 1 1,-1-1 0,0 0-1,-1 1 1,0-1 0,0 1-1,0 3 42,0-3 23,-1 1 0,0 0-1,0 0 1,-1 0 0,-1 0-23,2-5 31,-1 0 1,0 0 0,-1 0-1,1 0 1,0 0-1,-1 0 1,0 0-1,1-1 1,-1 1 0,0-1-1,0 0 1,-1 1-1,0 0-31,-6 4 106,0 0-1,0-1 0,0 0 1,-1 0-1,0-1 0,0-1 0,0 0 1,-1 0-1,1-1 0,-1 0 0,0-1 1,-3 1-106,-23 1 131,0-1-1,0-2 1,0-2-131,4 1-73,30 0 25,-1 0 0,1 0-1,-1 0 1,1-1-1,-1 1 1,1-1-1,-1 0 1,1 0-1,-1 0 1,1-1-1,-2 0 49,4 2-147,1-1 0,-1 0-1,0 1 1,0-1 0,0 0 0,1 0-1,-1 0 1,0 0 0,1 0 0,-1 1-1,0-1 1,1 0 0,-1 0 0,1-1-1,-1 1 148,1-2-561,0 1 0,-1 0-1,1 0 1,0 0 0,0 0-1,0 0 1,1 0 0,-1 0 0,0 0-1,1 0 1,-1-1 561,7-14-7414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9:02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75 537 9578,'0'0'3820,"0"0"-2180,0 0-84,0 0 77,0 0-717,0 0-572,-8-4-81,1 0-136,1 0 1,0 0 0,0 0 0,0-1 0,-1-1-128,4 3 77,1 0 0,-1 0 1,1 0-1,0 0 0,0-1 1,0 1-1,0-1 0,0 1 1,1-1-1,-1 0 0,1 1 1,0-1-1,0 0 0,1-1-77,-2-1-50,2-1 0,-1 0 0,1 0 0,0 0 0,1 0 0,0 0 0,0 0-1,1-2 51,-1 6-59,0-1 0,0 1-1,0 0 1,1 0-1,0 0 1,0 0-1,0 0 1,0 0-1,0 0 1,0 0-1,1 1 1,-1 0-1,1-1 1,0 1-1,0 0 1,1-1 59,4-1-17,0 0-1,0 1 1,1 0 0,-1 1-1,1-1 1,-1 1 0,1 1-1,0 0 1,-1 0 0,1 1-1,0 0 1,0 1 0,3 0 17,-10-1-15,1 0 1,-1 0 0,0 1 0,0-1 0,0 1-1,0 0 1,0-1 0,0 1 0,0 0-1,0 0 1,0 0 0,0 0 0,-1 1 0,1-1-1,0 0 1,-1 1 0,2 0 14,-1 1-9,0 0-1,0 0 1,0 0 0,0 0 0,-1 1-1,1-1 1,-1 1 0,0-1-1,0 1 1,0-1 9,2 12 62,-1 0 0,-1 0-1,0 1 1,-1 11-62,0-15 105,0 5 19,0-1-1,-1 0 1,0 0 0,-1 0-1,-1 0 1,-1-1 0,0 1-1,-1-1-123,-6 9 253,-1 0 0,-14 19-253,-6 10 467,32-53-462,0 1 1,0-1-1,-1 0 1,1 0-1,0 1 1,0-1-1,0 0 1,-1 1 0,1-1-1,0 0 1,0 1-1,0-1 1,0 1-1,0-1 1,0 0-1,0 1 1,0-1-1,0 0 1,0 1 0,0-1-1,0 1 1,0-1-1,0 0 1,0 1-1,0-1 1,0 0-1,0 1 1,0-1-1,1 1 1,-1-1 0,0 0-1,0 1 1,0-1-1,1 0 1,-1 0-1,0 1 1,1-1-1,-1 0 1,0 1-6,16 1 18,-10-2 25,31 3 555,15-2-598,-30-2-200,1 2 0,0 0 1,-1 2-1,1 0 0,2 2 200,-22-4-402,0 1 1,0-1-1,0 0 1,0 1-1,0-1 1,0 1-1,-1 0 0,1 0 1,-1 0-1,1 0 1,-1 0-1,0 0 1,0 1 401,3 4-6319</inkml:trace>
  <inkml:trace contextRef="#ctx0" brushRef="#br0" timeOffset="1823.542">94 1486 696,'0'0'7962,"0"0"-3178,0 0-2751,0 0-499,0 0-24,0 0-521,3 6-491,-3-5-484,2 3 107,-1 0 0,0 0 0,0 0 1,0 0-1,0 0 0,-1 0 0,1 0 0,-1 0 1,0 0-1,-1 0 0,1 0 0,0 0 0,-2 4-121,-9 29 805,4-15-499,1 1 0,1 0 0,1 0 0,1 0 0,0 10-306,3-12 72,0-11-52,-1-1 0,2 1 0,-1-1-1,2 0 1,-1 3-20,0-9-16,0 0 0,0 0 0,0 0-1,1 0 1,-1-1 0,1 1 0,-1 0-1,1-1 1,0 1 0,0-1 0,0 0-1,0 1 1,0-1 0,1 0 0,-1 0 0,1-1-1,-1 1 1,1 0 16,2 0-82,0 1 1,0-1-1,0 0 1,1-1-1,-1 1 0,1-1 1,-1 0-1,6 0 82,46 0-1055,-34-1 371,-18 0 453,0-1 1,0 1 0,0-1 0,0 0 0,0 0 0,0 0 0,0-1-1,0 0 1,-1 0 0,1 0 0,-1 0 0,1-1 0,-1 0 0,0 0-1,0 0 1,0 0 0,0-1 0,-1 1 0,1-1 0,1-2 230,-1 0-128,0 0 1,-1 0-1,1-1 1,-1 0-1,0 1 1,-1-1-1,1 0 1,-1 0-1,-1 0 1,1-1 0,-1 1-1,-1 0 1,1-7 127,-1 6 267,-1-22 1237,1 29-1362,0 0 0,0 0 0,-1 1 0,1-1 0,0 0 1,0 1-1,0-1 0,-1 0 0,1 0 0,0 1 0,-1-1 0,1 0 0,0 1 0,-1-1 0,1 1 1,-1-1-1,1 1 0,-1-1 0,1 1 0,-1-1 0,0 1 0,1-1 0,-1 1 0,1 0 0,-1-1 1,0 1-1,1 0 0,-1-1 0,0 1 0,0 0 0,1 0 0,-2 0-142,2 0 564,-6 14 107,-2 20 134,1 0-1,1 0 1,0 32-805,3 19 24,2 0-4145,1-62 1883,0-20-4276</inkml:trace>
  <inkml:trace contextRef="#ctx0" brushRef="#br0" timeOffset="2592.711">854 0 904,'0'0'8970,"0"0"-4484,0 0-2565,0 0-338,0 0 65,0 0-234,12 30-291,-1-3-863,22 51 1396,10 47-1656,32 146 3620,20 171-3620,-73-304 223,-6 1 0,-3 132-223,-17 62 154,-1-260-140,-4 0 0,-2-1 0,-13 37-14,15-73-24,-5 6 24,10-31-337,0-1 0,-1 1 0,-1-1 0,1 0 0,-7 7 337,10-15-229,1 0 1,-1-1 0,1 1-1,-1-1 1,0 1 0,1-1 0,-1 0-1,0 1 1,0-1 0,0 0-1,0 0 1,0-1 0,0 1-1,0 0 1,-2 0 228,-20 1-6730,9-2-2792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9:16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1 321 7570,'0'0'3882,"0"0"-2079,0 0-295,0 0-72,0 0-694,1-24-763,0-12-22,6-27 43,-7 61 0,1-1 0,-1 1 0,1-1 0,0 1 0,-1-1 0,1 1 0,0-1 0,1 1 0,-1-1-1,0 1 1,1 0 0,-1 0 0,1 0 0,0 0 0,0 0 0,-1 0 0,1 0 0,0 1 0,1-1 0,-1 1 0,0-1 0,0 1 0,1 0 0,-1 0 0,1 0 0,0 0 0,5-3 0,3 0 15,0 1 0,1-1 0,-1 2 0,1-1 0,-1 2 0,1 0 0,0 0 1,0 1-1,3 0-15,-13 0 9,0 0 0,0 0 0,0 0 0,0 1 0,0-1 0,0 0 0,0 1 1,-1-1-1,1 1 0,0 0 0,0 0 0,0-1 0,-1 1 0,1 0 0,0 1 0,-1-1 1,1 0-1,-1 0 0,1 1 0,-1-1 0,0 1 0,0-1 0,1 1 0,-1-1 0,0 1 1,0 0-1,-1-1 0,1 1 0,0 0 0,-1 0 0,1 1-9,1 6 78,0 0 0,-1 1 0,-1-1 0,0 0 0,0 0-1,-1 3-77,1-5 77,0-1 22,-1 1-1,0-1 0,-1 0 1,1 0-1,-1 0 0,0 0 0,-1 0 1,1 0-1,-1 0 0,-1-1 0,-1 3-98,-7 10 579,-2-1-1,-11 11-578,15-17 154,-17 17 164,18-20-192,1 0-1,0 1 0,1-1 1,0 2-1,-4 6-125,10-15-8,1-1 0,-1 1 0,1 0-1,-1-1 1,1 1 0,0 0 0,-1 0-1,1 0 1,0-1 0,-1 1 0,1 0 0,0 0-1,0 0 1,0 0 0,0-1 0,0 1-1,0 0 1,0 0 0,0 0 0,0 0 0,1-1-1,-1 1 1,0 0 0,0 0 0,1 0-1,-1-1 1,1 1 0,-1 0 0,0 0 0,1-1-1,-1 1 1,1 0 0,0-1 0,-1 1 0,1-1-1,-1 1 1,1-1 0,0 1 0,0-1-1,-1 1 1,1-1 0,0 1 8,4 1 27,0-1 0,1 1-1,-1-1 1,0 0 0,1-1-1,1 1-26,1 0 82,22 1 59,0 0 0,6-3-141,-1 1-3104,14 2 3104,-36-1-3038,-1 1-1,1 1 1,4 1 3038,-6-1-7999</inkml:trace>
  <inkml:trace contextRef="#ctx0" brushRef="#br0" timeOffset="1994.539">280 1225 1592,'0'0'2380,"0"0"3385,0 0-2047,0 0-1587,0 0-681,0 0-385,-6 2-457,-1 2-429,0 1 0,1-1 0,0 1 0,0 0 0,0 1-1,0 0 1,1-1 0,0 2 0,0-1 0,1 1 0,-4 6-179,-6 11 464,1 1 1,2 0 0,0 2-465,5-11 119,2 0-1,0 0 1,0 0-1,2 0 1,0 0-1,1 1 1,0 14-119,1-29-10,0 0 0,1-1 0,-1 1 0,0 0 0,1 0-1,-1 0 1,1 0 0,-1 0 0,1-1 0,0 1 0,0 0 0,0 0 0,0-1 0,0 1 0,0-1 0,0 1 0,0-1 0,1 1 0,-1-1 0,1 0 0,-1 0-1,1 1 1,-1-1 0,1 0 0,0 0 0,-1-1 0,1 1 0,0 0 0,0-1 0,0 1 0,0-1 0,0 1 10,9 1-116,0-1 0,-1 0 1,1 0-1,0-1 0,5-1 116,3 1-137,-11 0-25,0 0 0,0-1 0,0 0 0,1 0 0,-1-1 0,0 0 0,0 0 0,-1-1-1,1 0 1,0 0 0,-1-1 0,0 0 0,0 0 0,0-1 0,0 1 0,-1-2 0,1 1 0,-1-1-1,-1 0 1,4-4 162,-7 7 97,-1 0 1,0 1-1,1-1 0,-1 0 0,0 0 0,-1 0 0,1 0 0,0 0 0,-1 0 1,0 0-1,0 0 0,1 0 0,-2 0 0,1-1-97,0-2 1168,-8 17-458,3 3-443,1 1 0,1-1 0,0 1 0,1 0 0,1 0-1,0 1-266,1 33-352,2 12 352,3-18-4407,-2-35-1435</inkml:trace>
  <inkml:trace contextRef="#ctx0" brushRef="#br0" timeOffset="2584.859">893 0 11082,'0'0'2832,"0"0"-920,0 0-310,0 0-149,0 0-266,0 0-16,23 34-67,76 117-167,-81-121-660,-2 0 1,0 2 0,-2-1 0,-2 2-1,1 6-277,-5-18 143,19 67 240,-3 1 0,-4 2 0,-4-1 0,-3 2-1,-5 0 1,-4 6-383,-3-48-14,1 69 60,-7 36-46,2-116-186,-1-1-1,-3 0 0,-1 0 1,-2 0-1,-1-1 0,-4 3 187,-3 1-1765,-2-1 0,-2-1-1,-11 14 1766,-7 2-8737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9:1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15 1032,'0'0'6262,"0"0"-2964,0 0-1343,0 0-118,0 0-36,1-2-449,0-1-875,2-2-216,0 0 4474,-11 12-4140,6-5-555,0-1 0,1 0 0,-1 1 1,1-1-1,-1 1 0,1 0 0,0-1 0,0 1 0,0 0-40,-41 74 511,3 2-1,4 2 0,4 1 0,3 2 0,4 0 0,3 2 0,4 1 0,-2 47-510,14-50 302,4 39-302,1-87 41,1 7 10,2 1 0,2 0 0,2-1 0,1 0-1,4 5-50,8 17-14,2-1-1,29 57 15,-33-83-180,2 3-1118,-2 1 1,-2 1 0,10 39 1297,-21-52-2793,-7-12-3770,-3-12-998</inkml:trace>
  <inkml:trace contextRef="#ctx0" brushRef="#br0" timeOffset="863.921">597 573 4017,'0'0'6873,"0"0"-3575,0 0-1517,0 0 35,0 0-204,0 0-721,11-8-433,22-19-254,-1-1 1,14-18-205,-28 25-214,0-1-1,-1 0 0,-1-2 1,6-14 214,-13 21-133,-1 0-1,-1 0 1,-1-1 0,-1 1 0,0-1-1,-1-1 1,0-8 133,0-21 1424,-1-36-1424,-3 83 305,0 3-301,0-1 1,1 0-1,-1 0 1,0 0 0,0 1-1,0-1 1,0 0 0,0 0-1,0 1 1,0-1 0,0 0-1,-1 2-4,1 5 50,0 281 2658,5-190-2679,-1-51-1614,-2-2-3419,-2-32-1300</inkml:trace>
  <inkml:trace contextRef="#ctx0" brushRef="#br0" timeOffset="2464.994">853 1399 512,'0'0'3359,"0"0"2719,0 0-2747,0 0-1652,0 0-267,0 0-250,-1-9-658,-2-29-370,2 35-111,1 1 1,0-1-1,1 1 1,-1 0-1,0-1 1,1 1-1,-1 0 1,1-1-1,0 1 1,0 0-1,0-1 1,0 1-1,0 0 1,0 0-1,1 0 1,-1 0-1,1 0 1,-1 1-1,1-1 0,0 0 1,-1 1-1,1-1 1,0 1-1,0-1 1,0 1-1,1 0 1,-1 0-1,1-1-23,4 0 32,-1-1-1,1 1 0,0 0 0,-1 1 0,1 0 0,0 0 0,0 0 0,4 1-31,27 0-128,-37 0 114,0 0-1,0 0 0,0 0 1,-1 0-1,1 0 0,0 0 1,0 0-1,0 1 0,-1-1 1,1 0-1,0 1 0,0-1 1,-1 1-1,1-1 0,0 1 1,-1-1-1,1 1 0,0-1 1,-1 1-1,1-1 0,-1 1 1,1 0-1,-1-1 0,1 1 1,-1 0-1,0 0 0,1-1 0,-1 1 1,0 0-1,0 0 0,1-1 1,-1 2 14,1 3-30,-1-1 1,1 1-1,-1 0 0,0 0 1,-1 2 29,1 3 17,0-4 31,-1-1 0,0 1 0,0-1 0,0 1 0,-1-1 0,0 1 0,0-1 1,0 0-1,0 0 0,-1 0 0,0 0 0,0 0 0,0-1 0,-4 4-48,-1 2 243,-2-1 1,0 1 0,0-2 0,0 1-1,-9 4-243,18-13 6,-11 9 490,20-8-250,5-1-591,-4 0 283,11 0-22,-1 0 0,4 2 84,-17-1-27,0 0 1,0 1 0,1-1 0,-1 1 0,0 1-1,-1-1 1,1 1 0,3 2 26,2 1-73,-1 1 1,0 0-1,0 1 0,0 0 0,-1 1 1,-1 0-1,2 2 73,-7-7-21,0 0 0,0 0 0,0 1 0,-1-1 1,0 1-1,1-1 0,-2 1 0,1 0 0,-1 0 0,1 0 0,-2 0 0,1 0 1,0 0-1,-1 0 0,0 0 0,0 0 0,0 0 0,-1 0 0,0 0 21,0-1 69,0-1-1,0 0 0,-1 1 0,0-1 0,1 0 0,-1 0 0,0 0 1,0 0-1,-1-1 0,1 1 0,-1-1 0,1 1 0,-1-1 1,0 0-1,0 0 0,0 0 0,-1 1-68,-7 3 305,0 0 0,-1 0 0,0-1 1,-2 0-306,-2 0-149,-1-1 1,0-1-1,0 0 1,0-1-1,0-1 1,-12 0 148,27-1-1506,2 0 1106,0-1-3358,3-3 505,11-6-2527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9:19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2 888,'0'0'5008,"0"0"-1039,0 0-1213,0 0-139,0 0-231,0 0-543,2-1-672,-2 1-1129,0 0 1,0 0 0,0 0 0,0 0-1,0 0 1,1 0 0,-1 0-1,0 0 1,0 0 0,0 0-1,0 0 1,0 0 0,1 0-1,-1 0 1,0 0 0,0 0-1,0 0 1,0 0 0,0 0 0,1 0-1,-1 0 1,0 0 0,0 0-1,0 1 1,0-1 0,0 0-1,1 0 1,-1 0 0,0 0-1,0 0 1,0 0 0,0 0 0,0 0-1,0 1 1,0-1 0,0 0-1,0 0 1,1 0 0,-1 0-1,0 0 1,0 1 0,0-1-1,0 0 1,0 0 0,0 0-1,0 0 1,0 0 0,0 1 0,0-1-1,0 0 1,0 0 0,0 0-43,-4 14 686,-13 18-491,15-29-2,-29 56 393,2 1 1,3 1-1,3 1 1,-4 22-587,6-5 315,4 2 0,3 0 0,1 30-315,-7 266 922,17 2 215,4-310-913,-1 31 184,5-1 0,4 1-1,10 34-407,26 68-88,16 24 88,-55-203-104,-1-6-1788,0 0 1,8 14 1891,-21-37-5188,-9-17-1223</inkml:trace>
  <inkml:trace contextRef="#ctx0" brushRef="#br0" timeOffset="1271.642">400 629 4185,'0'0'4873,"0"0"-2334,0 0-889,0 0 37,0 0-280,0 0-603,11-3-64,1-1-499,-3 2-99,-1 0 0,-1-1 0,1 0 0,0 0 0,-1 0 1,1-1-1,-1-1 0,1 0-142,5-4-31,-1-1 1,0 0 0,-1 0-1,0-2 1,0 1 0,-1-1-1,-1-1 1,0 0 0,0 0-1,-2-1 1,0 0 0,0 0-1,-1 0 1,-1-1-1,0 0 1,-1 0 0,-1-1-1,0 1 1,-1-1 0,-1 1-1,-1-2 31,0-75 878,0 91-390,0 1-108,0 0-196,0 3-189,4 62 751,2-1 1,6 20-747,3 27 46,-13-93-380,3 32-3063,-7-21-3499,-3-21 1155</inkml:trace>
  <inkml:trace contextRef="#ctx0" brushRef="#br0" timeOffset="1609.771">1219 317 2937,'0'0'2404,"0"0"799,0 0-1485,0 0-498,0 0 626,0 0 27,-1 13-416,1-5-1243,0 1-45,0-1-1,-1 1 0,0-1 1,0 0-1,-1 0 0,0 0 1,0 0-1,-1 0 1,0 0-1,-2 3-168,-16 27 968,-2-2 1,-5 5-969,16-25-525,-1 0 0,-1-1 1,-6 5 524,16-17-640,1-1 0,-1 1 0,0-1 1,0 0-1,0 0 0,0-1 0,0 1 0,0-1 1,0 0-1,-1 0 0,1 0 0,0-1 1,0 1-1,-1-1 0,-1 0 640,-15 0-5377</inkml:trace>
  <inkml:trace contextRef="#ctx0" brushRef="#br0" timeOffset="1969.029">965 404 1328,'0'0'6190,"0"0"-2654,0 0-1441,0 0-213,0 0 72,0 0-344,14 5-234,-14-5-1376,20 6 570,0 1 0,0 2-570,-17-8 104,1 1-1,-1 1 0,0-1 1,1 0-1,-1 1 0,0 0 1,0-1-1,-1 1 1,1 1-1,-1-1 0,1 0 1,0 3-104,5 6 249,88 113 86,-75-90-2526,-9-12-2933,-8-15-927</inkml:trace>
  <inkml:trace contextRef="#ctx0" brushRef="#br0" timeOffset="2586.448">1573 560 5977,'0'0'5228,"0"0"-2233,0 0-945,0 0-248,0 0-471,0 0-663,10-4-345,1-1-256,-5 4-41,0-2 0,-1 1 0,1-1 0,-1 0 0,0 0 0,1 0 0,-2-1 1,1 1-1,0-1 0,2-3-26,11-15-220,-1 0 1,-2-1 0,0 0-1,-1-1 1,-1-1-1,5-16 220,-11 24-75,-1 0-1,0-1 0,-1 1 0,-1-1 0,0 0 0,-2 0 1,0-1-1,-1-16 76,7 140 4005,0 9-3153,-5-58-784,-1-12-1697,-1 0 0,-5 36 1629,4-77-598,-1 1 1,0 0 0,0-1 0,0 1-1,0-1 1,0 1 0,-1 0 597,-14 16-6815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9:24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166 226 1320,'0'0'6643,"0"0"-2075,0 0-1976,0 0-433,0 0-86,0 0-621,2-3-629,6-11-235,-8 14-562,0 0-1,0 0 1,0 0-1,0 0 0,0 0 1,0 1-1,1-1 1,-1 0-1,0 0 1,0 0-1,0 0 1,0 0-1,0 0 1,0 1-1,0-1 1,0 0-1,0 0 1,1 0-1,-1 0 1,0 0-1,0 0 1,0 0-1,0 0 1,0 0-1,1 1 1,-1-1-1,0 0 1,0 0-1,0 0 0,0 0 1,0 0-1,1 0 1,-1 0-1,0 0 1,0 0-1,0 0 1,0 0-1,1 0 1,-1 0-1,0 0 1,0-1-1,0 1 1,0 0-1,0 0 1,1 0-1,-1 0 1,0 0-1,0 0 1,0 0-1,0 0 1,0 0-1,0 0 1,0-1-1,1 1 0,-1 0 1,0 0-1,0 0 1,0 0-1,0 0 1,0-1-1,0 1 1,0 0-1,0 0 1,0 0-1,0 0 1,0 0-26,5 25 222,-1 1 0,-2 0 0,0-1 0,-2 7-222,1 10-20,0-12-192,1 10-4565,-2 24 4777,-4-47-4449,-6-9-2079</inkml:trace>
  <inkml:trace contextRef="#ctx0" brushRef="#br0" timeOffset="336.735">0 361 368,'0'0'7858,"0"0"-2633,0 0-3297,0 0-639,0 0 375,0 0-312,0 0-408,107-9-335,-79 9-209,-2 0-136,2 0-264,-3 0-32,-2 0-720,-1 0-1257,-5 9-2272,-8-6-2568</inkml:trace>
  <inkml:trace contextRef="#ctx0" brushRef="#br0" timeOffset="924.617">698 247 1016,'0'0'4413,"0"0"-1263,0 0-1077,0 0-292,0 0 209,0 0-420,-3-6-655,2 2-779,-1-1 65,-1 0 1,1 0-1,-1 0 0,0 1 0,0-1 0,0 1 0,-1 0 0,0-1-201,0 1 170,1 1 0,-1-1 0,1 0-1,0-1 1,0 1 0,0 0 0,1-1-1,-1 0 1,1 1 0,0-1-1,0 0 1,1 0 0,0 0 0,0-1-1,0 1 1,0 0 0,1 0 0,0-1-170,0 2-39,0 1 0,0-1 0,0 1 1,1-1-1,-1 1 0,1-1 1,0 1-1,0-1 0,1-1 39,-1 3-30,1 0 0,-1 0 0,0 0 1,1 0-1,0 0 0,-1 0 0,1 1 0,0-1 0,0 1 0,0-1 0,0 1 1,0 0-1,0 0 0,2-1 30,3-1-49,1 0 1,-1 1 0,0 0-1,1 0 1,-1 1 0,1 0-1,-1 0 1,1 1 0,6 0 48,-11 0-30,-1 0 1,1 0-1,0 0 1,0 1-1,0-1 1,0 1 0,0 0-1,-1 0 1,1 0-1,0 0 1,-1 0-1,1 1 1,-1-1 0,1 1-1,-1-1 1,0 1-1,0 0 1,1 0 0,-1 0-1,-1 0 1,1 1-1,0-1 1,0 0-1,-1 1 1,1-1 0,-1 2 29,3 8-112,-2 0 1,1 0 0,-1 0-1,-1 0 1,-1 1 0,1-1 0,-2 0-1,0 1 1,-2 11 111,1-18 3,0 1 0,0-1 0,0 1 0,-1-1-1,0 0 1,0 0 0,-1 0 0,-2 3-3,-6 7 45,-2 0 1,-2 1-46,5-5 241,1 0 0,0 0 1,-8 14-242,17-25 11,0 1 0,0-1 0,1 0 0,-1 1 1,1-1-1,-1 0 0,1 1 0,-1-1 0,1 1 1,0-1-1,0 1 0,-1-1 0,1 1 0,0-1 1,0 0-1,1 1 0,-1-1 0,0 1 0,0-1 1,1 1-1,-1-1 0,1 1 0,-1-1 0,1 0 1,0 1-1,0-1 0,-1 0 0,1 0 0,0 0 1,0 1-1,0-1 0,0 0 0,0 0 0,0 0 1,1-1-1,-1 1 0,0 0-11,6 3 145,-1 0-1,1-1 1,0 0-1,0 0 1,0 0-1,6 1-144,40 8 346,-26-6-3731,21 8 3385,-40-13-4514,-7-1 1754,0 0-3065</inkml:trace>
  <inkml:trace contextRef="#ctx0" brushRef="#br0" timeOffset="1248.209">1309 202 5761,'0'0'5745,"0"0"-3800,0 0-1081,0 0-8,0 0 336,0 0-191,0 0-305,-71 99 8,49-69-200,-1-6-272,6 0-232,0-6-48,3 0-584,0-3-1120,-3-9-2305,3-6-1072,3 0-1129</inkml:trace>
  <inkml:trace contextRef="#ctx0" brushRef="#br0" timeOffset="1589.65">1050 253 7306,'0'0'5633,"0"0"-3225,0 0-719,0 0-281,0 0-400,0 0 64,0 0 49,98 15-249,-70 9-216,0 0-248,3 3-240,-3 0-168,1 0-64,-4-3-448,-8-3-584,-3-3-1361,-8-9-2488,-6-9-3097</inkml:trace>
  <inkml:trace contextRef="#ctx0" brushRef="#br0" timeOffset="2177.58">1511 121 536,'0'0'1722,"0"0"3514,0 0-2062,0 0-1247,0 0 1,0 0-184,5-16-645,19-52-603,-24 66-482,1 1-1,-1-1 0,1 1 1,-1-1-1,1 1 0,0-1 1,0 1-1,0 0 0,0-1 0,0 1 1,0 0-1,0 0 0,0 0 1,1 0-1,-1 0 0,0 0 1,1 0-1,-1 0 0,0 0 0,1 1 1,-1-1-1,1 0 0,0 1 1,-1-1-1,1 1 0,-1 0 1,1 0-1,0-1 0,0 1-13,4-1 52,22-2 2,0 1 0,0 1 0,1 1-54,-27 0-1,2 0 5,0 0 0,-1 1-1,1 0 1,0-1-1,0 1 1,0 1 0,-1-1-1,1 0 1,-1 1 0,1 0-1,-1 0 1,1 0-1,-1 0 1,0 1 0,0-1-1,0 1 1,0-1 0,-1 1-1,1 0 1,-1 0 0,0 1-1,1-1-3,1 4 34,-1-1 1,0 0-1,0 1 1,0-1-1,-1 1 0,0 0 1,0 0-1,-1 0 0,0 0 1,0 0-1,0 0 0,-1 2-34,0-3 15,0-3 4,1 0-1,-1-1 1,0 1-1,0 0 1,0 0-1,-1-1 1,1 1-1,-1 0 1,1 0-1,-1-1 1,0 1 0,0-1-1,0 1 1,0-1-1,-1 1 1,1-1-1,-1 0 1,1 1-1,-1-1 1,-1 2-19,-6 2 55,0 1 1,0-1 0,-1 0-1,0-1 1,0 0-1,0-1 1,-1 0-1,1-1 1,-1 0-1,0 0 1,0-1 0,0-1-1,0 0 1,0 0-1,0-1-55,10 0-193,1 0-2,5 0-592,9 0 602,0 1 0,-1 0 0,1 1 0,0 1 0,-1 0 0,1 1 0,-1 0 0,0 1 0,-1 1 0,6 3 185,-12-6 42,-1 0 0,0 0 0,1 1 0,-1 0 0,-1 0 0,1 0 0,-1 0 0,0 1 0,0 0 0,0 0 0,0 0 0,-1 0 0,0 0 0,0 1 0,0 0 0,-1-1 1,0 1-1,0 0 0,0 0 0,-1 0 0,0 0 0,0 1 0,-1-1 0,0 2-42,1 0 186,-1-6-125,0 0-1,0 0 0,0 0 1,0 0-1,0 0 0,0 0 1,0 0-1,0 0 0,-1-1 1,1 1-1,-1 0 0,1 0 1,-1 0-1,0 0 0,0 0 1,0-1-1,0 1 0,0 0 1,0-1-1,-1 1 1,1-1-1,0 1 0,-1-1 1,1 0-1,-2 2-60,-8 4 319,0-1 0,-1 0 1,1 0-1,-1-1 0,0-1 0,0 0 1,-1 0-1,1-2 0,-1 1 0,-2-1-319,-28 2-1028,-1-1 0,-13-3 1028,28 0-3351,6 0-2482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9:28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1 531 2569,'0'0'1172,"0"0"3693,0 0-1235,0 0-1049,0 0-528,0 0-426,8-3-482,12-5-742,13-5 1815,25-14-2218,-42 18 75,0-1 1,0-1-1,-1-1 0,0 0 0,-1-1 0,9-10-75,-15 14-81,0-1 1,-1 0-1,0 0 1,-1-1-1,0 0 1,-1 0-1,0 0 1,-1-1-1,0 1 1,2-12 80,-1-10-408,-1 0 0,-2 0 0,-2-1 1,-2-24 407,2 53-40,-1 0 1,0-1-1,0 1 0,-1 0 1,1 0-1,-1 0 1,0 0-1,-1-1 40,-6-17 214,9 75 183,1 30 1185,9 60-1582,-2-54-286,-3 19 286,-4-66-3797,-1 1-3698,0-35 1576</inkml:trace>
  <inkml:trace contextRef="#ctx0" brushRef="#br0" timeOffset="340.436">915 252 7218,'0'0'3216,"0"0"-1607,0 0 431,0 0 64,0 0-935,0 0-753,0 0-200,-56 153-88,34-123-128,-1 0-336,0-3-472,-10-6-1153,7-3-1944,4-15-1448</inkml:trace>
  <inkml:trace contextRef="#ctx0" brushRef="#br0" timeOffset="694.161">710 318 9274,'0'0'4729,"0"0"-3169,0 0-103,0 0 327,0 0-544,0 0-31,0 0-305,70 54-160,-50-27-256,2 0-272,-2-3-96,0 0-120,2 0-40,-2-3-440,-6 0-704,0-9-1505,-8-6-2912,-3-6-3641</inkml:trace>
  <inkml:trace contextRef="#ctx0" brushRef="#br0" timeOffset="1155.954">1267 309 1192,'0'0'5476,"0"0"-1250,0 0-2056,0 0-508,0 0-3,0 0-418,-2-22-490,-8-71-367,8 46 107,2 46-486,0-1-1,0 1 0,1 0 1,-1 0-1,1-1 1,-1 1-1,1 0 1,-1 0-1,1 0 1,-1 0-1,1 0 1,0 0-1,0 0 1,0 0-1,-1 0 0,1 0 1,0 0-1,0 0 1,0 1-1,0-1 1,1 0-1,-1 1 1,0-1-1,0 0 1,0 1-1,0 0 0,1-1 1,-1 1-1,0 0 1,0 0-1,2-1-4,6 0 31,0 0-1,0 0 1,1 1 0,1 0-31,-5 0 3,1 0-3,1 0-3,0 0 0,0 0-1,0 1 1,0 0 0,4 1 3,-9-1-4,0 0-1,-1 1 1,1-1-1,0 1 1,0-1-1,-1 1 1,1 0-1,-1 0 1,1 0-1,-1 0 1,0 0-1,1 0 1,-1 1-1,-1-1 1,1 1-1,0 0 5,1 2-28,0-1-1,-1 1 1,0 0-1,0 0 1,0 1 0,-1-1-1,0 0 1,0 1-1,0 0 29,1 11-46,-1 0-1,-2 5 47,1-8 13,0-8-6,0 1-1,-1-1 1,0 1-1,-1-1 1,1 0-1,-1 0 1,-1 1-1,1-1 1,-1-1-1,0 1 0,0 0 1,-3 3-7,-7 9 144,-1-1 0,-1 0 0,-3 1-144,1-1 260,1 2 0,-1 2-260,16-20 0,0 0 1,0 0-1,0 0 1,1 0 0,-1 0-1,0 0 1,1 1 0,-1-1-1,1 0 1,-1 0-1,1 1 1,-1-1 0,1 0-1,0 1 1,0-1-1,0 1 1,0-1 0,0 0-1,0 1 1,0-1 0,0 0-1,0 1 1,1-1-1,-1 0 1,1 1 0,-1-1-1,1 1 16,1-1 1,-1 1-1,1 0 1,-1-1 0,1 0-1,-1 1 1,1-1-1,0 0 1,0 0-1,-1 0 1,1 0 0,0 0-1,0 0 1,0-1-1,0 1 1,1 0-17,45 10-546,1-2 1,29 2 545,-42-6-2288,-7-2-1915,-6-3-1088</inkml:trace>
  <inkml:trace contextRef="#ctx0" brushRef="#br0" timeOffset="1526.793">2097 216 4097,'0'0'8231,"0"0"-4656,0 0-1980,0 0-145,0 0-387,0 0-596,3 5-2,2 8-53,-1 0-1,0-1 1,0 1-1,-2 0 1,2 8-412,7 35 520,-6-33-855,3 25 335,-7-40-744,-1 0 0,0 0 1,0 0-1,-1 6 744,0-13-366,1 0 1,0 1-1,0-1 1,-1 0-1,1 0 1,-1 0-1,1 0 1,-1 0-1,1 0 1,-1 0-1,1 0 1,-2 1 365,-10 5-7127</inkml:trace>
  <inkml:trace contextRef="#ctx0" brushRef="#br0" timeOffset="1879.459">1990 327 8098,'0'0'4473,"0"0"-2065,0 0 257,0 0-529,146 0-1208,-112 0-656,-3 3-272,-3 6-288,6-6-1184,-9 0-1681,-5-3-4576</inkml:trace>
  <inkml:trace contextRef="#ctx0" brushRef="#br0" timeOffset="2347.104">2634 258 2977,'0'0'5122,"0"0"-2293,0 0-736,0 0 105,0 0-293,0 0-401,-4-18-406,-13-57-330,16 70-663,-1-1 1,2 0 0,-1 1 0,0-1-1,1 0 1,0-2-106,1-1 65,-1 8-77,0-1 0,0 0 1,1 1-1,-1-1 0,0 0 1,1 1-1,0-1 0,-1 0 1,1 1-1,0-1 0,0 1 1,0-1-1,0 1 1,0-1-1,0 1 0,0 0 1,0 0-1,1-1 0,-1 1 1,0 0-1,1 0 0,-1 0 1,1 0-1,-1 1 1,1-1-1,-1 0 0,1 1 1,0-1-1,-1 1 0,1-1 1,0 1-1,0 0 12,9-2-57,1 1-1,-1 0 1,0 0-1,9 2 58,-6-1-8,-11 0-7,0 0 1,0 0-1,0 0 0,0 1 1,0-1-1,1 1 1,-1 0-1,0 0 1,0 0-1,-1 0 1,1 0 14,-1 1-11,0-1 0,0 0 0,-1 1 0,1-1 0,-1 1 0,1-1 0,-1 1 0,0 0 0,1 0 0,-1-1 0,0 1 0,0 0 0,0 0 0,-1 0 0,1 0 0,0 1 11,2 9-58,-1 0 0,-1 0 0,1 0 0,-2 0 0,0 0 0,0 1 0,-1-1 58,0 5-16,0-5 26,-1 0-1,0-1 1,0 1-1,-2-1 1,1 1-1,-2-1 1,1 0-1,-1-1 1,-1 1-1,0-1 1,-1 0-1,-1 1-9,-20 26 376,-1-2 1,-20 16-377,26-26 299,21-22-277,0-2 47,0 1 0,0 0 1,1 0-1,-1 0 0,0 1 0,1-1 0,-1 2-69,2-3 14,-1-1 0,1 1 0,0-1 0,0 1 0,0 0-1,0-1 1,0 1 0,0-1 0,1 1 0,-1-1 0,0 1 0,0-1 0,0 1 0,0-1-1,1 1 1,-1-1 0,0 1 0,0-1 0,1 1 0,-1-1 0,0 1 0,1-1 0,-1 0 0,0 1-1,1-1 1,-1 1 0,1-1 0,-1 0 0,1 0 0,-1 1 0,1-1 0,-1 0 0,1 0 0,-1 1-1,1-1 1,-1 0 0,1 0 0,-1 0 0,1 0-14,23 9 87,1-2 1,-1 0-1,1-2 0,4 0-87,15-1-2901,-1-2-3684,-28-2-43</inkml:trace>
  <inkml:trace contextRef="#ctx0" brushRef="#br0" timeOffset="2699.759">3284 282 4401,'0'0'6281,"0"0"-4512,0 0-921,0 0 984,0 0-79,0 0-481,0 0-296,-51 120-184,29-84-112,2-6-416,3-3-264,0-6-88,0-3-816,3-6-1168,-11-12-961,5 0-1544,1 0-976</inkml:trace>
  <inkml:trace contextRef="#ctx0" brushRef="#br0" timeOffset="3023.671">3025 342 512,'0'0'7386,"0"0"-3393,0 0-2073,0 0 560,0 0-231,0 0-649,0 0-623,152 69-345,-132-42-176,-1 0-248,-2-3-208,-3 0-296,0-3-728,-2-6-1345,-1-3-2096,-5-12-2232</inkml:trace>
  <inkml:trace contextRef="#ctx0" brushRef="#br0" timeOffset="3393.94">3585 111 3265,'0'0'3004,"0"0"1159,0 0-1448,0 0-965,0 0-109,0 0-70,-1 17-407,-1 0-862,1 3 101,-1 0 1,-1-1-1,-1 1 1,-3 8-404,-1 7 318,2-1 0,1 1 1,1 0-1,2-1 1,2 9-319,0-41-37,0 0 0,0 1 0,0-1 1,0 1-1,0-1 0,0 1 0,1-1 0,-1 0 1,1 1-1,0-1 0,0 0 0,0 0 0,0 1 0,0-1 1,0 0-1,1 0 0,-1 0 0,1 0 0,-1-1 1,1 1-1,0 0 0,0 0 0,-1-1 0,1 0 0,0 1 1,1-1-1,-1 0 0,0 0 0,0 0 0,0 0 1,1 0-1,-1 0 0,2 0 37,3 0-279,-1 0 0,0 0 0,1-1 0,-1 0-1,1 0 1,-1 0 0,1-1 0,3-1 279,-7 1-182,1 1 0,-1-2 0,1 1 0,-1 0 0,1-1-1,-1 1 1,1-1 0,-1 0 0,0 0 0,0-1 0,0 1 0,-1 0 0,1-1 0,2-2 182,-2 1-111,0 0 1,0-1-1,0 1 1,-1-1 0,0 1-1,0-1 1,0 0-1,0 0 1,0 0-1,0-4 111,1-31 4753,-3 39-3715,0 1-293,0 0-312,0 0-169,0 3-100,1 45 331,0-17-561,-1 1 0,-1-1 0,-3 4 66,0-10-1350,-2 0 1,-1-1-1,-2 4 1350,-7 8-5953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9:33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2 237 784,'0'0'4038,"0"0"19,0 0-1371,0 0-517,0 0-28,0 0-283,0-4-435,-1-5-743,0-23 1302,2 29-1939,-1 1-1,0 0 0,0-1 0,1 1 0,-1 0 0,1 0 0,-1-1 0,1 1 0,0 0 0,0 0 0,0 0 0,1-1-42,2-1-47,0 0 0,1 0 0,-1 0 0,1 1 0,0 0 0,-1 0 0,1 0 0,1 1 0,-1-1 0,0 1 0,1 1 0,-1-1 0,1 1 0,2-1 47,11-1-516,0 1-1,1 1 0,11 0 517,-30 1-29,0 0-1,0 1 1,0-1 0,0 0-1,1 0 1,-1 1 0,0-1 0,0 0-1,-1 1 1,1-1 0,0 1-1,0-1 1,0 1 0,0 0-1,0-1 1,0 1 0,-1 0 0,1 0-1,0-1 1,-1 1 0,1 0-1,0 0 1,-1 0 0,1 0 0,-1 0-1,0 0 1,1 0 0,-1 0-1,0 0 1,1 0 0,-1 0-1,0 1 30,1 5-107,0 0 0,0 0 0,-1 0 0,0 6 107,-1-4-16,1 0 35,-1 0-1,0-1 1,0 1-1,-1 0 1,-1 0-1,1-1 1,-2 0-1,1 1 1,-1-1-1,0 0 1,-5 6-19,-2 3 195,-1-1 1,-1-1-1,0 0 1,-13 10-196,16-17 401,4-2-1250,6-5 802,1-1 0,-1 0 0,1 0 1,-1 1-1,0-1 0,1 0 0,-1 0 0,1 0 1,-1 1-1,1-1 0,-1 0 0,1 0 0,-1 0 1,1 0-1,-1 0 0,1 0 0,-1 0 0,1 0 1,-1 0-1,1 0 0,0-1 47,10 2-115,1 0 0,0 1 0,0 0 0,0 1 1,-1 0-1,0 1 0,11 4 115,-6 0-140,0 0 0,-1 0 0,0 2 1,0-1-1,0 3 140,-8-7-22,-1 1 0,0 0 0,0 0 0,0 0 0,-1 1 0,0 0 0,0 0 0,0 2 22,-2-5 67,-1 1-1,0 0 1,0 0 0,-1 0-1,1 0 1,-1 0 0,0 0-1,-1 0 1,1 1 0,-1-1-1,0 0 1,0 0 0,-1 5-67,0-7 100,0-1 0,0 1 0,0-1 0,0 1 0,0-1 0,0 0 1,-1 1-1,1-1 0,-1 0 0,0 0 0,0 0 0,1 0 0,-1 0 0,0-1 1,-1 1-1,1 0 0,0-1 0,-2 1-100,-5 4 333,-1-1 1,0-1-1,0 0 0,0 0-333,-2 0 115,0-1 0,1-1-1,-1 0 1,0 0 0,-7-1-115,-35 0-2529,52-1 2154,2 1 158,0-1-1,-1 0 0,1 0 1,-1 0-1,1 0 0,-1 0 1,1 0-1,0 0 1,-1 0-1,1 0 0,-1 0 1,1 0-1,0-1 0,-1 1 1,1 0-1,-1 0 0,1 0 1,0-1-1,-1 1 0,1 0 1,0 0-1,-1-1 1,1 1-1,0 0 0,-1 0 1,1-1-1,0 1 0,-1 0 1,1-1-1,0 1 0,0-1 218,-1-12-5909</inkml:trace>
  <inkml:trace contextRef="#ctx0" brushRef="#br0" timeOffset="371.608">761 381 7890,'0'0'2704,"0"0"-1127,0 0 887,0 0-279,0 0-657,0 0-560,0 0-368,-78 141-232,66-117-264,1-3-104,0-6-312,2 0-856,-16 0-1377,5-6-2592,1-6 848</inkml:trace>
  <inkml:trace contextRef="#ctx0" brushRef="#br0" timeOffset="699.071">556 447 744,'0'0'6778,"0"0"-1833,0 0-2841,0 0-199,0 0 7,0 0 40,0 0-607,118 24-273,-90 0-352,3 3-408,3 3-288,0-3-24,-3 0-648,0 0-664,-1-12-1449,-10-6-2704,-6-9-5369</inkml:trace>
  <inkml:trace contextRef="#ctx0" brushRef="#br0" timeOffset="1038.609">1175 612 440,'0'0'7915,"0"0"-4267,0 0-1717,0 0-188,0 0-335,0 0-593,12-8-240,37-28-1,-44 32-504,-1 0 0,0-1 0,1 0 0,-1 0 1,-1 0-1,1 0 0,-1-1 0,0 0 0,0 1 0,-1-1 0,2-5-70,3-7 86,3-4-120,-2 0 1,-1-1 0,0 0-1,-2 0 1,-1 0 0,-1-1-1,0 1 1,-2-24 33,0 62 1011,1-1 0,0 0 0,4 12-1011,17 58 756,-12-46-291,-5-10-551,0 0 0,-2 0 0,0 12 86,-1 42-6494,-3-66 411</inkml:trace>
  <inkml:trace contextRef="#ctx0" brushRef="#br0" timeOffset="1393.923">1858 297 4369,'0'0'4729,"0"0"-432,0 0-2417,0 0 225,0 0 239,0 0-855,0 0-545,43 90-376,-38-60-160,4 3-160,-4-3-136,1 0-112,0-3-248,-1-3-528,-5 0-1161,0-6-1151,-8-9-3242,-9-6-2127</inkml:trace>
  <inkml:trace contextRef="#ctx0" brushRef="#br0" timeOffset="1732.818">1766 450 7418,'0'0'7081,"0"0"-4592,0 0-225,0 0-119,0 0-1025,0 0-712,0 0-392,166 0-16,-141 0-456,-3 0-880,9 0-1257,-5 0-2760,-7 0-3529</inkml:trace>
  <inkml:trace contextRef="#ctx0" brushRef="#br0" timeOffset="2471.083">3040 258 536,'0'0'6465,"0"0"-1945,0 0-2554,0 0-702,0 0 55,0 0-255,-8 11-167,-46 69 794,35-51-1013,-7 11-198,-10 22-480,30-50-433,-7 12-1865,12-22 1707,0-1 1,-1 0 0,1 0-1,0 0 1,0 0 0,-1 0-1,1 0 1,-1 0 0,1 0-1,-1-1 591,-4 1-5019</inkml:trace>
  <inkml:trace contextRef="#ctx0" brushRef="#br0" timeOffset="2798.344">2860 324 304,'0'0'6293,"0"0"-1434,0 0-2191,0 0-877,0 0-14,0 0-68,18-3-428,11-1-388,19-1-893,-46 5 45,1-1 0,-1 1 0,0 1-1,1-1 1,-1 0 0,0 0 0,0 1 0,1-1-1,-1 1 1,0 0 0,0 0 0,0-1-1,0 2 1,0-1 0,0 0 0,0 0 0,0 0-1,0 1 1,-1-1 0,1 1 0,0 0 0,-1-1-1,1 1 1,0 1-45,4 4 164,16 17 58,-8-11-585,-2 0 0,1 1 0,-2 0 1,0 1-1,-1 1 0,2 3 363,-8-7-2521,-3-6-2906,-1-5-1643</inkml:trace>
  <inkml:trace contextRef="#ctx0" brushRef="#br0" timeOffset="3266.491">3327 132 1872,'0'0'1815,"0"0"3453,0 0-2203,0 0-1081,0 0-187,0 0-616,2-16-659,8-52-285,-10 67-231,0-1-1,0 1 1,0 0-1,1-1 1,-1 1-1,1-1 1,-1 1-1,1 0 1,-1-1-1,1 1 1,0 0-1,0 0 1,-1 0 0,1-1-1,0 1 1,0 0-1,0 0 1,0 0-1,1 0 1,-1 1-1,0-1 1,0 0-1,0 0 1,1 1-1,-1-1 1,0 1-1,1-1 1,0 1-6,4-3 17,4 0 123,-1 0-1,1 1 1,0 0 0,0 0-1,0 1 1,0 0 0,0 1-1,0 0 1,0 1 0,0 0-1,4 1-139,-10-1 14,0 0 0,0 0 0,0 1 0,0-1 0,0 1 0,0 0 0,-1 0 0,1 1 0,-1-1 0,1 1 0,-1 0 0,0 0 0,0 0 0,0 0 0,-1 0 0,1 1 0,-1-1 0,1 1 0,-1-1 0,0 1 0,-1 0 0,1 1-14,2 5-12,0 1 0,-1-1 0,-1 1 0,0 0 0,0-1 0,-1 1 0,0 0 1,-1 1 11,0-8 7,-1 0 1,1 0-1,-1 0 1,0 0-1,0 0 1,-1 0-1,1 0 1,-1 0-1,0-1 1,0 1-1,0-1 1,0 1-1,0-1 1,-1 0-1,0 0 1,0 0 0,0 0-1,0 0 1,-1 1-8,-2 0 61,0 0 1,0 0 0,0 0-1,-1-1 1,1 0 0,-1 0 0,0-1-1,0 0 1,0 0 0,-5 1-62,-2-3 78,13 0-6,1 0-54,8 0-832,2 0 656,0 1-1,1 0 0,-1 0 0,0 1 1,0 0-1,0 0 0,0 1 1,-1 1-1,2 0 159,-6-2-6,-1 1-1,1-1 1,-1 1 0,0 0 0,0 0-1,0 1 1,-1-1 0,1 1 0,-1-1-1,1 1 1,-1 0 0,-1 1 0,1-1-1,0 0 1,-1 1 0,0-1 0,0 1-1,-1 0 1,2 4 6,-1-1 104,-1 0-1,0 1 0,-1-1 1,0 0-1,0 3-103,0 3 189,0-12-133,-1 1 1,1-1-1,0 0 1,-1 0 0,1 0-1,-1 0 1,0 0-1,1-1 1,-1 1-1,0 0 1,0 0 0,0 0-1,0-1 1,-1 1-1,0 0-56,-1 2 142,-1-1 0,1 1-1,-1-1 1,0-1 0,0 1-1,0 0 1,0-1-142,-7 3 324,0 0 1,0 0-1,0-2 0,0 1 1,-7 0-325,-15 1-398,-1-2 0,0-1 0,-28-2 398,27-1-3403,14 1-3051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9:45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37 24,'0'0'5729,"0"0"-1629,0 0-1542,0 0-95,0 0-40,0 0-467,5-6-547,11-18-332,-11 18-247,-5 6-233,0 0-251,-5 6-61,-10 24 68,0 0 0,2 2-1,1-1 1,0 7-353,-11 45 814,3 5-814,1 15 620,5 0 1,3 14-621,-1 207 972,11-283-878,-4 378 952,21 1-440,47 92-1166,-42-402-4272,-20-107 1317,-4-8-3899,-8-20-5614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9:44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11306,'0'0'4953,"0"0"-3096,0 0 71,0 0-151,0 0-881,0 0-408,0 0-184,51 0-8,-31 0-224,-1 0-72,4 0-536,2 0-704,-8 6-1857,-3-3-4048</inkml:trace>
  <inkml:trace contextRef="#ctx0" brushRef="#br0" timeOffset="338.732">0 0 7178,'31'114'7521,"-22"-114"-4992,2 0-569,3 0 25,6 3-1145,2 0-840,1 9-264,-4-3-1561,-5-9-3296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9:39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684 1898 10578,'0'0'3041,"0"0"-1657,0 0 305,0 0 143,0 0-360,0 0-584,0 0-79,-57 138-65,35-111-304,2 0-320,-2-3-40,5-6-80,0 0-608,3-6-897,-3-3-1135,-3-9-2065,3 0-280,3 0-3161</inkml:trace>
  <inkml:trace contextRef="#ctx0" brushRef="#br0" timeOffset="342.542">442 2024 1632,'0'0'2051,"0"0"3697,0 0-1962,0 0-1348,0 0-303,0 0-206,9-2-515,-2 1-1165,-6 0-188,1 0-1,0 1 1,0-1 0,0 0 0,0 1 0,0 0-1,0 0 1,0-1 0,0 1 0,0 0 0,0 1-1,0-1 1,0 0 0,0 0 0,0 1 0,0 0-1,0-1 1,0 1 0,-1 0 0,1 0 0,0 0-1,0 0 1,-1 0 0,1 0 0,0 0 0,-1 0-1,0 1 1,1-1 0,0 2-61,53 77 107,12 27-107,-65-104-485,10 12-1260,-7-12-1720,2-2-3347,-4-1-3733</inkml:trace>
  <inkml:trace contextRef="#ctx0" brushRef="#br0" timeOffset="701.432">909 1937 640,'0'0'2834,"0"0"982,0 0-1085,0 0-631,0 0-209,0 0-442,12-18-708,40-57-405,-50 72-311,0 1-1,0 0 0,0-1 0,0 1 1,0 0-1,1 0 0,-1 0 1,1 1-1,-1-1 0,2 0-24,-3 2 24,0-1 0,1 1 0,-1 0-1,0-1 1,0 1 0,1 0 0,-1 0-1,1 0 1,-1 0 0,0 0 0,1 0-1,-1 1-23,7-1 136,2 0 33,-6 0-76,1 0-1,-1 0 1,0 0-1,1 1 1,-1-1-1,2 2-92,-4-2 15,-1 1-1,0-1 1,1 1-1,-1 0 0,0-1 1,0 1-1,0 0 1,1 0-1,-1 0 1,0 0-1,0 0 0,0 0 1,0 0-1,-1 1 1,1-1-1,0 0 1,0 0-1,-1 1 0,1-1 1,-1 0-1,1 1-14,1 7 73,0 1-1,0-1 0,-1 0 1,-1 0-1,1 1 1,-1-1-1,-1 3-72,0 10 76,2-11-35,-2 0 0,1 0-1,-1 0 1,-1 0 0,0 0 0,-1 0-1,0 0 1,0-1 0,-6 10-41,-8 12 149,-11 12-149,-7 13 866,34-56-842,1-1 1,0 1-1,-1 0 1,1 0-1,0-1 1,-1 1-1,1 0 1,0 0-1,0 0 1,0-1-1,-1 1 1,1 0-1,0 0 1,0 0-1,1 0 1,-1-1 0,0 1-1,0 0 1,0 0-1,0 0 1,1 0-1,-1-1 1,1 2-25,0-1 43,0 1 1,0-1 0,0 0 0,0 0 0,0 0-1,0 0 1,1 0 0,-1 0 0,1 0 0,-1 0-1,0 0 1,1 0-44,6 2 152,0 0 0,1 0 0,-1-1 0,5 1-152,-9-3 10,22 5-320,1-2 0,0 0 0,1-2 310,44-1-6550,-60 0 4485,6 0-4458</inkml:trace>
  <inkml:trace contextRef="#ctx0" brushRef="#br0" timeOffset="1041.216">1637 1901 8146,'0'0'5002,"0"0"-2397,0 0-893,0 0 88,0 0-513,0 0-529,4 7-134,-1-3-540,-1 1 1,1 0-1,-1 0 1,0 0-1,0 0 0,-1 1 1,0-1-1,0 0 0,0 1 1,0-1-1,-1 1-84,0 179-216,0-182 8,0-1 0,0 1 0,0 0 0,0-1 0,0 1-1,-1-1 1,1 1 0,-1-1 0,0 1 0,0-1 0,0 0 0,0 1-1,0-1 1,-1 2 208,0-3-567,1 1-1,-1-1 1,0 0-1,0 0 1,0 0-1,0 0 1,0 0-1,0 0 1,0 0-1,0-1 1,0 1-1,0-1 1,0 1-1,0-1 1,0 0-1,-1 0 1,1 0 567,-18 0-7973</inkml:trace>
  <inkml:trace contextRef="#ctx0" brushRef="#br0" timeOffset="1399.03">1516 2054 4441,'0'0'6497,"0"0"-3904,0 0-73,0 0-167,0 0-785,0 0-904,152 3-576,-121 0-88,-3 3-896,1-6-1400,-10 0-3313,-5 0-6050</inkml:trace>
  <inkml:trace contextRef="#ctx0" brushRef="#br0" timeOffset="2204.258">2158 1730 856,'0'0'7739,"0"0"-2491,0 0-2462,0 0-672,0 0-345,0 0-760,1-5-600,0 1-361,3-8 33,-2 12-21,-2 10 52,-1 22 579,-2 0 0,-4 14-691,2-8 391,-1 20-391,6 22-32,0-78-25,0-1 0,0 1-1,0-1 1,0 1 0,0-1 0,1 1 0,-1-1 0,1 1 0,-1-1 0,1 1 0,-1-1 0,1 0-1,0 1 1,0-1 0,0 0 0,0 0 0,0 1 0,0-1 0,0 0 0,0 0 0,0 0 0,0 0-1,0 0 1,1-1 0,-1 1 0,0 0 0,1-1 0,-1 1 0,1-1 0,-1 1 0,2-1 57,4 2-441,1-1 0,0 0 0,-1 0 1,1-1-1,7 0 441,-3-1-639,-8 1 365,0 0 0,0-1 1,-1 1-1,1-1 0,0 0 0,0 0 1,-1-1-1,1 1 0,-1-1 0,1 1 1,-1-1-1,0 0 0,1-1 0,-1 1 0,2-3 274,2-1-356,-1-1 0,0 1 0,-1-1-1,0 0 1,0-1 0,2-4 356,-3-1-880,-2-5 8429,-1 17-5356,-1 3-746,-1 7-1346,-1 27-53,-1 1-1,-9 33-47,9-54-691,-7 29-5542,7-34-869</inkml:trace>
  <inkml:trace contextRef="#ctx0" brushRef="#br0" timeOffset="2546.647">2785 1826 4537,'0'0'5745,"0"0"-352,0 0-4304,0 0-313,0 0 408,0 0-56,0 0-304,-8 75-303,-9-39 55,3-3-256,-3-3-208,3-3-112,0-3-72,0-3-600,0-3-985,-15-6-1079,7-3-2698,-1-9-703</inkml:trace>
  <inkml:trace contextRef="#ctx0" brushRef="#br0" timeOffset="2888.227">2608 1889 10842,'0'0'3249,"0"0"-744,0 0 63,0 0-680,0 0-943,0 0-449,0 0-192,124 114-200,-107-87-104,-1 0-432,-1 0-552,-7 0-1017,0-6-1880,-5-9-2528</inkml:trace>
  <inkml:trace contextRef="#ctx0" brushRef="#br0" timeOffset="3258.04">3072 1736 4049,'0'0'4806,"0"0"-326,0 0-2080,0 0-906,0 0-315,0 0-402,0 13 25,0 1-528,0 0 0,-1 0 1,-1-1-1,0 1 0,-1 0 1,-3 7-275,-2 1 214,1 1 0,1 0-1,1 0 1,1 0 0,1 0 0,0 1 0,2 1-214,1-24-28,0 1 1,0-1-1,0 0 0,0 1 0,0-1 0,1 1 0,-1-1 1,0 0-1,1 1 0,-1-1 0,0 1 0,1-1 0,0 0 1,-1 0-1,1 1 0,0-1 0,0 0 0,0 0 28,0 0-56,1 0 0,0 0-1,-1 0 1,1 0-1,0-1 1,0 1 0,0 0-1,0-1 1,0 0 0,0 1-1,0-1 1,-1 0 0,3 0 56,-2 0-30,12 1-865,0-1 0,13-1 895,-23 1-224,0 0 1,0-1-1,-1 0 1,1 0-1,0 0 1,0-1-1,-1 1 1,1-1-1,-1 0 0,1 0 1,-1 0-1,2-1 224,2-3-593,-1 0 1,1 0-1,-1 0 0,5-7 593,-9 10 184,0 0 1,0 0 0,0 0-1,-1 0 1,0-1 0,1 1 0,-1 0-1,0-1 1,0 1 0,-1-1-1,1 1 1,-1-1 0,1-2-185,-1 5 1540,0 1-157,0 0-383,0 6-118,0 39 241,-1 63-589,1-102-784,-1 0 0,0-1 0,0 1-1,0-1 1,-1 0 0,-2 5 250,-10 14-4182,5-16-2683</inkml:trace>
  <inkml:trace contextRef="#ctx0" brushRef="#br0" timeOffset="4436.081">3733 56 232,'0'0'812,"0"0"-41,0 0 1169,0 0 74,0 0-349,0 0-93,3-9 118,8-25-150,-11 33-946,1 0 0,-1 1 0,0-1 0,1 0 0,-1 0 0,0 1 0,1-1 0,-1 0-1,1 1 1,-1-1 0,1 0 0,-1 1 0,1-1 0,0 1 0,0-1-594,-1 0 162,1 1-1,-1 0 1,0 0-1,1 0 1,-1 0-1,1-1 1,-1 1-1,1 0 1,-1 0-1,1 0 1,-1 0-1,1 0 1,-1 0-1,1 0 0,-1 0 1,0 1-1,1-1 1,-1 0-1,1 0-161,0 1 49,0-1-1,1 1 0,-1 0 1,0-1-1,0 1 0,0 0 1,0 0-1,0 0 0,0 0 0,0 0 1,0 0-1,0 0 0,0 0-48,29 55 1774,3 14-1774,-23-49 215,18 43 180,-2 0 1,-4 2-1,-2 1 1,-3 1-1,6 57-395,-9-3 478,-2 81-478,-11 127 365,-2-177-175,1-153-190,-2 219 224,-6-97-190,-5 0 1,-6-1 0,-4-1-1,-6-1 1,-25 59-35,49-165-264,0 1 0,0-1 0,-2 0 0,-2 4 264,8-16-137,1 0 0,-1 0 0,1 0 1,-1 0-1,0 0 0,0 0 0,1 0 0,-1 0 0,0 0 1,0 0-1,0-1 0,0 1 0,0 0 0,0-1 1,0 1-1,0-1 0,-1 1 0,1-1 0,0 1 0,0-1 1,0 0-1,0 1 0,-1-1 0,1 0 0,0 0 0,0 0 1,-1 0-1,1 0 0,0 0 0,0-1 0,0 1 1,-1 0-1,1-1 0,0 1 0,0 0 0,0-1 0,0 0 1,-1 0 136,-2-1-662,1 0 1,0-1-1,0 1 1,1-1-1,-1 0 0,0 0 1,1 0-1,0 0 1,0 0-1,0-1 1,0 0 661,-14-34-11712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9:51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1536,'0'0'6683,"0"0"-3458,0 0-1325,0 0 23,0 0-182,0 0-654,14 0 921,27-2-602,20-4-1406,22-1 14,142 7-954,-228 8 1179,-11 39 1060,-7 44-1299,14-59 164,-9 68 482,4 0 0,2 60-646,9-156 8,1 63-1172,0-67 256,0 0-407,-11 0-2568,-1-1 333,-2-4-2830</inkml:trace>
  <inkml:trace contextRef="#ctx0" brushRef="#br0" timeOffset="406.431">144 283 1088,'0'0'3352,"0"0"302,0 0-1323,0 0-448,0 0 135,0 0-191,8 0-556,126-4 3052,78-16-2528,-153 15-1706,-42 4-2434,-36 1-858,-4 0-3149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9:56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49 984,'0'0'1224,"0"0"2617,0 0-1019,0 0-1137,0 0 87,0 0 100,3-8-367,0-2-978,1-4-59,0-2 6786,-1 28-7144,1 27 250,-2 0 0,-1 6-360,1 26 235,6 43 241,1 1-983,-7-37-2742,-2-75 2466,1 0 0,-2 0-1,1 0 1,0 0 0,0 1-1,-1-1 1,0 0 0,0 0-1,0 0 1,0 0 0,0 1 783,-10 6-7426</inkml:trace>
  <inkml:trace contextRef="#ctx0" brushRef="#br0" timeOffset="730.343">265 151 10138,'0'0'2514,"0"0"-931,0 0-156,0 0-184,0 0-694,0 0-369,1 7 134,2 47 2034,-2 12-2348,0-57 102,0 1-1,1-1 0,-1 1 0,2-1 0,0 0 1,0 0-1,0 0 0,1 0 0,0-1 0,1 0 1,0 1-1,0-2 0,1 1 0,0-1 1,0 1-1,1-2 0,0 1-101,5 5 49,1-2 0,0 1 0,0-1 1,1-1-1,1-1 0,0 0 0,0 0 0,0-2 0,7 3-49,-13-6 29,-1-1-1,1 1 1,-1-2-1,1 1 0,0-1 1,0 0-1,0-1 1,-1 0-1,1 0 1,9-2-29,-17 1 15,1 1 0,-1-1 1,0 0-1,1 0 0,-1 0 1,0 0-1,0 0 1,1-1-1,-1 1 0,0 0 1,0 0-1,0-1 1,-1 1-1,1-1 0,0 1 1,0 0-1,-1-1 1,1 0-1,-1 1 0,0-1 1,1 1-1,-1-2-15,6-40 257,-5 36-212,1-20 87,0 1 0,-2-1 0,-3-19-132,2 34 15,-1 0 1,0 0-1,-1 1 0,-1-1 0,0 0 0,-1 1 1,0 0-1,0 0 0,-2-2-15,-7-8 15,-1 0 0,0 0 0,-2 1-15,9 12 22,0-1 0,0 1 0,-1 0 1,0 1-1,-1 0 0,1 1 0,-9-5-22,15 10-23,0-1 1,-1 1-1,1-1 0,-1 1 1,1 0-1,-1 1 0,0-1 0,1 0 1,-1 1-1,0 0 0,1 0 1,-1 0-1,0 0 0,1 1 0,-1-1 1,0 1-1,1 0 0,-1 0 0,1 1 1,-1-1-1,1 1 0,0-1 1,0 1-1,-1 0 0,1 0 0,0 0 1,-2 3 22,-7 9-515,0 1 1,0 1 0,2 0-1,-7 12 515,-15 36-4436,30-61 4040,-11 26-5200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29:59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6 127 1992,'0'0'1281,"0"0"2053,0 0-330,0 0-764,0 0-161,0 0-19,5-6-314,13-18-325,-18 24-1338,1 0 0,-1 0-1,0 0 1,0 0-1,0 0 1,0 0-1,0-1 1,0 1-1,0 0 1,0 0 0,1 0-1,-1 0 1,0 0-1,0 0 1,0 1-1,0-1 1,0 0-1,0 0 1,0 0-1,0 0 1,1 0 0,-1 0-1,0 0 1,0 0-1,0 0 1,0 0-1,0 0 1,0 0-1,0 0 1,0 0 0,0 0-1,0 0 1,0 0-1,0 1 1,1-1-1,-1 0 1,0 0-1,0 0 1,0 0 0,0 0-1,0 0 1,0 0-1,0 0 1,0 0-1,0 1 1,0-1-1,0 0 1,0 0-1,0 0 1,0 0 0,0 0-1,0 0 1,0 0-1,0 0 1,0 1-1,0-1 1,0 0-1,0 0 1,0 0 0,-1 0-1,1 0 1,0 0-1,0 0-82,2 17 1327,-2 26-2049,0-36 1272,-6 238 255,7-217-966,0-9-441,-1 0 1,-1 7 601,0-22-626,1 0-1,-1 1 0,0-1 0,0 0 0,0 1 1,-1-1-1,0 0 0,1 0 0,-1 0 1,-1-1-1,1 1 0,-1 0 627,-6 4-6383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0:03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3545,'0'0'2312,"0"0"2241,0 0-1758,0 0-741,0 0-31,0 0-321,1-6-544,3-16-380,-4 23-765,0-1-1,0 0 0,0 0 0,0 0 0,0 1 0,1-1 0,-1 0 0,0 0 0,0 0 0,0 0 0,0 1 0,0-1 0,0 0 0,1 0 0,-1 0 0,0 0 0,0 0 0,0 0 0,1 0 0,-1 1 0,0-1 0,0 0 0,0 0 0,1 0 1,-1 0-1,0 0 0,0 0 0,0 0 0,1 0 0,-1 0 0,0 0 0,0 0 0,0 0 0,1 0 0,-1 0 0,0 0 0,0 0 0,0 0 0,1 0 0,-1-1 0,0 1 0,0 0 0,0 0 0,0 0 0,1 0 0,-1 0 0,0 0 1,0-1-1,0 1 0,0 0 0,0 0 0,1 0 0,-1 0 0,0-1 0,0 1 0,0 0 0,0 0 0,0 0 0,0-1 0,0 1 0,0 0 0,0 0 0,0 0 0,0-1 0,0 1 0,0 0 0,0 0 0,0-1-12,4 9 177,0-1 0,-1 1 0,0-1 0,1 5-177,1 3 299,69 198 1138,-9 2 1,-10 3-1,-6 21-1437,-18-16 989,-4 69-989,-11 225 847,-16-468-772,-3 130 184,0-142-183,-2 0 1,-1 0-1,-9 27-76,-9 22 303,-4-1-1,-30 62-302,52-135-410,0 0 0,0-1 0,-1 0 0,-6 7 410,12-17-154,0 0 1,0 0-1,0 0 1,0 0-1,-1-1 0,1 1 1,0 0-1,0-1 1,-1 1-1,1-1 0,0 1 1,-1-1-1,1 0 0,-1 1 1,1-1-1,0 0 1,-1 0-1,1 0 0,-1 0 1,0 0 153,-3 0-589,-17 0-2602,4 0-2576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0:01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198 246 4961,'0'0'4022,"0"0"-2539,0 0-668,0 0 677,0 0-281,0 0-705,-10 0-253,2 0-215,-3 0 175,1-1 1,-1 0-1,0 0 1,1-1 0,0-1-1,-7-1-213,10 1 151,-1-1 0,1 1-1,1-2 1,-1 1 0,0-1 0,1 1-1,0-2 1,0 1 0,-3-5-151,5 6 47,1 0 0,0 0 0,1 0-1,-1-1 1,1 1 0,-1-1 0,1 1 0,1-1 0,-1 0 0,1 0 0,0 0 0,0 0 0,0 0 0,0 0 0,1-2-47,0 4 12,0 0 1,-1-1 0,2 1 0,-1 0 0,0 0-1,1 0 1,-1 0 0,1 0 0,0 0 0,0 0 0,0 0-1,0 0 1,1 0 0,-1 1 0,1-1 0,0 0 0,-1 1-1,1 0 1,0-1 0,1 1 0,-1 0 0,0 0-1,1 0 1,-1 0 0,1 0 0,2-1-13,2-1-12,1-1-1,-1 1 1,1 1 0,0-1 0,0 2-1,0-1 1,1 1 0,1-1 12,7 1 20,1 0-1,0 1 1,8 0-20,-23 1 11,0 0 0,-1 0 0,1 0 0,0 1-1,-1-1 1,1 1 0,0-1 0,-1 1 0,1 0-1,-1 0 1,1 0 0,0 1-11,-1-1 9,0 1 0,0-1 0,-1 1 0,1 0 0,-1 0 0,0-1 0,1 1 0,-1 0 0,0 0 0,0 0 0,0 0 0,0 1 0,-1-1 0,1 2-9,3 10 50,-2 0 0,0 0 1,-1 1-1,0-1 0,-1 1 0,-1 1-50,1 7 115,0-5 20,-2 1-1,0-1 1,-1 0-1,-1 0 1,-1 0-1,0 0 0,-4 6-134,-5 10 122,-2-1-1,-2 0 0,-5 6-121,12-22 38,3-4-9,0 0 0,1 0 0,1 1 0,-4 9-29,9-22 6,1 0-1,-1 1 0,1-1 0,-1 1 0,1-1 0,0 0 0,-1 1 1,1-1-1,0 1 0,0-1 0,0 1 0,0-1 0,0 1 1,1-1-1,-1 0 0,0 1 0,1-1 0,-1 1 0,1-1 0,-1 0 1,1 1-1,0-1 0,-1 0 0,1 0 0,0 0 0,0 1 1,0-1-1,0 0 0,0 0 0,1 0-5,2 2 50,1-1-1,0 0 1,0 0 0,0 0 0,0-1-1,0 0 1,5 1-50,-4-1 48,34 5-86,-1-2-1,1-1 1,36-3 38,-40-1-2227,-36 1 2116,0 0 0,0 0 0,0 0-1,0 0 1,1 0 0,-1 0 0,0 0 0,0 0-1,0 0 1,0 0 0,0 0 0,0 0-1,0 0 1,0 0 0,0 0 0,0 0 0,1 0-1,-1 0 1,0 0 0,0 0 0,0 0-1,0 0 1,0 0 0,0-1 0,0 1 0,0 0-1,0 0 1,0 0 0,0 0 0,0 0-1,0 0 1,0 0 0,0 0 0,0 0 0,0 0-1,0-1 1,0 1 0,0 0 0,0 0-1,0 0 1,0 0 0,0 0 0,0 0 0,0 0-1,0 0 1,0 0 0,0 0 0,0-1-1,0 1 112,0 0-999,0-6-4556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5:14.5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299 892 9402,'0'0'2187,"0"0"-797,0 0-347,0 0 314,0 0-382,0 0-440,24-22 30,76-70 186,-91 84-513,-1-1-1,-1 1 1,5-7-238,-10 12 91,-1 0 0,1 1 0,-1-1 0,0 0 0,0 0 0,0 0 1,0-1-92,4-10 286,5-13-100,-1 0 1,-2 0 0,0 0-1,-2-1 1,-1 0 0,-1 0 0,-1-4-187,-2 4 179,0 19 138,0 19 4,1 51-158,3 1-1,8 33-162,-4-41-580,-3 1-1,-1 27 581,-4-76-664,0-1 1,0 1-1,1-1 1,0 1-1,0-1 1,1 5 663,-1-7-1185,0-1 0,1 1 1,-1-1-1,0 1 0,1-1 0,0 1 1,-1-1-1,2 1 1185,0-2-2975,-3-1-161</inkml:trace>
  <inkml:trace contextRef="#ctx0" brushRef="#br0" timeOffset="352.524">569 925 1064,'0'0'2010,"0"0"112,0 0-3,0 0 171,0 0-31,-11-4-280,-32-12-275,32 12-339,11 4-376,0 0-145,0 0-50,0 0-27,10 0 150,5 0-731,7 0-281,0 0 1,-1 2-1,1 0 0,12 4 95,12 1-3027,-14-6-4483,-20-1 698</inkml:trace>
  <inkml:trace contextRef="#ctx0" brushRef="#br0" timeOffset="1085.017">853 238 6825,'0'0'4560,"0"0"-2650,0 0-434,0 0 187,0 0-463,0 0-398,-13-19-105,-43-59-214,53 73-394,-1 0 0,1 0-1,-1 1 1,0-1 0,-1 1-1,1 0 1,-1 0 0,0 1 0,0-1-89,-5-2 204,-9-8 318,-1 1 0,0 1 0,0 1 0,-12-4-522,18 10 142,1 0 0,0 1 0,-1 0 0,0 1 0,0 1 1,0 1-1,0-1 0,-1 2-142,3 0 57,6-1-17,-1 1-1,0 0 1,0 1-1,0-1 0,0 1 1,1 1-1,-1-1 0,0 1 1,1 0-1,-1 1 1,-1 1-40,-11 7 137,2 0 1,-1 2-1,1 0 1,1 2 0,1-1-1,-7 9-137,-23 29 545,-13 22-545,35-42 210,0 2-1,3 0 0,0 2 0,3 0 1,1 1-1,1 1 0,2 0 0,-5 30-209,14-40 171,0 1-1,3 0 0,0 27-170,2-33 79,-1-11-19,1-1 0,1 0 0,0 1 0,1-1 0,0 0 1,1 0-1,0-1 0,1 1 0,0-1 0,0 0 0,1 0 0,0-1 1,3 3-61,8 10 177,1-1 0,1 0 0,1-2 1,21 17-178,-6-8 82,1-2 0,2-1 0,0-2 0,2-1 0,31 12-82,-45-24-5,1 0 1,0-2 0,0-1 0,0-1 0,1-1-1,0-2 1,0-1 0,0-1 0,22-2 4,-42 0 17,-1 0-1,0-1 1,0 0 0,0-1 0,0 1 0,-1-1 0,1-1 0,-1 1 0,1-1 0,-1 0-1,0-1 1,-1 1 0,4-5-17,8-7 31,-1 0 0,-1-2 0,9-14-31,-7 8 12,-1-2 1,-2 1-1,0-2 1,-2 0-1,-1-1 1,-1 0-1,-2 0 1,5-27-13,-4 5 110,-3-1 0,-2 1 0,-2-1 0,-4-41-110,1 75 58,-2 0 0,0 1-1,-1-1 1,0 1 0,-1 0 0,-1 0 0,-1 0 0,0 1 0,-8-11-58,2 5-47,0 1 1,-2 0-1,-1 1 0,0 0 1,-1 1-1,-8-5 47,17 17-307,1 0-1,-1 1 1,-1-1-1,1 2 1,-1-1-1,0 1 0,-4-1 308,-13-3-2709,0 0-1,-2 2 2710,21 5-788,-41-11-6222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5:17.3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273 745 4257,'0'0'4806,"0"0"-758,0 0-2258,0 0-385,0 0 414,0 0-81,1-2-617,0-1-1034,0 1 0,0-1 0,0 0 0,0 1 0,0 0 0,1-1 0,-1 1 0,1 0 0,0 0 0,0 0 0,2-2-87,28-24 417,-13 13-166,13-15-112,-1-1 1,-1-2 0,10-15-140,-24 26-26,-1 0 1,0-2 0,-2 1 0,-1-2 0,-1 0 0,1-3 25,-10 21-7,0 0 0,-1 0 0,1 0-1,-1 0 1,-1 0 0,1-8 7,-1 14-12,0 1-6,0 0-38,0 0-15,0 0-1,0 0-4,0 3-18,-1 110 99,2 137 136,7-165-1402,-3-49-595,-1 29 1856,-5-65 19,1 1 1,-1-1-1,1 1 0,-1-1 0,0 0 1,1 1-1,-1-1 0,0 0 0,1 0 1,-1 0-1,0 1 0,1-1 0,-1 0 0,0 0 1,1 0-1,-1 0 0,0 0 0,1 0 1,-2 0-20,-2 0 2273,13-1-1574,148 10-934,-125-6-1046,3-3-4606,-25 0 642</inkml:trace>
  <inkml:trace contextRef="#ctx0" brushRef="#br0" timeOffset="938.7">957 214 368,'0'0'2482,"0"0"1208,0 0-1568,0 0-111,0 0 109,0 0-249,-14-15-402,-42-47-460,51 57-797,0 0-1,0 0 0,0 0 0,0 0 0,-1 1 1,1 0-1,-4-1-211,-3-3 354,-4-1 140,0 0 0,-1 1 0,0 0 0,-7-1-494,-71-19 936,69 22-703,1 1-1,-1 1 1,-18 1-233,-78 2 778,70 1-395,41 0-309,0 1 0,0 0 0,0 1 0,1 0-1,-1 0 1,1 1 0,-1 1 0,1 0 0,0 0-1,1 1 1,-8 4-74,4 0 64,1 0 0,0 0 0,1 1 0,0 0-1,1 1 1,0 0 0,0 1 0,0 2-64,-5 10 99,0 1 0,2 0 1,0 1-1,2 0 0,1 1 0,1 1 1,1-1-1,-2 20-99,3 9 235,2 0 0,2 0 0,3 16-235,1-51 65,1-1 0,1 0 0,0 1 0,2-1 1,0-1-1,1 1 0,1-1 0,1 0 0,1 0 0,0-1 0,1 0 0,1-1 0,4 4-65,3 2 71,1 0 0,0-2 0,2 0 0,0-1 0,1-1 1,1-2-1,1 0 0,1-1 0,2 0-71,-6-6 40,-1 0 1,2-2-1,-1 0 1,1-2-1,0 0 1,1-1-1,16 1-40,29-1 224,64-3-224,-101-2 12,-16 1-1,0-2 0,0 0 1,0-1-1,0 0 0,-1-1 1,1-1-1,-1 0 0,1-1 1,-1 0-1,-1-1 0,1-1 1,-1 0-1,0-1 0,4-4-11,0-2 26,0 0 0,-1-1 0,-1 0 0,-1-2 0,0 0 0,-1 0 0,0-1 0,-2-1 0,0 0 0,-1 0 0,-1-1 0,1-5-26,1-8 24,-1 0 0,-1 0 0,-2-1 0,-2 0 0,-1 0-1,-1-1 1,-2-12-24,-1 18 127,-2 1-1,-1-3-126,2 20 38,-1 0 0,-1 0 0,0 0 1,0 1-1,-1-1 0,-4-7-38,0 4 36,0 0 0,-1 1 0,0 0 0,-1 1 1,-1 0-1,0 0 0,0 1 0,-1 0 0,-1 1 0,1 1 1,-2 0-1,1 0 0,-11-3-36,-7-3-323,0 1 0,-2 2 1,-1 1 321,-56-15-3870,3 0-3799,52 14-4885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01T08:20:15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1 100 616,'0'0'4613,"0"0"-2044,0 0-1248,0 0-64,0 0 63,1 0-228,1 0-578,-1 0 1,0 0-1,0 0 0,0-1 1,0 1-1,0 0 0,0-1 1,0 1-1,0 0 0,0-1 1,0 1-1,0-1-514,18-18 249,-2 3-225,-7 8-75,1 1 0,-1 1 0,1 0 0,0 0 0,1 1 0,-1 1 0,1 0 0,0 0 0,0 1 0,1 1 0,-1 0 0,0 0 0,1 1 0,9 1 51,-19 0-50,0 0 1,0 0-1,0 0 0,-1 0 1,1 1-1,0-1 1,0 1-1,0 0 1,0 0-1,-1 0 1,1 0-1,1 1 50,-2-1-18,-1 1 1,0-1-1,1 1 0,-1-1 0,0 1 1,0-1-1,0 1 0,0 0 1,0 0-1,-1 0 0,1 0 0,0-1 1,-1 1-1,1 0 0,-1 0 1,0 0-1,0 0 0,0 2 18,2 10-25,-1 0 0,0 0 0,-1 1 0,-1-1 0,0 0 0,-1 0 0,0 0 0,-1 0 0,-1 0 0,0-1 0,-1 1 0,0-1 0,-8 12 25,5-12-123,0 0 0,-1 0 0,0-1 0,-5 4 123,10-12-4,0 1 0,-1-1 0,1-1 1,-1 1-1,0-1 0,0 0 0,0 0 0,-1 0 1,1 0-1,0-1 0,-1 0 0,-4 1 4,7-2 86,5-1-38,11 0-29,20-2-24,-20 0-28,-1 1 1,1 0-1,-1 1 0,1 0 0,9 2 33,-18-2-17,0 1 0,0 0 0,0 0 0,0 0 0,0 1 0,0-1 0,0 1 0,-1 0 0,1 0 0,-1 1 0,1-1 0,-1 1 0,0-1 0,0 1 0,0 0 0,0 0 0,0 0 0,-1 1 0,1-1 18,2 6-43,-1-1 0,0 1 0,0 0 0,-1 0 0,0 1 0,0-1 1,-1 1-1,0-1 0,-1 3 42,1 5-20,-1 1 0,-1-1 0,-1 0 0,-2 14 20,2-25 33,-1 0 0,0-1-1,1 1 1,-2 0 0,1-1-1,-1 0 1,0 1-1,0-1 1,0 0 0,-1 0-1,0-1 1,0 1 0,0-1-1,0 0 1,-1 0-1,1 0 1,-1-1 0,0 1-1,-1-1-32,-6 4 215,0-1-1,0 0 1,0-1-1,-1 0 0,0-1 1,0 0-1,0-1 1,-1-1-215,-9 1 741,-1-1 0,0-2 0,-1 0-741,-1-1 675,24 1-642,0 0 0,0 0 0,0 0 1,0-1-1,1 1 0,-1-1 0,0 0 1,0 1-1,1-1 0,-1 0 0,0 0 1,1 0-1,-1 0 0,0-1-33,2 2-79,-1-1-1,1 1 1,-1-1-1,1 1 1,-1-1-1,1 1 1,-1-1-1,1 0 0,-1 1 1,1-1-1,0 0 1,-1 0-1,1 1 1,0-1-1,0 0 1,-1 0-1,1 1 1,0-1-1,0 0 1,0 0-1,0 1 1,0-1-1,0 0 1,0 0-1,1 0 0,-1 1 1,0-1-1,0 0 1,0 0-1,1 1 1,-1-1-1,0 0 1,1 1-1,-1-1 1,1 0 79,11-9-4825,2-2-3380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01T08:20:22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191 171 2377,'0'0'856,"0"0"941,0 0 465,0 0-615,0 0-164,-7 0 6860,-26 0-8409,4 1 114,20 0-27,0 0 1,0-1-1,0 0 1,0-1-1,0 0 1,0 0-1,0-1 1,-2-1-22,8 2-8,1-1 1,0 1 0,-1-1-1,1 1 1,0-1-1,0 0 1,0 0 0,0 0-1,1 0 1,-1 0 0,0 0-1,1 0 1,-1-1-1,1 1 1,0 0 0,0-1-1,0 1 1,0-1 0,0 1-1,1-1 1,-1-1 7,0-3-83,0 0-1,0 0 1,1 0 0,0 0 0,0 0-1,0-1 1,2-4 83,-1 9-28,-1 1 0,1-1-1,0 1 1,0-1 0,0 1 0,0-1-1,1 1 1,-1 0 0,1 0 0,-1-1-1,1 1 1,0 0 0,0 1 0,0-1-1,0 0 1,0 0 0,0 1-1,1 0 1,-1-1 0,0 1 0,1 0-1,-1 0 1,1 0 0,1 0 28,5-2-126,0 1-1,0 0 1,1 1 0,-1 0-1,0 0 1,5 1 126,-12 0-19,-1 1 1,1-1-1,0 0 0,-1 1 0,1-1 1,-1 1-1,1 0 0,0-1 1,-1 1-1,1 0 0,-1 0 0,0 0 1,1 0-1,-1 0 0,0 0 1,0 0-1,1 1 0,-1-1 1,0 0-1,0 1 0,0-1 0,-1 1 1,1-1-1,0 1 0,0-1 1,-1 2 18,4 6-24,-1 0-1,-1 0 1,0 0 0,1 3 24,-3-11 0,4 30 5,-2 1 1,-1 0-1,-2 14-5,1-6 53,-1-17-46,-2 0 0,0 0 0,-1 0 0,-1-1 0,-2 0-1,0 0 1,-1 0 0,-1-1 0,-3 5-7,-19 23 172,31-48-181,0-1 0,0 0-1,0 0 1,0 1 0,0-1 0,0 0 0,-1 0-1,1 1 1,0-1 0,0 0 0,0 0 0,0 1 0,0-1-1,0 0 1,0 0 0,0 1 0,0-1 0,1 0 0,-1 1-1,0-1 1,0 0 0,0 0 0,0 1 0,0-1-1,0 0 1,0 0 0,1 0 0,-1 1 0,0-1 0,0 0-1,0 0 1,1 0 0,-1 1 0,0-1 0,0 0 0,0 0-1,1 0 1,-1 0 0,0 0 9,11 3 141,-10-3-150,22 3 221,-1-1-1,1-1 1,22-3-212,-1 1 127,227 1 300,-271 1-556,0-1 0,0 0 1,1 1-1,-1-1 1,0 0-1,0 1 0,0-1 1,0 0-1,0 1 0,0-1 1,0 1-1,0-1 0,0 0 1,0 1-1,0-1 1,0 0-1,0 1 0,0-1 1,0 0-1,0 1 0,0-1 1,-1 0-1,1 1 0,0-1 129,-7 9-4690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01T08:20:36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2296,'0'0'1241,"0"0"1806,0 0-774,0 0-1091,0 0-215,0 0 43,6-3-266,19-11-287,-19 10-10,-6 4 99,0 0 27,0 0-61,3 14 791,1 29-422,-2 1 0,-2 38-881,-1-24 84,-10 222 4,8-195-88,3-84-7,1 1 1,-1-1-1,0 1 0,1-1 1,-1 1-1,1-1 0,-1 1 1,1-1-1,0 1 1,-1-1-1,1 0 0,0 1 1,0-1-1,0 0 0,0 0 1,0 0-1,1 0 0,-1 0 1,0 0-1,0 0 0,1 0 1,-1-1-1,0 1 0,1 0 1,-1-1-1,1 1 1,0 0 6,7 2 4,1-1 0,0 1 0,-1-2 0,3 1-4,2 0-13,6 1-921,0-1 0,1-1 0,7-1 934,-25-7-531,-1-7 475,0 1-1,-1-1 1,-1 1 0,0-1-1,-1-7 57,0-14 53,1 23-60,0-1 1296,0 21-601,0 397 2916,0-398-4171,0-1-1,1 0 0,0 0 0,0 0 1,1 1 567,6 14-4883,-1-13-1203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01T08:20:46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11 1360,'0'0'508,"0"0"201,0 0 1522,0 0 15,0 0-733,0 0-233,5 0-3,0-1-686,4 0-128,0 0 8720,9-2-9019,77 1 224,-58 1-4957,-70 1 2551,16-1 1440,-1 0-1,0 2 0,0 0 1,0 2-1,1-1 1,-2 2 578,2 1-172,10-3 318,0 0 1,1 0-1,0 0 0,-6 3-146,10-4 102,0 1-1,0-1 0,1 0 1,-1 0-1,0 1 1,1-1-1,-1 1 1,1 0-1,0-1 0,-1 1 1,1 0-1,0 0 1,0 0-1,0 0 0,0 0 1,1 0-1,-1 0-101,-7 28 2652,-3 20-2652,6-20 1293,-8 19-1293,11-41 138,-2 4 16,0-1 0,1 1 0,1 0 0,0 0 0,1 0 0,0 5-154,1-17 28,0 0 56,0 0-2,0 0 1,4 0-60,7-1-27,1 0 0,-1-1 0,1-1 0,-1 0 0,0-1 0,0 0 1,0 0-1,-1-1 0,4-2 4,14-6-4,-19 9 2,0 1-1,0 0 1,1 1-1,-1 0 1,1 1 0,3-1 2,59 0-23,-61 2 21,-9 0-1,1 0 0,0 1-1,-1-1 1,1 0-1,0 1 1,-1 0 0,1-1-1,-1 1 1,1 0-1,-1 0 1,1 1 0,-1-1-1,0 0 1,0 1-1,0 0 1,2 1 3,0 0 0,-1 1 0,0 0-1,0 0 1,0 1 0,0-1 0,-1 1 0,0-1-1,2 4 1,0 3 13,-1 0 0,1 0 0,-2 0 0,0 1 0,0-1 0,0 4-13,-1 22 221,-1 11-221,0-15 75,-1-25-28,0-1 0,0 0 0,-1 1 0,1-1-1,-2 0 1,1 0 0,-1-1 0,0 1 0,0 0 0,-1-1 0,0 0 0,0 1 0,0-2 0,-1 1 0,-5 4-47,-2 3 265,-2 0 0,0-2-1,0 1 1,-1-2 0,-15 9-265,23-16 116,-1 0 0,0 0 1,0-1-1,0 0 0,0-1 0,-1 0 0,1 0 0,0 0 0,0-1 0,-1-1 0,-1 1-116,-9-1 297,14 1-315,0 0 1,0-1-1,0 0 0,1 0 0,-1-1 1,0 1-1,1-1 0,-1 0 1,1 0-1,-1 0 0,1-1 1,0 0-1,0 1 0,0-2 1,0 1-1,1 0 0,-1-1 1,1 1-1,0-1 0,0 0 0,0 0 1,0-1-1,1 1 0,0 0 1,0-1-1,0 1 0,0-1 1,1 0-1,0 0 0,0 1 1,0-1-1,0 0 0,1 0 0,0-1 18,-13 5-6189,11 1 2718,-9 0-7648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1:09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16 912,'0'0'1495,"0"0"3710,0 0-1591,0 0-1198,0 0-405,0 0-448,0-3-458,0-9 146,0 23 1047,0 30-374,1 17-907,2-1 0,4 7-1017,5 12 81,3 29-918,-9-38-5146,-5-48-1079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1:10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1016,'0'0'4301,"0"0"49,0 0-1354,0 0-580,0 0-211,0 0-389,0-2-306,0 1 1008,1 5-949,1 17-317,3 17-338,6 26-708,3-1 0,6 12-206,0-6-2654,-9-23-4303,-5-18-4418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0:56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304 246 440,'0'0'779,"0"0"53,0 0 1650,0 0-4,0-4-632,-1-1-849,0-4-540,0 4 3801,1-2 3854,-17 8-7633,13 2-411,0-1 1,1 1-1,0 0 1,0 0-1,0 0 1,0 0-1,0 1 1,1-1-1,-1 1 1,1 0-1,0-1 1,0 2-69,-5 6 80,-18 29 255,2 2 0,2 0 0,1 2-1,3 0 1,1 1 0,-1 13-335,6-15 272,-22 84 868,-1 35-1140,23-81 476,4 1 0,2 58-476,5-105 90,8 812 2361,-5-689-1972,8 165 644,34 165-983,-19-296-91,30 100-49,-11-134 0,-23-85 0,-3 0 0,-1 16 0,-16-69-146,-1-1-1,-1 11 147,0-22-227,0-6 50,0-1 0,0 1 0,0-1 0,0 0 0,0 1 0,-1-1 0,1 1 0,-1-1 0,1 1 1,-1-1-1,1 0 0,-1 1 0,0-1 0,0 0 0,1 0 0,-1 1 0,0-1 0,0 0 0,0 0 0,-1 0 0,1 0 0,0 0 0,0-1 0,0 1 0,-2 0 177,-1 1-868,-1 0-1,1 0 1,-1-1-1,0 0 0,1 0 1,-1-1-1,-3 1 869,-26 0-7476</inkml:trace>
  <inkml:trace contextRef="#ctx0" brushRef="#br0" timeOffset="7380.316">1232 45 864,'0'0'1619,"0"0"2958,0 0-1325,0 0-1160,0 0-305,0 0-245,0-3-502,0-11-349,1 14-652,-1-1-1,0 1 1,0 0 0,0 0 0,0 0 0,0 0-1,0-1 1,0 1 0,0 0 0,0 0 0,0 0-1,1 0 1,-1-1 0,0 1 0,0 0 0,0 0 0,0 0-1,0 0 1,1 0 0,-1 0 0,0 0 0,0-1-1,0 1 1,0 0 0,1 0 0,-1 0 0,0 0 0,0 0-1,0 0 1,1 0 0,-1 0 0,0 0 0,0 0-1,0 0 1,1 0 0,-1 0 0,0 0 0,0 0-1,0 0 1,0 0 0,1 0 0,-1 1 0,0-1 0,0 0-1,0 0 1,0 0 0,1 0 0,-1 0 0,0 0-1,0 0 1,0 1 0,0-1 0,0 0 0,1 0-1,-1 0 1,0 0 0,0 1 0,0-1-39,8 14 704,0 1 0,0 1 0,-2-1 0,0 1 1,1 5-705,51 190 1712,-27-90-1029,2 10 651,-7 2-1334,18 134 1024,3 16-88,76 529 1622,-75-254-1274,-26-35-1284,-22-82 0,-4-333 0,-8 33 0,0-16 0,12-122 2,-1 15-226,-1 0 1,-3 8 223,5-24-1698,0-12-3564,0 2 3674,0-22-3718</inkml:trace>
  <inkml:trace contextRef="#ctx0" brushRef="#br0" timeOffset="8346.231">1950 2170 24,'0'0'1432,"0"0"8026,0 0-5321,0 0-2408,0 0 111,0 0-248,0 0-864,11 0-311,0 0-217,6 0-144,0 0-56,6 0-328,2 6-545,3 0-1039,0-3-2105,-5 0-1184,-9-3-2025</inkml:trace>
  <inkml:trace contextRef="#ctx0" brushRef="#br0" timeOffset="8695.473">1947 2437 1256,'0'0'2985,"0"0"2640,0 0-2648,0 0-57,0 0-423,0 0-761,0 0-696,76 0-479,-59 0-297,3 0-216,-4 0-48,4 6-392,0 0-929,-3-3-2704,-3-3-4896</inkml:trace>
  <inkml:trace contextRef="#ctx0" brushRef="#br0" timeOffset="10364.883">2664 30 992,'0'0'1096,"0"0"1626,0 0-298,0 0-472,0 0-42,0 0-171,0-5-356,0-9-614,0 3 6630,-3 16-7057,-32 77 1939,-23 78-2281,-14 92 1219,42-123-413,6 1-1,5 1 1,2 76-806,-28 369 1782,29-248-880,16 0-232,2-135-129,1 4-465,8 0-1,9-1 1,44 179-76,-62-364 0,16 73 0,27 71 0,-43-148-72,2 2-744,-1 0 0,0 1-1,-1 0 1,0-1 0,0 1 0,-1 6 816,-1-15-3129,0-4-2417,0-12-3735</inkml:trace>
  <inkml:trace contextRef="#ctx0" brushRef="#br0" timeOffset="11749.464">2991 288 984,'0'0'552,"0"0"355,0 0 2147,0 0-757,0 0-302,0 0 65,0-8-93,0-24-212,0 24-177,0 8-186,0 0-99,0 0-195,0 0-269,0 0-255,0 0-180,0 0-122,3 212 1944,-1-6-4677,-2-205 2150,0-1 0,0 1 0,0-1 0,0 1 1,0-1-1,0 1 0,0 0 0,0-1 0,0 1 1,0-1-1,0 1 0,1-1 0,-1 0 1,0 1-1,0-1 0,0 1 0,1-1 0,-1 1 1,0-1-1,1 1 0,-1-1 0,0 0 1,1 1-1,-1-1 0,0 0 0,1 1 0,-1-1 1,1 0 310,5 1-9013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1:12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3 864,'0'0'4631,"0"0"-271,0 0-1692,0 0-652,0 0-221,0 0-627,0-2 84,0 5-759,0 65 2703,-1 31-184,10 70-3012,-5-118-126,-1-3-1977,2-18-3627,-2-22-2132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1:12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1776,'0'0'1075,"0"0"3189,0 0-1520,0 0-868,0 0-80,0 0-296,-4 2-369,2-1-1008,0 1 0,0-1 0,0 1-1,1-1 1,-1 1 0,0-1 0,1 1-1,-1 0 1,1 0 0,0 0 0,0 0 0,-1 0-123,0 4 302,0-1 0,0 1 0,0 0-1,0 0 1,1 2-302,-4 23 990,2 0-1,1 1 0,3 28-989,-1-21 390,0-33-363,1 0 0,-1 0 0,1-1-1,0 1 1,1 0 0,-1-1-1,1 1 1,0-1 0,0 0 0,1 1-1,0-1 1,0 0 0,0-1-1,0 1 1,1 0 0,0-1-1,0 0 1,0 0 0,0 0 0,1 0-1,1 0-26,1 1 33,1 0-1,0-1 0,1 0 1,-1 0-1,1-1 0,-1 0 1,1 0-1,0-1 1,0 0-1,0-1 0,0 0 1,0 0-1,1-1-32,3 0 9,-8 0 12,0 0 1,1 0-1,-1 0 0,0-1 1,2 0-22,-5 0 8,0 0 0,0 1 0,0-1 0,-1 0 0,1 0 1,0 0-1,0 0 0,-1-1 0,1 1 0,-1 0 0,1-1 0,-1 1 0,0-1 0,1 1 0,-1-1-8,5-7 38,0 0-1,-1 0 0,0-1 0,0 0 0,-1 0 0,0 0 0,-1 0 1,0 0-1,-1-1 0,0 1 0,-1-1 0,0 0 0,0 0 1,-2-8-38,1 6 37,1-1 96,-2-1 0,-1-14-133,1 24 30,-1 0-1,1-1 1,-1 1-1,0 0 1,0 0-1,0 0 1,-1 0-1,1 0 1,-4-3-30,1 1-8,0 0 0,0 0 0,-1 1 0,0 0 0,0 0 0,-1 0 0,1 1 0,-1 0 0,0 0 0,-1 1 0,1 0 0,-1 0 0,0 0 0,0 1 0,0 1 0,0-1 0,-1 1 0,1 1 0,-1-1 0,1 1 0,-1 1 0,-1 0 8,-4-1-89,10 1-75,-1-1-1,0 1 0,0 1 1,0-1-1,-1 1 165,5-1-89,0 0 0,0 1-1,0-1 1,0 0 0,0 1 0,0-1 0,0 1-1,0 0 1,0-1 0,0 1 0,0 0 0,0-1 0,0 1-1,0 0 1,0 0 0,1 0 0,-1 0 0,0 0-1,1 0 1,-1 0 0,1 0 0,-1 0 0,1 0 89,-3 9-1823,1-1 1,0 1-1,0 7 1823,1-10-1597,-2 13-4505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1:14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1040,'0'0'6266,"0"0"-1592,0 0-1956,0 0-594,0 0-370,0 0-610,0 0-1108,0 0 1,0 0-1,0-1 0,0 1 0,0 0 0,0 0 0,0 0 0,0 0 1,0 0-1,0-1 0,0 1 0,0 0 0,0 0 0,0 0 1,0 0-1,0 0 0,0-1 0,0 1 0,0 0 0,0 0 1,0 0-1,0 0 0,1 0 0,-1 0 0,0-1 0,0 1 1,0 0-1,0 0 0,0 0 0,0 0 0,0 0 0,0 0 0,1 0 1,-1 0-1,0 0 0,0 0 0,0 0 0,0 0 0,0 0 1,1 0-1,-1-1 0,0 1 0,0 0 0,0 0-36,1 2 128,0 0 0,0 0 0,0 0 0,0 0 0,0 0 0,-1 0 0,1 0 1,-1 0-1,1 0 0,-1 0 0,0 1-128,2 31 873,-1-24-604,0 14 112,-1 5-379,2-1 0,2 1 1,0-1-1,2 1-2,-6-27-134,1-1 0,-1 1 0,1 0 1,-1-1-1,1 1 0,0-1 0,0 1 0,0-1 0,0 0 1,0 1-1,0-1 0,0 0 0,0 1 0,0-1 0,0 0 1,1 0-1,-1 0 0,2 0 134,-1 1-768,0-1 0,1-1 1,-1 1-1,1 0 0,0-1 0,-1 1 0,1-1 1,0 1 767,14-1-8331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1:15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5129,'0'0'6826,"0"0"-4610,0 0-464,0 0 401,0 0-585,0 0-536,0 0 225,0 66-113,0-33-8,0 3-224,0 3-279,0-6-321,0 3-248,5-3-64,1-3-729,5-9-783,-2-9-2417,2-12-5529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1:16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36 1240,'0'0'919,"0"0"1880,0 0 1365,0 0-1369,0 0-661,0 0-310,-2-2-635,-2-5-725,1 8 331,3 16 882,0-4-1230,0 317 4138,1-298-4216,2 1 0,1-1 0,3 10-369,25 95 844,-12-53-428,6 32 401,-6 1 0,-6 1-817,38 719 2405,-45-687-2308,-3 261 246,-5-252-155,-5-8 74,-11 42-262,7-90 91,4-38-35,-31 357 148,35-311-106,1-50-1205,-2-2-3573,1-49 1429,-1-6-4551,0-4-4054</inkml:trace>
  <inkml:trace contextRef="#ctx0" brushRef="#br0" timeOffset="2388.075">721 33 992,'0'0'924,"0"0"1084,0 0 455,0 0-296,0 0-81,0 0-133,0-5-307,2-22 1127,-2 26-1641,0 1-112,0 0-130,0 0-132,0 0-104,0 0-106,0 0-93,0 0-88,0 0-73,0 0-80,0 0-24,0 0-51,0 0-3,0 0-7,0 2 29,-1 11 37,0-1 0,-2 1 0,1-1 0,-2 1 0,0-1 0,0 0 0,-1 0 0,-2 2-195,-10 28 326,-32 92 1067,6 3 1,-2 35-1394,-11 106 1535,13 2 1,-1 177-1536,40-122 744,4-214-585,11 149-133,16 46-26,-16-201-2,35 224 2,-11-95 0,-23-170 0,2 0 0,7 12 0,50 142 0,-70-224-644,1 0 1,-1 1-1,-1-1 0,1 1 1,-1 0-1,1 3 644,-3-7-5575,-3-2 732,-8-4-6947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1:33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363 308 1280,'0'0'311,"0"0"349,0 0 1915,0 0-61,0-4-801,2 1-1153,-1-1 1,0 1 0,1 0 0,0-1 0,-1 1 0,1 0 0,1 0-1,-1 0 1,0 0 0,1 0 0,0 0-561,0 0 355,0 1 1,-1-1-1,1 0 1,-1 0-1,0 0 1,0-1-1,0 1 1,0 0-1,-1-1 1,1 1-1,-1-1 1,0 1-1,0-1 1,0 0-1,-1 0 1,1 1-1,-1-1 0,0 0 1,0 0-1,0 0-355,0 2 3,0 0-1,0 0 0,0 0 1,-1 0-1,1 0 1,0 0-1,-1 0 0,0 0 1,1 0-1,-1 1 0,0-1 1,0 0-1,0 0 0,0 1 1,0-1-1,-1 0-2,-2-2-50,0 1-1,0-1 1,-1 1-1,1 0 1,-3-1 50,7 3-4,-8-3 30,0 0 1,-1 0-1,1 0 1,0 1-1,-1 0 0,0 1 1,0 0-1,0 0 1,0 1-1,0 0 1,0 1-1,-6 0-26,12 0 8,0 0 0,-1 0 0,1 1 0,0-1 0,0 1 0,0-1 1,0 1-1,0 0 0,0 0 0,0 0 0,0 1 0,0 0-8,-1 1 6,0 0-1,0 0 1,0 1 0,1 0 0,-1 0 0,1 0-1,-1 1-5,-4 5 8,1 0-1,0 0 0,1 1 0,0 0 0,1 0 0,0 0 0,1 1 0,0-1 0,0 1 0,1 0 0,1 1 0,0-1 0,1 0 0,0 3-7,1-2-7,-1-10-3,1 0 0,0 0 0,0 0 0,0 0 0,0 0 0,0 0 0,0 0 0,1 0-1,0 0 1,-1 0 0,1 0 0,0 0 0,1-1 0,-1 1 0,0 0 0,1 0 10,3 2-45,0 0 0,1-1-1,-1 0 1,1-1 0,0 1 0,0-1 0,0 0-1,0 0 1,0-1 0,1 1 0,-1-2 0,1 1-1,0-1 1,3 1 45,17 1-530,1-1 1,24-1 529,-46-1-64,1 1-16,1-2 0,-1 1 0,0-1 1,2 0 79,-7 0-4,0 1-1,1-1 1,-1 0 0,0 0 0,0 0 0,0 0 0,0 0-1,0-1 1,0 1 0,0-1 0,0 1 0,0-1 0,-1 1-1,1-2 5,1 0 32,0-1-1,-1 1 0,0-1 0,1 0 0,-1 0 0,-1 0 1,1 0-1,0 0 0,-1 0 0,0 0 0,0-3-31,1-5 298,-1 0-1,-1 0 0,0-6-297,0 1 232,0 16-198,-1 0-1,1-1 1,0 1-1,-1 0 0,1-1 1,0 1-1,-1 0 0,0 0 1,1-1-1,-1 1 1,0 0-1,0 0 0,1 0 1,-1 0-1,0 0 1,0 0-1,0 0 0,0 0 1,-1 1-1,1-1 1,0 0-1,0 0 0,0 1 1,0-1-1,-1 1 1,1-1-34,0 1 104,1 0-38,0 0-15,0 340 1651,0-194-9727,1-141 2675,1-4-1873</inkml:trace>
  <inkml:trace contextRef="#ctx0" brushRef="#br0" timeOffset="376.681">711 674 1144,'0'0'7609,"0"0"-3817,0 0-1338,0 0-252,0 0-436,0 0-587,0 0-311,0 0-144,0 0-108,1 2-204,0 5-107,0-1 1,0 1-1,0 0 0,-1 6-305,1 12 590,13 84 181,-1-5-5749,-12-84-1485</inkml:trace>
  <inkml:trace contextRef="#ctx0" brushRef="#br0" timeOffset="1480.322">318 1770 1008,'0'0'4812,"0"0"-1705,0 0-1117,0 0-263,0 0-129,0 0-515,0-19-362,0-57-50,0 69-493,0 1 0,-1 0 0,0 0 0,1 0 1,-2-2-179,1 7 68,1-1-1,-1 0 1,0 0 0,0 1 0,0-1 0,0 1 0,0-1 0,0 1 0,-1-1-68,-4-7 222,3 6-123,1-1 0,-1 1 0,0-1 0,0 1 0,0 0 0,-1 1 0,1-1 0,-1 0 0,1 1 0,-1 0-1,0 0 1,0 0 0,0 0 0,0 1 0,-1-1-99,-6-1 140,0 1 0,0 1 0,1 0 0,-1 0-1,-6 2-139,11-1 48,1 1 0,0-1 0,-1 2 0,1-1 0,0 0 0,0 1 0,0 0 0,0 0 0,0 1 0,0-1 0,0 1 0,1 0 0,0 0-1,-1 1 1,1-1 0,0 1 0,1 0 0,-2 1-48,-5 7 53,1 0 0,0 1 0,1 0-1,0 1 1,-5 12-53,8-15 2,1 1-1,1-1 0,0 1 0,0 0 0,1 1 1,1-1-1,0 0 0,1 0 0,0 1 0,0-1 1,2 5-2,-1-15-12,-1 0 0,1 1 0,-1-1 0,1 0 0,0 0 0,0 0 0,0 0 1,0 0-1,0 0 0,1-1 0,-1 1 0,0 0 0,1 0 0,-1-1 0,1 1 0,0-1 1,-1 0-1,1 1 0,0-1 0,0 0 0,0 0 0,0 0 0,0 0 0,0 0 0,0-1 1,0 1-1,3 0 12,6 1-118,0 0 0,0-1 0,0 0 0,0-1 0,1 0 118,-7 0-66,3 0-67,0 0 0,1-1 0,-1 0 0,0 0 0,0-1 0,0 0 0,1-1 133,-4 1-68,0 0 1,0 0-1,-1-1 1,1 0-1,-1 0 0,1 0 1,-1 0-1,0-1 1,0 0-1,-1 0 0,2-2 68,2-4 222,0 0 0,-1 0 0,0-1-1,-1 0 1,0 0 0,-1 0 0,0-1 0,-1 1-1,-1-1 1,1 0 0,-2 0 0,0 0-1,0 0 1,-1-1-222,0 13 325,0 0-104,0 0-99,0 0-119,0-1 0,0 1 0,0 0 0,1 0 0,-1 0 0,0 0 0,0 0 1,0 0-1,0 0 0,0 0 0,0 0 0,0 0 0,0 0 0,0 0 0,1 0 0,-1 0 0,0 0 0,0 0 0,0 0 0,0 0 0,0 0 0,0 0 0,0 0 0,1 0 0,-1 0 0,0 0 0,0 0 0,0 0 0,0 0 0,0 0 0,0 0 0,0 0 0,0 0 0,1 0 1,-1 0-1,0 0 0,0 0 0,0 0 0,0 0 0,0 0 0,0 1 0,0-1 0,0 0 0,0 0 0,0 0 0,0 0 0,0 0 0,0 0 0,1 0 0,-1 0 0,0 1 0,0-1 0,0 0 0,0 0 0,0 0 0,0 0 0,0 0 0,0 0 0,0 0 0,0 0 0,0 1 1,0-1-4,3 8 50,4 53 578,15 216 1606,-18-192-1910,0 55-1938,-4-138 1044,1 10-25,2-7-1867,2-3-4149,0-2-1903</inkml:trace>
  <inkml:trace contextRef="#ctx0" brushRef="#br0" timeOffset="2038.766">599 2313 2777,'0'0'2393,"0"0"2713,0 0-2048,0 0-863,0 0-175,0 0-314,0-9-621,0-69 554,0 76-1633,0 1 0,0 0 0,0-1-1,0 1 1,0 0 0,1-1 0,-1 1-1,1 0 1,-1-1 0,1 1 0,-1 0 0,1 0-1,0 0 1,-1-1 0,1 1 0,0 0-1,0 0 1,0 0 0,0 0 0,0 0-1,0 0 1,0 1 0,0-1 0,0 0 0,0 0-1,1 1 1,-1-1 0,0 1 0,0-1-1,1 1 1,0-1-6,4 0-25,1 0-1,0 0 1,0 0 0,0 1-1,6 1 26,-4-1 15,-7 0-15,0 0-1,0 0 1,0 0 0,0 0-1,-1 0 1,1 1-1,0-1 1,0 1 0,-1 0-1,1-1 1,0 1-1,-1 0 1,1 0 0,0 0-1,-1 0 1,1 0-1,-1 0 1,0 0 0,1 1 0,-1 0 0,1 0-1,-1 1 1,1-1 0,-1 1 0,0-1 0,0 1 0,0-1-1,0 1 1,0 0 0,-1 0 0,1-1 0,-1 3 0,1 0 21,0 0 1,-1 0-1,1 0 1,-1-1-1,-1 1 1,1 0-1,0 0 0,-1 0 1,0-1-1,0 1 1,-1 0-1,0-1 1,1 1-1,-1-1 1,-1 1-1,1-1 1,0 0-1,-1 0 1,0 0-1,-3 3-21,-42 38 665,32-30-458,-1 0 0,2 1 0,-1 3-207,16-19 1,-1 0 0,1 1 0,-1-1 0,1 1 0,0-1 0,-1 1 1,1-1-1,-1 1 0,1-1 0,0 1 0,0-1 0,-1 1 0,1-1 0,0 1 1,0-1-1,0 1 0,0-1 0,0 1 0,0 0 0,-1-1 0,1 1 0,1-1 0,-1 1 1,0-1-1,0 1 0,0 0 0,0-1 0,0 1 0,0-1 0,1 1 0,-1-1 1,0 1-1,0-1 0,1 1 0,-1-1 0,0 1 0,1-1 0,-1 1 0,0-1 1,1 1-1,-1-1 0,1 0 0,-1 1 0,1-1 0,-1 0 0,1 0 0,0 1-1,3 1-4,1-1 0,0 1-1,-1-1 1,1 0-1,5 1 5,3 0 6,14 4-126,-12-3-436,-1 1 1,0 0-1,0 0 1,4 4 555,-14-7-535,-1 1 1,0 0-1,1 0 1,-1 0-1,0 0 1,0 0-1,-1 1 1,1-1-1,0 1 1,-1 0-1,0 0 1,1 0-1,-1 0 1,0 0-1,-1 0 1,1 1-1,0-1 1,-1 0-1,0 1 535,1 13-5737</inkml:trace>
  <inkml:trace contextRef="#ctx0" brushRef="#br0" timeOffset="3025.856">301 3402 1216,'0'0'582,"0"0"579,0 0 664,0 0-425,0 0-326,0 0 28,9-1 237,29-4 238,-38 5-1350,1 0 0,0 0 0,0 0 0,-1-1 0,1 1 0,0 0 0,-1-1 0,1 1 1,0-1-1,-1 1 0,1-1 0,0 1 0,-1-1 0,1 0 0,-1 1 0,1-1 0,-1 1 0,1-1 0,-1 0 1,0 0-1,1 1 0,-1-1 0,0 0 0,1 0 0,-1 1 0,0-1 0,0 0 0,0 0 0,0 0 1,0 1-1,0-1 0,0 0 0,0 0 0,0 0 0,0 1 0,0-1 0,-1 0 0,1 0 0,0 1 0,-1-2-227,1-3 392,0 1-289,0-1-1,0 0 1,-1 0 0,1 1-1,-1-1 1,0 0 0,0 1-1,-2-4-102,2 5 12,-1 1 0,1 0 0,0 0 0,-1 0 0,0 0 0,1 1 0,-1-1 0,0 0 0,0 1 0,0-1 0,0 1 1,0 0-1,0-1 0,0 1 0,0 0 0,-1 0 0,1 1 0,0-1-12,-10-2 75,0 0 1,0 1 0,1 1 0,-1 0-1,0 0 1,0 1 0,0 0-1,0 1 1,-2 1-76,5 0 59,1 0 0,0 1 0,0 0-1,1 0 1,-1 0 0,0 1 0,1 0 0,0 1 0,0 0-1,1 0 1,-3 2-59,1 0 27,0 1 0,0 0-1,0 0 1,1 1-1,0 0 1,1 0 0,0 1-1,-1 1-26,5-4 1,-1 0 0,1 0 0,0 0 0,0 0 0,1 0 0,-1 5-1,2-9-19,-1 0 1,1 0-1,0 0 0,0 0 1,0 0-1,1 0 0,-1-1 1,0 1-1,1 0 0,0 0 0,0 0 1,0-1-1,0 1 0,0 0 1,0-1-1,1 1 0,-1-1 1,2 1 18,0 0-59,1 0 1,0-1 0,0 1 0,0-1 0,0 0 0,1 0 0,-1-1-1,0 1 1,1-1 0,0 0 0,-1 0 0,4 0 58,11 1-338,0 0 0,10-2 338,-8 0-508,0 0 0,0-2 1,0 0-1,14-4 508,-28 4-91,0 0-1,0 0 1,-1-1 0,1 0-1,-1 0 1,1-1 0,-1 0-1,0 0 1,0 0 0,-1-1 0,1 0-1,-1 0 1,0 0 0,0 0-1,2-5 92,-4 6 17,0-1 1,-1 0-1,1 0 0,-1 0 0,0 0 1,-1 0-1,1 0 0,-1 0 0,0-1 1,0 1-18,1-12 1168,-1-1 1,-1-8-1169,0 14 1044,0 12-693,0 0-46,0 0-88,0 0-105,0 0-86,-1 2 0,-8 51 535,1 0 0,3 1 1,2 12-562,3 129 784,0-153-4514,0 0-4053,0-42-2259</inkml:trace>
  <inkml:trace contextRef="#ctx0" brushRef="#br0" timeOffset="3659.435">638 3747 440,'0'0'5009,"0"0"-161,0 0-2264,0 0-761,0 0 29,0 0-464,-2-7-627,-7-21-253,9 27-484,0 1 0,0-1-1,-1 1 1,1 0-1,0-1 1,0 1-1,0 0 1,0-1-1,0 1 1,0-1-1,0 1 1,0 0 0,0-1-1,1 1 1,-1-1-1,0 1 1,0 0-1,0-1 1,0 1-1,0 0 1,1-1 0,-1 1-1,0 0 1,0-1-1,1 1 1,-1 0-1,0 0 1,0-1-1,1 1 1,-1 0-1,0 0 1,1-1 0,-1 1-1,0 0 1,1 0-1,-1 0 1,0 0-1,1-1 1,-1 1-1,1 0-23,13 0 269,-13 0-213,15 0 130,-9-1-136,1 1 1,-1 0-1,0 1 1,1 0-1,-1 0 1,0 0-1,1 1-50,-6-1-2,0-1 1,0 1-1,-1 0 0,1 0 0,0 0 1,-1 0-1,1 0 0,-1 1 1,1-1-1,-1 0 0,0 1 0,0-1 1,1 1-1,-1-1 0,0 1 0,0 0 1,-1-1-1,1 1 0,0 0 0,0 0 1,-1-1-1,1 1 0,-1 0 1,0 0-1,1 0 0,-1 0 0,0 0 1,0 0-1,0 0 0,0 0 2,0 0-13,0 3-14,0 0 0,-1 0-1,1-1 1,-1 1-1,0 3 28,0-6 6,0 0 1,1-1-1,-1 1 0,0 0 0,0-1 0,0 1 0,0 0 0,-1-1 0,1 0 0,0 1 1,0-1-1,-1 0 0,1 0 0,-1 1 0,1-1 0,-2 0-6,-7 4 77,-1 0 0,0-1 0,1 0 0,-2-1 0,1 0 0,-1-1-77,-13 5 84,95 18-823,-54-18 741,1 2 0,-1-1 0,-1 2 0,7 5-2,-18-12 38,0-1 0,-1 1-1,1 1 1,-1-1 0,0 0 0,0 1-1,0 0 1,0-1 0,0 1-1,-1 0 1,0 1 0,0-1 0,0 0-1,0 0 1,-1 1 0,0-1-1,0 1 1,0 0 0,0-1 0,-1 1-38,1-3 25,-1-1 0,0 1 0,0 0 0,0 0 0,0-1 0,0 1 0,-1 0 0,1-1 0,0 1 1,-1 0-1,1-1 0,-1 1 0,1-1 0,-1 1 0,0-1 0,0 1 0,0-1 0,0 1 0,0-1 1,0 0-1,0 1 0,0-1 0,-1 0 0,1 0 0,0 0 0,-1 0 0,1 0 0,-1 0 0,1-1 1,-1 1-1,1 0 0,-1-1 0,0 1-25,-7 2-519,1 0 1,-1 0 0,1-1-1,-1 0 1,0-1 0,0 0-1,0-1 1,0 1 0,-5-2 518,-17 1-5805</inkml:trace>
  <inkml:trace contextRef="#ctx0" brushRef="#br0" timeOffset="4761.003">1215 80 880,'0'0'539,"0"0"464,0 0 2594,0 0-1393,0 0-564,0 0 294,-10-12-52,-30-39-254,34 44-1981,-1-2 3041,7 10 1618,2 5-2938,197 866 3905,-141-638-3321,-1 59-1952,-35-119 886,-5 52-886,-8 171 796,-12-168-252,-11 26-544,-101 642 0,107-840-200,-3-2 0,-2 0 0,-3 0 0,-4 4 200,20-58-153,-1 0 0,1 0 1,-1 0-1,1 1 0,-1-1 1,1 0-1,-1 0 0,0-1 1,1 1-1,-1 0 0,0 0 0,0 0 1,0 0-1,0-1 0,0 1 1,0 0-1,0-1 0,0 1 153,-1 0-892,-1-1 0,1 1-1,0-1 1,-1 0 0,1 0-1,0 0 1,-3 0 892,-1 0-2133,-6 0-8032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1:11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2600 1460 1120,'0'0'1311,"0"0"2686,0 0-836,0 0-691,0 0-105,0 0-223,0 0-1984,0 0 0,-1 0 0,1 0 0,0 0 0,-1 0 0,1 0 0,-1 0 0,1 0 0,0 0 0,0 0 0,-1 1-1,1-1 1,0 0 0,-1 0 0,1 0 0,0 1 0,-1-1 0,1 0 0,0 0 0,0 1 0,0-1 0,-1 0 0,1 0 0,0 1 0,0-1 0,0 0 0,-1 1-1,1-1 1,0 0 0,0 1 0,0-1 0,0 0 0,0 1 0,0-1 0,0 1-158,-2 203 3109,1 3-4979,1-205 1523,0 0-1,0 0 1,0 0 0,0 0-1,0 0 1,0-1-1,1 1 1,-1 0 0,1 0-1,-1 0 1,1 0 0,0-1-1,0 1 1,0 0-1,0-1 1,0 1 0,0-1-1,0 1 1,0-1 347,11 7-7275</inkml:trace>
  <inkml:trace contextRef="#ctx0" brushRef="#br0" timeOffset="2727.18">2477 3017 808,'0'0'1092,"0"0"1520,0 0 398,0 0-845,0 0-334,0 0 115,-11 3-257,-33 13-545,43-15-1106,0-1 1,0 1-1,0-1 0,0 1 1,0-1-1,0 1 1,0-1-1,0 1 0,0 0 1,0 0-1,1-1 1,-1 1-1,0 0 0,0 0 1,1 0-1,-1 0 1,1 0-1,-1 0 0,1 0 1,-1 0-1,1 0 1,0 0-1,-1 0 0,1 0 1,0 0-1,0 0 1,0 0-1,0 0 0,0 0 1,0 0-1,0 1-38,0 2 155,-2 16 405,1-1 0,1 1 0,1-1 0,2 11-560,-2-26 39,0 0 0,1 1 0,0-1 0,0 0 0,0 1 0,0-1 0,1-1 0,0 1 0,-1 0 0,1 0 0,1-1 0,-1 0 0,0 0 0,1 0 1,0 0-1,1 1-39,1 0 13,0 0 0,0-1 0,0 0 0,0 0-1,0-1 1,1 1 0,-1-1 0,1-1 0,0 1 0,6 0-13,-9-2 4,7 1 1,0-1-1,1 0 0,3-1-4,-12 1 7,0 0 1,0-1-1,0 0 0,0 0 0,0 0 0,0 0 1,0 0-1,0 0 0,0-1 0,-1 1 0,1-1 0,-1 0 1,1 0-1,0 0-7,3-5 35,0 1 0,-1 0 0,0-1 0,0 0 0,0-1 1,-1 1-1,0-1 0,0 1 0,-1-1 0,2-7-35,-2 4 219,0-1 0,-1 0 0,-1-1-1,0 1 1,-1 0 0,0 0 0,-1-4-219,0 12 72,0 0 0,0 0-1,0 0 1,0 0 0,-1 0 0,0 0 0,0 0 0,0 0-1,0 1 1,-1-1 0,0 1 0,1 0 0,-1 0 0,0 0-1,0 0 1,-1 0 0,1 1 0,-1-1 0,-2 0-72,-4-3 2,1 0 0,-1 1 1,-1 0-1,1 1 0,-1 0 1,-10-2-3,15 5-266,-1 0-1,0 0 1,0 1 0,-6 0 266,8 0-374,4 0 248,0 0 0,1 0-1,-1 1 1,0-1 0,0 0 0,1 1 0,-1-1 0,0 0 0,1 1 0,-1-1-1,0 1 1,1-1 0,-1 1 0,1-1 0,-1 1 0,0-1 0,1 1 0,0 0 0,-1-1-1,1 1 1,-1 0 0,1-1 0,0 1 0,-1 0 0,1 0 0,0-1 0,0 1-1,0 0 1,-1 0 0,1-1 0,0 1 0,0 0 0,0 0 0,0 0 0,1-1 126,0 32-4712,-1-31 4322,1 1-182,-1 0 1,0-1-1,1 1 0,-1 0 0,1 0 0,0 0 0,-1-1 0,1 1 0,0 0 572,12 11-6194</inkml:trace>
  <inkml:trace contextRef="#ctx0" brushRef="#br0" timeOffset="35827.604">94 256 992,'0'0'3352,"0"0"788,0 0-1570,0 0-724,0 0-83,0 0-157,-1-4-385,1 2-1624,-3-12 2832,2 12-783,0 11-994,1 251 1687,0-528-3204,1 255 833,0 0 1,0-1-1,1 1 1,1 0-1,1 0 1,-1 0-1,2 0 1,0 0-1,4-6 32,-6 12-16,1 0 1,0 1-1,0-1 0,1 1 0,0 0 0,0 0 0,0 0 0,1 1 0,0-1 0,0 1 1,0 1-1,1-1 0,-1 1 0,1 0 0,0 1 0,7-3 16,-7 4-23,-1 1 0,1 0 0,0 1 0,-1-1 0,1 1 0,4 1 23,3-1-22,-11 1 18,0-1 0,0 1 0,-1 0 0,1 0-1,0 0 1,-1 0 0,1 0 0,-1 1 0,1-1 0,-1 1-1,0-1 1,1 1 0,-1 0 0,0 0 0,0 0 0,0 0-1,-1 0 1,1 1 0,0-1 0,-1 1 0,2 2 4,2 4 11,-1 0-1,1 1 1,-1-1 0,-1 1 0,1 4-11,2 13 227,-1-1 0,-2 0 0,1 20-227,-4 82 578,0-66-430,0-4 69,0-32-8793,-1-26 2814,-3-3 2315,-8-12-1373</inkml:trace>
  <inkml:trace contextRef="#ctx0" brushRef="#br0" timeOffset="36179.6">175 370 1040,'0'0'855,"0"0"1063,0 0 757,0 0-498,0 0-336,0 0 122,-3-3-70,-12-11-333,11 10-326,4 4-195,0 0-118,0 0-217,0 0-130,0 0-120,48 0 427,-9-1-1345,22 3 464,-60-2-110,0 0 0,0 0-1,0 0 1,0 0 0,0 1 0,1-1 0,-1 0 0,0 1 0,0-1 0,0 0 0,0 1 0,-1-1 0,1 1 0,0 0 0,0-1 0,0 1 0,0 0 0,0-1 0,-1 1 0,1 0 0,0 0 0,-1 0 0,1 0 110,0 2-1025,0-1 1,0 1-1,-1-1 1,1 1-1,-1-1 0,0 1 1,0-1-1,0 1 1,0 0 1024,0 6-7281</inkml:trace>
  <inkml:trace contextRef="#ctx0" brushRef="#br0" timeOffset="37441.429">15 1862 928,'0'0'1414,"0"0"2601,0 0-601,0 0-864,0 0-353,0 0-162,0-4-544,0-6-990,0 7 74,0 7 1559,0 229 1557,-2-333-4442,2-63 181,1 151 514,0 1 1,1-1-1,1 0 1,0 1-1,0-1 1,1 1-1,1 0 1,0 0-1,0 1 1,1-1-1,1 1 1,0 1 0,4-6 55,-5 8-50,-1 0 1,1 1-1,1 0 1,-1 0-1,1 1 1,0 0 0,0 0-1,0 0 1,1 1-1,-1 0 1,1 1-1,0 0 1,0 0 0,1 0-1,-1 1 1,1 1-1,-1-1 1,1 1-1,1 1 50,-8-1-37,0 1 0,1 0-1,-1 0 1,1 1 0,-1-1 0,0 0-1,1 1 1,-1 0 0,0-1-1,1 1 1,-1 0 37,-1 0-13,0 0 0,0 0 0,0 0-1,0 0 1,0 0 0,-1 0 0,1 1 0,0-1 0,-1 0-1,1 0 1,-1 0 0,1 1 0,-1-1 0,0 0 0,1 1-1,-1-1 1,0 0 0,0 1 0,0-1 0,0 1 0,0-1 13,1 19-7,-1 1 0,0-1 1,-2 0-1,0 0 1,-2 0-1,-1 7 7,2-19-4,1 0-1,-1 0 0,0-1 0,0 1 1,-1-1-1,0 0 0,0 0 0,-1 0 1,0 0-1,0-1 0,-1 0 0,0 0 1,0 0-1,0-1 0,0 0 0,-1 0 1,-1 0 4,-1 0 12,-3 2 166,12-4-162,8 0-138,7 0 133,0 1 0,0 0 0,0 2 0,0 0 1,-1 0-1,13 8-11,-22-11-6,0 0 0,-1 0 0,0 1 0,1-1 0,-1 1 0,0 0 0,-1 0 0,1 1 0,-1-1 1,1 1-1,-1-1 0,-1 1 0,1 0 0,-1 0 0,0 0 0,0 0 0,0 1 0,-1-1 0,0 1 0,0-1 0,0 3 6,-1-5-1,1 7 72,0 1 0,-2-1 1,0 7-72,1-13 28,-1-1 0,0 0 0,1 0 0,-2 0 1,1 0-1,0 0 0,0 0 0,-1 0 0,0 0 0,1 0 1,-1-1-1,0 1 0,-1 0-28,-6 5 97,0 0-1,0 0 1,0-1-1,-1-1 1,0 1 0,0-2-1,0 1 1,-1-2 0,0 1-1,0-1 1,0-1-1,-4 1-96,-5 0 155,0-1 0,0-1-1,0 0 1,0-2-1,-1 0 1,-15-3-155,35 3-46,0 0 0,-1 0 0,1-1 0,0 1-1,0 0 1,-1-1 0,1 1 0,0-1 0,0 0 0,-1 1-1,1-1 1,0 0 0,0 0 0,0 1 0,0-1 0,0 0 0,0 0-1,0-1 47,0 1-130,0-1-5609,6 4-24,-5-2 5783,13 8-6873</inkml:trace>
  <inkml:trace contextRef="#ctx0" brushRef="#br0" timeOffset="38396.041">490 3089 1040,'0'0'3462,"0"0"1343,0 0-1785,0 0-1032,0 0-314,0 0-406,0 0-440,-1-9 1341,-1 6-1977,0 1 1,-1-1-1,0 1 0,0 0 1,0 0-1,0 0 1,0 0-1,0 1 1,0-1-1,-2 0-192,-3-2 287,0 1-200,-1-1 0,0 2 1,0-1-1,0 1 0,0 0 0,-1 1 1,1 0-1,0 0 0,-1 1 0,-7 1-87,13-1 37,0 0-16,0 1-1,0 0 0,1-1 1,-1 1-1,0 1 0,1-1 1,-1 0-1,1 1 0,0 0 1,-1 0-1,1 0 0,0 0 1,0 0-1,0 1 0,0-1 1,0 2-21,-8 7 80,1 1 0,0 0 0,-2 4-80,5-5 69,-1 1 1,1 0 0,1 0-1,0 1 1,1-1 0,0 1-1,1 0 1,1 1-1,0-1 1,1 1 0,0-1-1,1 1 1,0 0 0,1 3-70,0-15 31,1 1 1,-1 0 0,0 0 0,1 0 0,0 0-1,-1 0 1,1-1 0,0 1 0,1 0-1,-1-1 1,0 1 0,1 0 0,-1-1-1,1 0 1,0 1-32,2 1 43,0 0 0,0-1 0,0 1 0,0-1 0,0 0 0,1 0 0,-1 0 0,2 0-43,8 3 80,0-1 0,-1 0 1,2-1-1,-1 0 0,11 1-80,31 1 30,0-2 0,0-3-1,9-2-29,8 0-622,-73 1 238,0 0-246,11 3-6467,-8 0 295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2:25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31 656,'0'0'639,"0"0"-351,0 0-195,0 0-66,0 0 9,2-1 75,-1 1-38,-1 0 1,1 0-1,-1 0 0,1-1 1,-1 1-1,1 0 1,-1 0-1,1 0 0,-1-1 1,1 1-1,-1 0 1,1-1-1,-1 1 1,0 0-1,1-1 0,-1 1 1,1 0-1,-1-1 1,0 1-1,1-1 1,-1 1-1,0-1 0,0 1 1,1-1-74,0-16 4223,-1 13-3209,0 4-437,0 0-89,0 0 68,0 0 86,0 0-21,0 0 7,0 0 26,0 0-11,0 0 11,0 0 92,0 0 41,0 0-23,0 0-24,0 0-44,0 0-69,0 0-46,0 0-88,0 0-139,0 0-87,-17 0 1297,16 1-1548,-1 0-1,1-1 1,-1 1-1,1 0 0,0 0 1,0 0-1,0 0 1,-1 1-1,1-1 0,0 0 1,0 0-1,1 1 1,-1-1-1,-1 2-15,-10 22 109,11-23-95,-22 59 385,3 1 0,2 1-1,3 1 1,-2 31-399,7-13 332,3 0-1,4 0 1,7 64-332,-2-118 64,2 0 1,1 0 0,1 0-1,1-1 1,2 2-65,53 132 120,-53-139-122,20 47 56,8 18 46,12 52-100,-31-82 62,14 53 257,-28-96-316,1 0 0,0 0-1,0-1 1,2 0 0,4 8-3,-11-21-64,0 1 0,0-1 1,0 0-1,0 0 0,0 0 1,0 0-1,0 0 1,0 0-1,0 0 0,0 0 1,0 1-1,0-1 1,0 0-1,0 0 0,0 0 1,0 0-1,1 0 1,-1 0-1,0 0 0,0 0 1,0 0-1,0 0 1,0 0-1,0 1 0,0-1 1,0 0-1,0 0 0,0 0 1,0 0-1,1 0 1,-1 0-1,0 0 0,0 0 1,0 0-1,0 0 1,0 0-1,0 0 0,0 0 1,0 0-1,1 0 1,-1 0-1,0 0 0,0 0 1,0 0-1,0 0 0,0 0 1,0 0-1,0 0 1,0 0-1,0 0 0,1 0 1,-1-1-1,0 1 1,0 0-1,0 0 0,0 0 1,0 0-1,0 0 1,0 0-1,0 0 0,0 0 1,0 0-1,0 0 1,0 0-1,0-1 0,0 1 64,2-8-5668,-2-13-3314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2:26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1112,'0'0'1056,"0"0"1714,0 0 248,0 0-560,0 0-305,0 0-137,0-7 2638,0 22-3815,0 1 0,2 0 0,0-1 0,0 1 0,3 6-839,0-4-71,11 33-1046,-6-28-2109,4-3-3303,-3-12-383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2:28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16 2024,'0'0'1359,"0"0"3048,0 0-1105,0 0-1401,0 0-384,0 0-102,0-4-470,0-8-254,0 24 776,0 28 748,-1-7-1284,0-22-1011,0 1 0,1 0 0,1 0 0,0 0 0,0 0 0,1-1 0,2 4 80,9 25-6655,-7-27 922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2:26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16 1088,'0'0'2059,"0"0"2774,0 0-1373,0 0-830,0 0-276,0 0-499,0-4-571,0-8 848,0 13-2098,-1 30 712,2 1 0,1-1 0,1 0 0,2 0 0,2 2-746,0-8-637,4 14-1622,-7-12-4027,-4-13-2773</inkml:trace>
  <inkml:trace contextRef="#ctx0" brushRef="#br0" timeOffset="1980.517">2 715 1072,'0'0'1006,"0"0"1513,0 0 518,0 0-709,0 0-535,0 0-193,0-3-389,0 3 591,0 7-457,-1 21 326,1-4 103,2 18-1774,-1-37 26,0 0 0,0 0 1,1-1-1,-1 1 0,1 0 1,0-1-1,1 1 0,-1-1 1,1 0-1,0 0 0,0 0 1,0 0-1,0 0 0,1-1 1,0 1-1,-1-1 0,1 0 1,0 0-1,1-1 0,-1 1 1,0-1-1,1 0 0,-1 0 0,1 0 1,0-1-1,0 1 0,0-1 1,-1-1-1,1 1 0,4 0-26,8-1 29,-6 0-46,0 1-1,-1-2 0,1 0 1,0 0-1,0-1 0,3-1 18,-12 2 12,1 1 0,-1-1-1,0 0 1,1-1 0,-1 1-1,0 0 1,0-1 0,1 1-1,-1-1 1,0 0 0,-1 0-1,1 1 1,0-1 0,0 0-1,-1-1 1,1 1-1,-1 0 1,0 0 0,0-1-1,0 1 1,0-1 0,0 1-1,0-1 1,0 1 0,-1-1-1,1 1 1,-1-1 0,0-1-12,1-8 421,0 0-1,-2-11-420,1 20 49,-1-1 0,1 1 0,-1-1 0,0 1 0,0 0 0,0-1 0,0 1 0,0 0 0,-1 0 0,0 0 0,1 0 0,-2 0-49,-6-10 55,-2 1 0,1 0-1,-2 1 1,1 0 0,-2 1-1,1 0 1,-13-7-55,23 16-172,0 0 0,0 0 0,0 0 0,1 1-1,-1-1 1,0 0 0,0 1 0,0-1 0,-1 1 0,1 0 0,0 0 0,0 0-1,0 0 1,0 0 0,0 0 0,0 0 0,0 1 0,0-1 0,0 1 0,0-1-1,0 1 1,0 0 0,0 0 0,0 0 172,-4 3-1256,0 0 1,0 1-1,1-1 1,0 1-1,0 0 1,-1 1 1255,4-3-450,-20 19-5540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2:25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1064,'0'0'1298,"0"0"2415,0 0-777,0 0-754,0 0-227,0 0-86,0-6-292,0 0-2270,0-8 3767,0 10 215,0 16-2289,1 12-864,1-1 0,3 12-136,-1-12-445,-1 1 0,-1 11 445,-1 15-3760,1-5-4538,-2-31 1343</inkml:trace>
  <inkml:trace contextRef="#ctx0" brushRef="#br0" timeOffset="1818.478">8 664 1216,'0'0'2203,"0"0"1436,0 0-1086,0 0-602,0 0-31,0 0-207,1-6-435,1-16-322,-2 17-176,0 5-40,0 0-7,0 0-67,0 13 413,2 11-796,1 0 0,1-1 0,0 1 0,6 12-283,-1 0-1645,-8-32 1098,0 0-1,0-1 1,1 1 0,0 0 0,-1 0-1,1-1 1,1 1 547,11 13-5747,-5-10-332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2:31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19 672,'0'0'6131,"0"0"-1646,0 0-1937,0 0-442,0 0-53,0 0-583,1-4-757,-1 3-665,2-11 127,-2 12-168,0 0 0,0 0 0,0 0 1,0 0-1,0 1 0,0-1 1,0 0-1,0 0 0,0 0 0,1 0 1,-1 0-1,0 0 0,0 0 0,0 0 1,0 1-1,0-1 0,0 0 1,0 0-1,1 0 0,-1 0 0,0 0 1,0 0-1,0 0 0,0 0 1,0 0-1,1 0 0,-1 0 0,0 0 1,0 0-1,0 0 0,0 0 0,0 0 1,1 0-1,-1 0 0,0 0 1,0 0-1,0 0 0,0 0 0,0 0 1,1 0-1,-1-1 0,0 1 0,0 0 1,0 0-1,0 0 0,0 0 1,0 0-1,0 0 0,0 0 0,1 0 1,-1-1-1,0 1 0,0 0 1,0 0-1,0 0 0,0 0 0,0 0 1,0 0-1,0-1 0,0 1 0,0 0-7,9 20 571,-1 0-1,-1 1 1,0 4-571,4 11 465,12 34 222,32 102 1257,2 41-1944,20 196 817,-61-283-508,-5 0 0,-5 37-309,-6-139 62,0 29 106,-1 1 1,-3-2-1,-8 41-168,0-39-35,-5 20-963,10-25-3225,6-36-2348,1-11 3288,0-1-5324</inkml:trace>
  <inkml:trace contextRef="#ctx0" brushRef="#br0" timeOffset="922.727">777 152 1088,'0'0'4705,"0"0"-617,0 0-1664,0 0-499,0 0-22,0 0-434,0-3-438,0-9-141,0 11-856,0 1 0,0 0 0,0 0 1,0 0-1,0 0 0,0 0 0,0 0 0,0 0 1,0 0-1,0 0 0,0-1 0,0 1 0,-1 0 0,1 0 1,0 0-1,0 0 0,0 0 0,0 0 0,0 0 1,0 0-1,0 0 0,0 0 0,0 0 0,0 0 1,0-1-1,0 1 0,0 0 0,0 0 0,-1 0 0,1 0 1,0 0-1,0 0 0,0 0 0,0 0 0,0 0 1,0 0-1,0 0 0,0 0 0,0 0 0,-1 0 0,1 0 1,0 0-1,0 0 0,0 0 0,0 0 0,0 0 1,0 0-1,0 0 0,0 0 0,0 0 0,0 0 1,-1 0-1,1 1 0,0-1 0,0 0 0,0 0 0,0 0 1,0 0-1,0 0 0,0 0 0,0 0 0,0 0 1,0 0-1,0 0 0,0 0 0,0 0 0,0 1 1,0-1-1,0 0-34,-5 5 407,-11 20 192,2 0 1,1 1 0,1 1 0,-7 25-600,-5 25 1150,1 15-1150,-15 81 2812,-8 115-2812,38-192 1007,3 36-1007,6 98 508,0-194-467,5 57 79,4-1-1,13 47-119,-22-133-139,20 98 38,-10-61-3926,-10-40 2972,-1-2-8230,0-1 16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2:30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64 1008,'0'0'4188,"0"0"-1056,0 0-1359,0 0-625,0 0 47,0 0-176,0 1-254,-1 19 1018,1-3-489,0 1 0,2 4-1294,-1-16 122,-1-1 0,1 0 0,1 0-1,-1 0 1,1 0 0,0-1-1,0 1 1,0 0 0,3 3-122,-2-3 42,1 0 0,-1-1 0,1 1 0,0-1-1,0 0 1,0 0 0,0 0 0,1-1 0,0 1 0,0-1 0,0-1 0,0 1 0,0 0 0,0-1 0,1 0-1,-1-1 1,1 1 0,-1-1 0,1 0 0,0 0 0,-1-1-42,4 1-1,0 0-8,0-1-1,1 1 1,-1-2 0,0 1-1,5-2 10,-12 1 5,1 1 1,-1-1-1,1 0 0,-1 0 0,0 0 0,1 0 0,-1 0 0,0 0 1,0-1-1,0 1 0,0-1 0,0 0 0,0 1 0,-1-1 0,1 0 1,0 0-1,-1 0 0,1 0 0,-1 0 0,0-1 0,0 1 0,0-1-5,2-6 152,-1 0-1,0 0 0,0 0 1,-1-1-1,0 1 0,-1 0 0,0-1 1,-1 1-1,0-3-151,0 8 48,0 0 1,0 0-1,0-1 0,0 1 1,-1 0-1,1 0 1,-1 0-1,0 0 0,-1 1 1,1-1-1,-1 0 0,1 1 1,-1 0-1,0 0 0,0 0 1,0 0-1,-2-1-48,-3-2-36,0 0 1,0 1-1,0 0 0,-1 1 1,1 0-1,-1 0 0,-3-1 36,-1 2-596,0 0-1,0 1 0,0 0 1,-1 1-1,1 0 1,-9 2 596,21-1-144,0 0 0,1 0 0,-1 0 1,0 1-1,0-1 0,0 0 0,0 1 0,0-1 0,0 1 1,1-1-1,-1 1 0,0-1 0,0 1 0,1-1 1,-1 1-1,0 0 0,1-1 0,-1 1 0,0 0 1,1 0-1,-1-1 0,1 1 0,0 0 0,-1 0 1,1 0-1,0 0 0,-1 0 0,1 0 144,-6 29-3601,6-24 2667,-4 24-3244,1-2-853</inkml:trace>
  <inkml:trace contextRef="#ctx0" brushRef="#br0" timeOffset="459.51">584 76 1568,'0'0'680,"0"0"2121,0 0 1367,0 0-1312,0 0-694,0 0-326,0-5-518,0-13-424,0 14-130,0 4-69,0 0-74,0 0-158,0 2-75,-1 40 600,2 52 471,0-77-2461,1-1 0,0 0-1,1 1 1,3 8 1002,0-15-3258,-1-7-2311,-2-2-2071</inkml:trace>
  <inkml:trace contextRef="#ctx0" brushRef="#br0" timeOffset="794.756">952 1 1568,'0'0'1205,"0"0"3140,0 0-1584,0 0-1204,0 0 40,0 0 284,0 5-127,0 54 1726,0 60 17,6-43-10521,-6-68-459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2:44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5 624,'0'0'4664,"0"0"-27,0 0-1626,0 0-837,0 0-308,0 0-355,0-5 1412,-1 14-2545,0 0-1,-1 0 1,0 0 0,-1 0-1,0-1 1,0 1 0,-2 2-378,-6 18 479,-16 58 382,3 3-1,5 0 1,-6 69-861,11-3 1478,5 125-1478,9 224 636,0-472-931,2 0 0,1 0 0,1-1 0,2 1 0,2-1 0,7 21 295,-14-50-475,0 0 1,0 0-1,-1 0 0,1 0 0,-1 0 1,0 0-1,0 0 0,0 1 475,0 2-2592,0-5-3266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2:39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94 600,'0'0'1096,"0"0"1164,0 0 1156,0 0-1234,0 0-630,0 0 41,1-7-101,1-19-346,-2 20-308,0 4 3102,0 7-3107,-8 172-319,-1 8-833,10-184 302,-1 0 0,0-1 0,0 1 0,1 0 0,-1-1 0,1 1 0,-1 0 0,0-1 0,1 1 0,-1-1 0,1 1 0,0 0 0,-1-1 0,1 1 0,-1-1 0,1 0 0,0 1 0,-1-1 0,1 1 0,0-1 0,0 0 0,-1 0 1,1 1-1,0-1 0,0 0 0,0 0 17,24 5-131,-21-4 88,17 1-474,0-1-1,17-1 518,-14 0-1040,-23-1 933,0 1-1,-1-1 1,1 1-1,-1-1 0,1 1 1,-1-1-1,1 1 1,-1-1-1,1 1 1,-1-1-1,1 0 0,-1 1 1,0-1-1,1 0 1,-1 1-1,0-1 1,0 0-1,1 0 0,-1 1 1,0-1 107,5-17-2762,-5 17 2215,3-25-4195,-6-12 5968,-2 14 2977,4 21-1609,0 6 202,0 8-1494,6 202 1944,-5-176-3155,1-1-1031,1-13-2686,-1-17-939,-1-5-2187</inkml:trace>
  <inkml:trace contextRef="#ctx0" brushRef="#br0" timeOffset="1579.901">1 874 1120,'0'0'1489,"0"0"2787,0 0-1418,0 0-940,0 0-289,0 0-307,-1-12 4444,3 3-5341,0 6-437,0 0 0,1 1-1,-1-1 1,1 1 0,0-1 0,0 1-1,0 0 1,0 0 0,0 0 0,0 0-1,0 0 1,2 0 12,2 0-37,0-1 1,-1 1-1,1 1 0,0-1 0,6 0 37,-10 2-86,0-1-1,0 1 1,0 0-1,0 0 1,0 0-1,0 0 1,0 1-1,0-1 1,0 1-1,2 0 87,-4 0-52,0-1-1,0 1 0,0 0 0,0 0 1,0 0-1,-1 0 0,1 0 1,0 0-1,0 0 0,-1 0 0,1 1 1,0-1-1,-1 0 0,1 0 0,-1 0 1,0 1-1,1-1 0,-1 0 1,0 1-1,0-1 0,0 0 0,0 1 1,0 0 52,1 9-99,0 1 0,-1-1 1,0 0-1,-2 6 99,1-13-1,0 1 1,0-1-1,0 1 0,-1-1 0,0 1 0,1-1 0,-2 0 0,1 0 0,0 0 0,-1 0 1,-3 3 0,-47 44 94,53-50-72,0-1 28,0 0 12,0 0-12,0 0-38,0 0-61,18 0-210,7-1 225,-15 0-34,0 1-1,1 0 0,-1 1 0,10 1 69,-17-1-30,0 0 1,0 0-1,0 0 0,0 0 1,-1 0-1,1 0 0,0 1 0,-1-1 1,1 1-1,-1 0 0,0 0 1,1 0-1,-1 0 0,0 0 1,0 0-1,0 1 0,-1-1 0,1 1 1,0 0 29,0 2 43,1 0 0,-1 0 1,0 1-1,-1-1 0,0 1 1,1-1-1,-2 1 0,1-1 1,-1 1-1,1 0 0,-2-1 1,1 2-44,0-6 63,0 1 1,0-1 0,-1 1 0,1 0-1,0-1 1,-1 1 0,1-1 0,-1 1-1,1-1 1,-1 1 0,0-1-1,0 0 1,0 1 0,0-1 0,0 0-1,0 0 1,0 0 0,-1 1-64,-1 1 148,0-1 0,0 0 0,0 0 1,0 0-1,-1-1 0,1 1 0,0-1 1,-3 1-149,-4 1 244,0-1 0,0 0 0,0-1 0,0 0 0,-8 0-244,-30-1-1816,38 0-2765,0 0-3967,10 0 2320</inkml:trace>
  <inkml:trace contextRef="#ctx0" brushRef="#br0" timeOffset="2505.872">237 1459 80,'0'0'1147,"0"0"-578,0 0 366,0 0 1587,0 0-317,0 0-381,0-6 127,0-16 0,-1 22-1806,1 0-1,0-1 1,0 1 0,0 0-1,0-1 1,0 1 0,-1 0-1,1-1 1,0 1 0,0 0-1,-1 0 1,1-1 0,0 1-1,0 0 1,-1 0 0,1-1-1,0 1 1,-1 0-1,1 0 1,0 0 0,-1 0-1,1 0 1,0-1 0,-1 1-1,1 0 1,0 0 0,-1 0-1,1 0 1,0 0 0,-1 0-1,1 0-144,-14 1 1287,11-1-858,-9-1 127,9 1-460,0-1 0,-1 1-1,1 0 1,-1 0 0,1 0 0,-1 0 0,1 1-1,0-1 1,-1 1 0,1 0 0,-1 0-96,0 3 95,0 0-1,0-1 1,0 1 0,0 1-1,0-1 1,1 1 0,0-1 0,0 1-1,-1 2-94,-3 8 376,0 0 0,-3 10-376,5-9 71,0 0-1,1 0 1,1 1-1,1-1 1,0 1-1,1 0 1,1 0-1,1-1 1,1 6-71,-2-18-33,1-1 0,0 0 1,0 0-1,0 0 0,1 0 0,-1 0 0,1 0 0,-1 0 1,1 0-1,0-1 0,0 1 0,0-1 0,1 1 1,-1-1-1,1 0 0,-1 0 0,1 0 0,0 0 1,1 1 32,0-1-72,1 1 1,0-1 0,0 1-1,1-1 1,-1-1-1,0 1 1,1-1 0,-1 0-1,1 0 1,-1-1 0,2 1 71,4-1-53,-6 0 65,0 0-1,0 0 1,0 0-1,0-1 1,0 1-1,0-1 1,1-1-12,-4 1 6,-1 1-1,1-1 1,-1 0 0,1 0-1,-1 0 1,0 0 0,0 0 0,1 0-1,-1 0 1,0-1 0,0 1-1,0 0 1,0-1 0,0 1 0,0-1-1,-1 1 1,1-1 0,0 1-1,-1-1 1,1 1 0,-1-1 0,0 1-1,1-1 1,-1 0-6,1-3 89,0-1 0,-1 1 0,1 0-1,-1-1 1,0 1 0,-1 0 0,1 0 0,-1-1-1,0 1 1,0 0-89,0 1 73,0 1 0,-1 0 0,1 0 0,-1 0 0,0 0 0,1 1 0,-1-1-1,-1 0 1,1 1 0,0-1 0,0 1 0,-1 0 0,0 0 0,1 0 0,-4-2-73,-1 1-42,-1-1 1,0 1-1,0 0 1,0 1 0,0 0-1,0 0 1,-1 1-1,1 0 1,0 0-1,-1 1 1,1 0-1,-1 1 42,8-1-104,0 0 0,1 0 0,-1 0-1,0 1 1,0-1 0,1 0 0,-1 1-1,0-1 1,1 0 0,-1 1 0,1-1 0,-1 1-1,0-1 1,1 1 0,-1-1 0,1 1-1,-1-1 1,1 1 0,-1-1 0,1 1-1,0 0 1,-1-1 0,1 1 0,0 0 0,0-1-1,-1 1 1,1 0 0,0 0 0,0-1-1,0 2 105,-3 23-9309,3-18 1256</inkml:trace>
  <inkml:trace contextRef="#ctx0" brushRef="#br0" timeOffset="3435.647">603 19 1872,'0'0'973,"0"0"3428,0 0-497,0 0-1648,0 0-340,0 0-250,0-4-638,0-7-539,0 8-48,0 11 68,0 11 109,2 1-1,1 0 1,0-1 0,2 4-618,23 78 883,-19-70-614,42 137 580,84 316 798,-114-388-1304,-4 1 1,-5 0 0,-4 1-1,-4 12-343,-3-4 278,-3 124 131,0-212-309,0 0-1,-5 18-99,5-28-617,0-1 0,0 1 0,-1 0 0,0-1 0,-1 1 1,0-1-1,-3 5 617,6-11-843,0 0-1,0 0 1,0 0 0,-1 0 0,1 0 0,0 0 0,0 0 0,0-1 0,-1 1-1,0 0 844,2-1-2,-6 1-7142</inkml:trace>
  <inkml:trace contextRef="#ctx0" brushRef="#br0" timeOffset="3953.127">1292 1036 1200,'0'0'5832,"0"0"-1080,0 0-1969,0 0-688,0 0-85,0 0-452,2-4-573,0 1-861,-2 2-94,1 0 0,-1 0 0,1 0 0,-1 0 0,1 0 0,0 0 0,-1 0 1,1 0-1,0 0 0,0 1 0,0-1 0,0 0 0,0 0 0,0 1 0,0-1 0,0 1 0,0-1 1,0 1-1,0-1 0,0 1 0,0 0 0,0-1 0,0 1 0,1 0 0,-1 0 0,0 0 0,0 0-30,172 0-988,-171 0 632,0 0 0,0 0 0,-1 0 1,1 0-1,0 0 0,0 1 0,0-1 0,2 2 356,-3-2-333,-1 0 0,1 1 0,0-1 0,-1 1 0,1-1 1,-1 1-1,1-1 0,-1 1 0,1-1 0,-1 1 0,1 0 0,-1-1 0,0 1 1,1 0-1,-1-1 0,0 1 0,0 0 0,1-1 0,-1 1 0,0 0 0,0 0 0,0-1 1,0 1 332,1 9-6915</inkml:trace>
  <inkml:trace contextRef="#ctx0" brushRef="#br0" timeOffset="4300.54">1281 1210 1256,'0'0'5794,"0"0"-1570,0 0-1719,0 0 31,0 0-303,0 0-889,0 0-392,93 0-343,-68 0-337,3 0-216,-3 0-56,1 0-464,-1 0-817,-8 0-1231,-6 3-2889,-5-3-3057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2:47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83 1488,'0'0'5722,"0"0"-1836,0 0-1925,0 0-303,0 0 29,0 0-507,0-3-486,1-1 433,1 5-245,2 15 295,2 31-149,-5-38-825,5 66 301,-2 13-504,-3-18-7494,-2-56 1924,-4-9-1818</inkml:trace>
  <inkml:trace contextRef="#ctx0" brushRef="#br0" timeOffset="863.956">253 149 1384,'0'0'1115,"0"0"2853,0 0-301,0 0-1782,0 0-633,0 0-65,0-2-247,0 1-830,0 0 0,0 0 1,0 0-1,1 0 0,-1 0 0,0 0 0,0 0 1,1 0-1,-1 0 0,0 0 0,1 0 0,-1 0 1,1 0-1,-1 0 0,1 1 0,0-1 0,-1 0 1,1 0-1,0 1 0,0-1-110,22-11 388,-23 12-398,10-4 0,0 2 1,0 0-1,1 0 1,-1 0-1,0 2 1,1-1-1,9 2 10,-20-1-18,1 0 0,0 0 0,-1 0 1,1 1-1,-1-1 0,1 0 0,0 1 0,-1-1 0,1 0 0,-1 1 0,1-1 0,-1 1 0,1-1 1,-1 1-1,1-1 0,-1 1 0,1-1 0,-1 1 0,0-1 0,1 1 0,-1 0 0,0-1 0,0 1 1,1 0-1,-1-1 0,0 1 0,0 0 0,0-1 0,0 1 0,0 0 0,0-1 0,0 1 0,0 0 18,0 31-194,-1-21 142,1-5 49,0 1 0,-1-1 0,0 0-1,-1 1 1,1-1 0,-1 0 0,-1 0 0,1 0 0,-1 0 0,0 0 0,0 0 0,0-1 0,-1 1 3,-2 1 6,0 1 1,0-1-1,-1 0 1,0 0-1,-1-1 1,1 0-1,-1 0 1,-4 2-7,5-4 45,3-1 23,7-4-72,14 1-248,6-1-142,-11 0 323,0 1-1,0 1 1,-1 0-1,4 1 72,-11-2-2,-1 1 0,0 0-1,1 0 1,-1 1 0,0-1-1,0 0 1,0 1 0,0 0 0,0 0-1,0 0 1,0 0 0,0 0 0,-1 1-1,1-1 1,-1 1 0,1 1 2,0 0 67,0 0 0,-1 1 1,1-1-1,-1 1 0,0 0 0,-1-1 1,1 1-1,-1 0 0,0 0 1,0 0-1,0 1 0,-1-1 0,1 0 1,-1 0-1,-1 0 0,1 0 0,-1 0 1,0 4-68,0-7 66,0 0 1,0 0 0,0-1 0,-1 1-1,1 0 1,0 0 0,-1-1 0,1 1-1,-1-1 1,0 1 0,1-1-1,-1 1 1,0-1 0,0 0 0,0 0-1,0 0 1,0 0 0,-2 0-67,-3 2 333,0 0 1,-1-1-1,1 0 1,-7 1-334,-6-2 414,-1 0 0,1-1 0,-1-1-414,-15 1-1110,10-3-2858,10-3-2520,7 0-2899</inkml:trace>
  <inkml:trace contextRef="#ctx0" brushRef="#br0" timeOffset="2903.694">113 755 1584,'0'0'563,"0"0"1754,0 0 643,0 0-805,0 0-462,0 0 138,0-1-1441,0 0 1,1 1 0,-1-1-1,1 1 1,-1-1 0,0 0-1,1 1 1,0-1 0,-1 1-1,1-1 1,-1 1 0,1 0-1,-1-1 1,1 1 0,0 0-1,0-1-390,34-3 360,-1 1-1,1 2 0,9 2-359,-2 0-420,-41 1 369,0 0-1,-1 0 1,1 1 0,-1-1 0,1 0 0,-1 1-1,0-1 1,0 0 0,0 1 0,0-1-1,-1 2 52,1 0 73,-1 13 501,-1 0 0,0 1-1,-2-1 1,-2 9-574,1-6 277,1-1 0,0 1 0,2 2-277,-1 75 679,2-56-5551,1-40 1710,-1-1-1639,-3 0-1896</inkml:trace>
  <inkml:trace contextRef="#ctx0" brushRef="#br0" timeOffset="3307.932">124 947 1112,'0'0'1051,"0"0"1690,0 0-35,0 0-653,0 0 40,0 0 97,11 0-441,-7 0-1665,208 5 4443,-206-4-4681,-5-2 47,0 1-1,0 0 0,0 0 1,0 0-1,0 0 0,0 0 1,0 0-1,-1 0 0,1 0 1,0 1-1,0-1 0,0 0 1,0 1-1,0-1 0,0 0 1,-1 1-1,1-1 0,0 1 1,0-1-1,-1 1 0,1-1 1,0 1-1,-1 0 0,1-1 1,0 1-1,-1 0 108,0 0-252,0-1 0,0 0-1,0 1 1,0-1 0,0 0 0,0 1 0,0-1-1,0 0 1,0 1 0,0-1 0,0 0 0,0 1-1,0-1 1,-1 0 0,1 1 0,0-1 0,0 0-1,0 0 1,-1 1 0,1-1 0,0 0 0,0 0-1,-1 1 1,1-1 0,0 0 0,-1 0 0,1 0-1,0 0 1,0 1 0,-1-1 0,1 0 0,0 0-1,-1 0 1,1 0 0,0 0 0,-1 0 0,1 0 252,-17 4-7454</inkml:trace>
  <inkml:trace contextRef="#ctx0" brushRef="#br0" timeOffset="4579.674">219 1550 928,'0'0'1067,"0"0"1484,0 0 467,0 0-596,0 0-387,0 0-44,1-7-254,0 0-1691,0-1 1094,0-1-1,-1 1 1,0 0-1,0-1 1,-1-2-1140,0 9 54,1 0 0,-1 1 0,0-1 0,0 0 0,0 0 1,0 0-1,0 1 0,-1-1 0,1 1 0,0-1 0,-1 1 0,0-2-54,-22-15 243,24 18-247,-3-2-19,0 1 1,0 0 0,-1 0-1,1 0 1,0 0 0,-1 0-1,1 1 1,0 0-1,-1-1 1,-2 2 22,-4-1-21,1 0 1,-1 1-1,-4 1 21,11-1 1,0 0 0,0 0 0,0 1-1,0-1 1,0 1 0,0 0 0,1-1-1,-1 1 1,1 1 0,-1-1 0,1 0 0,0 0-1,0 1 1,0 0 0,0-1 0,1 1-1,-1 0 1,0 0 0,1 0 0,0 0-1,-2 4-15,0-1 1,1 1 0,0 0 0,0 0-1,0 1 1,1-1 0,0 0 0,1 5 14,0 20-771,0-31 733,0 0 1,0 0 0,1-1-1,-1 1 1,0 0-1,1-1 1,-1 1-1,1 0 1,-1-1 0,1 1-1,-1 0 1,1-1-1,0 1 1,-1-1-1,1 1 1,0-1 0,-1 1-1,1-1 1,0 0-1,-1 1 1,1-1-1,0 0 1,0 0-1,0 1 1,-1-1 0,1 0-1,0 0 1,0 0-1,0 0 1,0 0 37,28 2-659,-27-2 562,14 0-207,-9 1 103,0-1 0,1 0 1,-1-1-1,1 0 0,-1 0 0,1 0 201,-6 0-18,-1 1 0,1-1-1,0 1 1,-1-1-1,1 0 1,-1 0 0,1 0-1,-1 0 1,0 0 0,1 0-1,-1 0 1,0 0-1,0 0 1,0-1 0,1 1-1,-1 0 1,-1-1-1,1 1 1,0-1 0,0 1-1,0-1 1,-1 0 0,1 1-1,-1-1 1,0 0-1,1 1 1,-1-1 0,0-1 18,1-40 1344,-1 42-964,0 1 39,0 0-36,0 0-73,0 0-86,0 0-18,0 0-70,0 0-90,1 1-28,0 1-1,0 0 0,0 0 0,0-1 1,-1 1-1,1 0 0,0 0 0,-1 0 0,1 0 1,-1 0-1,0 0-17,6 40 315,-2 1-1,-2 0 1,-3 12-315,1-53 21,0 3 17,-1-1-1,1 0 0,-1 0 0,-1 0 0,1 0 0,0 0 0,-1 0 1,0 0-1,0 0 0,0-1 0,-1 1 0,1-1 0,-1 1 0,0-1 1,1 0-1,-2 0-37,1 0 47,0 0 0,0 0 0,0 0 1,0-1-1,-1 1 0,0-1 0,1 0 0,-1 0 1,0 0-1,0-1 0,0 0 0,0 1 0,0-1 1,0 0-1,0-1 0,-2 1-47,-89-1-934,87-3 632,3-3-3342,3-10-6813,2 2 3237</inkml:trace>
  <inkml:trace contextRef="#ctx0" brushRef="#br0" timeOffset="5570.464">684 5 488,'0'0'4665,"0"0"9,0 0-1849,0 0-790,0 0-42,0 0-364,0-5 608,1 32-1226,2 0 0,1 0 0,5 14-1011,-1 2 522,118 823 3746,-116-700-3174,-8 38-1094,-2-170 61,-1 9 79,-1 0 0,-2-1 0,-2 0 0,-2 0 0,-4 12-140,-7 7-39,-3-1 0,-2-2 1,-30 52 38,47-90-2696,5-7-2066,3-12-428,1-1-2956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3:34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1438 826 760,'0'0'5619,"0"0"-601,0 0-1888,0 0-716,0 0-142,0 0-438,0-3 391,0 5-522,-1 39-189,1 20 823,5 31-2337,-4-74-1055,2 0-1,0 0 1,1-1 0,1 1 0,1-1-1,0 0 1,3 3 1055,3 1-7556</inkml:trace>
  <inkml:trace contextRef="#ctx0" brushRef="#br0" timeOffset="-1804.093">439 736 744,'0'0'588,"0"0"-326,0 0-101,0 0 483,0 0 939,0-14 6306,-1 7 4769,0 7-12640,0 0-1,0 0 1,0 1-1,0-1 1,0 0-1,0 1 1,0-1 0,0 1-1,1-1 1,-1 1-1,0 0 1,0-1-1,0 1 1,1 0-1,-1-1 1,0 1-1,1 0 1,-1 0 0,0 0-18,-11 21 244,9-16-178,-57 102 926,-97 189 1058,132-242-1802,4 0-1,1 2 0,3 0 0,3 1 1,1 8-248,-41 261 527,41-220-358,5 1 0,4 8-169,4 276 506,3-324-311,9 50-195,-4-49 98,-4-43-60,0 0-1,2-1 1,1 1-1,9 19-37,45 94-73,-50-115-28,-7-14-788,0-1 1,-1 1-1,0 4 889,2 6-4268,-4-19 160,-1-5-3279,0-16-4452</inkml:trace>
  <inkml:trace contextRef="#ctx0" brushRef="#br0" timeOffset="-975.452">605 880 744,'0'0'548,"0"0"-289,0 0 326,0 0 1709,0 0-132,0 0-391,-1-4 75,0-11-1045,0 9 2373,1 15 8497,-1 124-10656,0-65-3217,0-3-7355,1-54 1792</inkml:trace>
  <inkml:trace contextRef="#ctx0" brushRef="#br0" timeOffset="-466.291">906 853 832,'0'0'611,"0"0"-68,0 0 1230,0 0 1037,0 0-326,0 0-256,0-5 39,0 1-3768,0-8 7520,0 7 529,0 14-4474,-1 46-1706,2 65-3951,2-101 114,0-8-2421,-1-4-3447</inkml:trace>
  <inkml:trace contextRef="#ctx0" brushRef="#br0" timeOffset="887.953">495 1723 1512,'0'0'627,"0"0"2032,0 0 1637,0 0-1419,0 0-558,0 0-39,0-5-447,0-11 130,0 14 336,0 14-1159,0 49 252,-1 10-1866,8 63 474,-7-131-393,0 0-1,1 0 1,0 0 0,-1 0 0,1 0 0,0 0 0,1 0 0,-1 0 0,1 0 393,-2-2-605,1 1 1,0-1-1,0 0 1,0 0-1,0 0 1,0 0-1,0 0 1,0-1-1,1 1 1,-1 0-1,0 0 0,0-1 1,1 1-1,0 0 605,11 0-10080</inkml:trace>
  <inkml:trace contextRef="#ctx0" brushRef="#br0" timeOffset="1285.159">937 1738 1536,'0'0'934,"0"0"2632,0 0 349,0 0-1539,0 0-485,0 0 148,0-3-359,0-7-1128,0 6 361,0 8 2802,0 130-508,0 4-5072,0-130 605,0-1 0,0 1 0,1-1 0,0 1 0,2 6 1260,3 2-6645</inkml:trace>
  <inkml:trace contextRef="#ctx0" brushRef="#br0" timeOffset="1996.822">1353 1780 1008,'0'0'986,"0"0"1818,0 0 876,0 0-1325,0 0-419,0 0 17,-1-3-402,-3-7-452,2 14 742,3 25 1374,0-13-3421,-2 11 729,1-10-200,0 1-1,1-1 1,1 6-323,-1-17 50,1 0 0,-1 0 0,1 0 1,0-1-1,0 1 0,1-1 0,-1 0 1,1 1-1,1-1 0,-1 0 0,3 3-50,0-2 42,-1 0-1,1 0 0,6 5-41,-10-9 4,0-1 0,1 1 0,-1-1 0,1 0 0,0 0 0,-1 1 0,1-2 0,0 1 0,-1 0 0,1 0 0,0-1 0,2 1-4,71 1-133,-75-2 139,0 0 0,1 0 1,-1 0-1,1-1 0,-1 1 0,1-1 1,-1 1-1,0-1 0,1 1 1,-1-1-1,0 0 0,0 1 0,1-1 1,-1 0-1,0 0 0,0 0 0,0 0 1,0 0-1,0 0 0,0 0 0,0 0 1,0-1-1,-1 1 0,1 0 1,0 0-1,-1-1 0,1-1-6,2-4 76,-1 0 0,-1 0 0,1 0 0,-1 0 0,0-2-76,0 0 91,2-21 133,-1 1-1,-2-1 1,-2-25-224,1 52 16,0 0 1,0 0-1,0 1 0,0-1 1,0 1-1,0-1 1,-1 1-1,1-1 1,-1 1-1,0 0 0,1 0 1,-1 0-1,0 0 1,0 0-1,-1 0 1,1 0-1,0 1 0,-1-1 1,1 1-1,-1-1-16,-7-3-55,1 0 0,-1 1 0,1 0 0,-10-1 55,6 2-269,0 1 1,0 0-1,0 1 1,0 1-1,-10 1 269,-1-1-1019,22 0 796,0 0 0,0 0 1,1 0-1,-1 0 0,0 0 0,0 0 1,0 0-1,1 1 0,-1-1 0,0 1 1,1-1-1,-1 1 0,0 0 1,1 0-1,-1-1 0,1 1 0,-1 0 1,1 1-1,0-1 0,-1 0 0,1 0 1,0 0-1,0 1 0,0-1 0,0 1 1,0-1-1,0 1 0,0-1 0,0 1 1,0 0-1,1-1 0,-1 1 0,1 0 1,-1-1-1,1 1 0,0 0 0,0 0 1,0-1-1,0 2 223,-1 21-5939,1-3-1388</inkml:trace>
  <inkml:trace contextRef="#ctx0" brushRef="#br0" timeOffset="2952.809">487 2851 904,'0'0'1603,"0"0"2719,0 0-1396,0 0-933,0 0-46,0 0-341,-3-5-531,-9-17-322,12 21-693,0 1 0,-1-1-1,1 1 1,0 0 0,-1-1 0,1 1-1,0-1 1,-1 1 0,1 0 0,-1-1 0,1 1-1,-1 0 1,1 0 0,-1-1 0,1 1-1,-1 0 1,1 0 0,-1 0 0,1 0-1,-1-1 1,1 1 0,-1 0 0,1 0 0,-1 0-1,1 0 1,-1 0 0,0 0 0,1 1-1,-1-1 1,1 0 0,-1 0 0,1 0 0,-1 0-1,1 1 1,-1-1 0,1 0 0,-1 0-1,1 1 1,-1-1-60,0 3 122,-1 0-1,1 0 0,0 0 1,0 1-1,0-1 0,0 0 1,0 0-1,1 1 0,-1-1 1,1 1-122,-1 37 607,1-33-547,-1 6 42,3 21 95,-2-33-186,1 0 0,-1 0-1,1 0 1,0 0-1,0 0 1,0 0 0,0 0-1,0-1 1,0 1-1,0 0 1,0 0 0,1-1-1,-1 1 1,1-1-1,0 1-10,2 1 24,1 1-1,1-1 0,-1 0 1,0 0-1,1-1 0,-1 1 1,1-1-1,0-1 0,0 1 1,0-1-1,0 0 0,0 0-23,15 1 44,0-1 0,18-2-44,-6 0-76,-30 1 84,-1 0-1,0 0 1,1 0-1,-1-1 1,1 1-1,-1-1 0,0 0 1,0 1-1,1-1 1,-1 0-1,0-1 0,0 1 1,0 0-1,0 0 1,0-1-1,0 1 1,0-1-1,-1 0 0,1 0 1,0 1-1,-1-1 1,1 0-1,-1 0 1,0-1-1,0 1 0,0 0 1,0 0-1,0 0 1,0-1-1,-1 1 1,1-2-8,2-9 214,-1 0 1,-1 0 0,0 0 0,0 0 0,-2-6-215,1 5 270,0 8-186,-1-1 0,0 1 0,0-1 0,-1 1 0,0-1 0,0 1-1,0 0 1,-1 0 0,-2-5-84,3 7-22,-1-1 1,0 1-1,0 0 1,0 0-1,0 0 0,-1 0 1,1 0-1,-1 1 0,0 0 1,0 0-1,0 0 0,0 0 1,-1 0 21,1 2-194,-1 0 1,1 0-1,0 0 1,-1 1-1,1-1 1,-1 1-1,1 0 1,-1 0-1,0 1 194,-9-1-991,11 0 765,1 1 1,-1-1-1,0 1 0,1-1 0,-1 1 1,0 0-1,1 0 0,0 0 0,-1 0 1,1 1-1,-1-1 0,1 0 0,0 1 1,0 0-1,0 0 0,0-1 0,0 1 0,0 0 1,1 1-1,-1-1 226,0 1-674,-1 1-1,1-1 1,0 1-1,0-1 1,1 1-1,-1 0 1,1-1 0,0 1-1,0 0 1,0 0-1,1 0 1,-1 0-1,1 1 675,0 13-4797,0-5 2302</inkml:trace>
  <inkml:trace contextRef="#ctx0" brushRef="#br0" timeOffset="3355.779">1080 2758 1360,'0'0'1990,"0"0"4886,0 0-3043,0 0-1755,0 0 54,0 0-243,-3-3-734,-12-9-429,11 9-171,4 3-15,0 13 657,0 8-697,2 0 0,0 0 0,2 0 0,4 16-500,-4-22-1169,1 0 0,0-1-1,1 0 1,3 4 1169,-4-10-5094,1-7-2776</inkml:trace>
  <inkml:trace contextRef="#ctx0" brushRef="#br0" timeOffset="3693.771">1424 2698 720,'0'0'5751,"0"0"-2255,0 0-1459,0 0 97,0 0 165,0 0-615,0-1 449,2 5-1605,1 10 305,-1 0 0,-1 0 0,0 1 0,-1-1 0,-1 3-833,1 3 445,-1 9-261,1 23-183,0-46-756,0-1 0,1 1 0,0-1 0,0 0-1,0 0 1,1 1 0,1 1 755,0-4-6912</inkml:trace>
  <inkml:trace contextRef="#ctx0" brushRef="#br0" timeOffset="4617.976">1860 508 984,'0'0'1630,"0"0"3326,0 0-906,0 0-1694,0 0-385,0 0-133,-2-5-314,-6-13-345,6 14-249,2 4-235,1 1-582,-1 0 0,0 0 0,1 0 0,-1 0 0,0 0 0,0 1 0,0-1 0,0 0 0,0 0 0,0 0 0,0 0 0,0 1-113,-1 8 217,6 21 511,2 0-1,9 26-727,-2-9 271,19 71 318,29 120 429,-9 46 516,-11 13-1534,-26-130 128,-8 8-128,-6 168 314,-2-251-143,-2-35 59,-2-1 0,-3 1 0,-8 28-230,-48 169 516,25-108-654,35-133-90,2-9-218,0 1-1,0-1 1,-1 0-1,1 1 1,-1-1-1,0 0 1,-1 0 0,1 0-1,-3 3 447,-3-5-2410,4-5-2201,-1-6-1529</inkml:trace>
  <inkml:trace contextRef="#ctx0" brushRef="#br0" timeOffset="5369.611">2282 412 1200,'0'0'1215,"0"0"2451,0 0-726,0 0-739,0 0 44,0 0 65,-1-3-503,-3-9-359,4 12-1418,0 0 0,0 0 0,0-1 0,0 1 0,-1 0 0,1 0 0,0 0-1,0 0 1,0 0 0,0 0 0,0 0 0,0 0 0,0 0 0,0 0 0,0 0 0,0-1 0,0 1 0,0 0 0,0 0 0,0 0-1,0 0 1,0 0 0,0 0 0,0 0 0,0 0 0,0 0 0,0 0 0,0-1 0,0 1 0,0 0 0,0 0 0,0 0 0,1 0-1,-1 0 1,0 0 0,0 0 0,0 0 0,0 0 0,0 0 0,0 0 0,0 0 0,0 0 0,0-1 0,0 1 0,0 0 0,0 0-1,0 0 1,1 0 0,-1 0 0,0 0 0,0 0 0,0 0 0,0 0 0,0 0 0,0 0 0,0 0 0,0 0 0,0 0 0,0 0-1,1 0 1,-1 0 0,0 0 0,0 0 0,0 0 0,0 0 0,0 0 0,0 0 0,0 1-30,2-1 299,105 0 1948,-34 0-6217,-64-1-1499,-3-1-4152</inkml:trace>
  <inkml:trace contextRef="#ctx0" brushRef="#br0" timeOffset="5960.85">2658 310 728,'0'0'4305,"0"0"-36,0 0-1543,0 0-808,0 0-627,0 0-675,7-4-388,5-5-204,1 0 1,-1 0-1,-1-2 1,0 1-1,0-1 0,0-2-24,-4 3-11,0-1-1,-1 0 1,0 0-1,0 0 1,-2-1-1,1 1 0,-1-1 1,1-10 11,-1-1 646,0 0 1,-2-1 0,-1 0-1,0-4-646,-1 28 615,0 0-121,0 0-148,0 0-178,0 2-114,1 0 0,-1 0 0,0 0 0,0 1 0,0-1 0,0 0 0,0 0 0,0 1 0,-1 1-54,1 6 168,0 98 519,0 5 1667,0-38-3535,0-13-3383,0 0-4635,-1-60 4518,-4-2 283</inkml:trace>
  <inkml:trace contextRef="#ctx0" brushRef="#br0" timeOffset="6293.39">2658 310 1456</inkml:trace>
  <inkml:trace contextRef="#ctx0" brushRef="#br0" timeOffset="6294.39">2658 310 1456,'73'132'1354,"-64"-113"2009,-5-9 7681,-4-10-6758,1-1-1477,2 0-5478,26 1 4036,0 2 0,5 1-1367,-18-1-635,0 2-1,-1-1 1,1 2-1,12 5 636,5 4-5076,-24-10 2035,3 0-4436</inkml:trace>
  <inkml:trace contextRef="#ctx0" brushRef="#br0" timeOffset="6871.271">2844 1765 1008,'0'0'1387,"0"0"2575,0 0-1106,0 0-763,0 0 25,0 0-36,0 0-538,0-5-498,0-20 1702,-5 35-1849,2-5-716,-66 90 1805,0 1-1409,30-43-836,16-24-2637,17-24-1459,5-5 4113,1 0 1,0 0 0,0 0 0,0 0-1,-1 0 1,1 0 0,0 0 0,0-1-1,-1 1 1,1 0 0,0 0 0,0 0-1,0 0 1,-1 0 0,1-1 0,0 1-1,0 0 1,0 0 0,0 0 0,0-1-1,-1 1 1,1 0 0,0 0-1,0-1 1,0 1 0,0 0 0,0 0-1,0-1 1,0 1 0,0 0 0,0 0-1,0-1 1,0 1 0,0 0 0,0 0-1,0-1 1,0 1 0,0 0 0,0 0 239,0-19-6154</inkml:trace>
  <inkml:trace contextRef="#ctx0" brushRef="#br0" timeOffset="7229.161">2647 1720 536,'0'0'3842,"0"0"2216,0 0-2871,0 0-1127,0 0-30,0 0-570,3-2-583,-3 2-836,0-1-1,1 1 1,-1 0 0,1-1 0,-1 1 0,1 0 0,0 0 0,-1-1 0,1 1 0,-1 0 0,1 0-1,-1 0 1,1 0 0,-1 0 0,1 0 0,0 0 0,-1 0 0,1 0 0,-1 0 0,1 0 0,-1 0-1,1 0 1,0 1-41,14 8 787,-7 0-209,0 0 1,7 10-579,-3-3 384,16 21 952,8 14-1336,-15-20-259,1-1 1,15 16 258,-29-40-1134,-4-1-6392,-3-5-5182</inkml:trace>
  <inkml:trace contextRef="#ctx0" brushRef="#br0" timeOffset="8364.458">3517 226 1112,'0'0'4148,"0"0"189,0 0-1459,0 0-482,0 0-210,0 0-576,0-3-554,0-5-113,0 12 654,-2 18-436,-16 30-227,3-13-380,-28 106 461,6 3 0,6 1 0,7 1 0,3 47-1015,0 246 1031,21 1-259,1-214-247,-3-69-265,7 230 270,-2-338-367,3-1 0,3 4-163,-4-33-573,1 0 1,0 0-1,2-1 1,1 0-1,9 17 573,-18-38-207,1 0 1,-1 0-1,1 0 0,-1-1 1,1 1-1,0 0 0,-1 0 1,1 0-1,0-1 1,0 1-1,0 0 0,-1-1 1,1 1-1,0 0 0,0-1 1,0 1-1,0-1 0,0 0 1,0 1-1,0-1 1,0 0 206,0 0-331,0 0 0,0 0 0,0 0 0,0 0 0,-1 0 0,1-1 0,0 1 0,0 0 0,0-1 0,-1 1 0,1 0 0,0-1 0,-1 1 0,1-1 0,0 1 0,-1-1 1,1 0-1,0 1 0,-1-1 0,1 1 0,-1-1 0,1 0 0,-1 0 0,1 1 0,-1-1 0,0 0 0,1 0 331,8-24-12789</inkml:trace>
  <inkml:trace contextRef="#ctx0" brushRef="#br0" timeOffset="10911.226">4017 253 1792,'0'0'2742,"0"0"167,0 0-921,0 0-22,0 0 48,0 0-626,-2-3-469,1 2-762,0 0 0,-1 0-1,1 0 1,0 0 0,0 0 0,-1 0-1,1 0 1,-1 0 0,1 0 0,-1 1-1,1-1 1,-1 0 0,1 1-1,-1 0 1,0-1 0,1 1 0,-1 0-1,0 0 1,1 0 0,-1 0 0,1 0-1,-1 0 1,0 0 0,1 1 0,-1-1-1,0 1 1,1-1 0,-1 1-157,-2 1 164,0 1 1,1 0-1,-1 1 1,0-1-1,1 1 1,0-1-1,0 1 1,0 0-1,0 0 1,-1 3-165,-4 9 392,0-1 1,-1 7-393,1-2 190,1 0-1,1 0 1,1 1 0,1 0-1,0 7-189,0 19 121,2 39-121,2-82 3,0-1 0,1 1 0,-1 0 0,1-1 0,0 1 0,0 0 0,0-1-1,1 1 1,-1-1 0,1 0 0,0 1 0,-1-1 0,2 0 0,-1 0 0,0 0-1,1 0 1,-1 0 0,1-1 0,0 1 0,0-1 0,0 0 0,0 0 0,0 0-1,0 0 1,0 0 0,1-1 0,-1 1-3,8 2-10,0-1 0,0 0 0,0 0 1,0-1-1,0 0 0,0-1 0,1 0 0,3-1 10,-3 0-12,-7 1 22,-1-1 0,1 0 1,-1 0-1,1-1 0,4 0-10,-8 0 8,0 1 0,0 0-1,0-1 1,1 1 0,-1-1-1,0 0 1,0 1 0,0-1-1,0 0 1,0 1 0,0-1 0,-1 0-1,1 0 1,0 0 0,0 0-1,0 0 1,-1 0 0,1 0 0,-1 0-1,1 0 1,-1 0 0,1 0-1,-1 0 1,1-1-8,1-9 151,0 1-1,0-1 1,-1 0-1,0 0 1,-1 0-1,-1 1 1,1-1-1,-2-4-150,1 13 42,0 0 0,0-1-1,0 1 1,0 0 0,0 0-1,0 0 1,-1-1 0,1 1 0,-1 1-1,0-1 1,1 0 0,-1 0-1,0 1 1,0-1 0,0 1-1,0-1 1,0 1 0,0 0-1,-1 0 1,1 0 0,0 0 0,-1 0-1,0 0-41,-6-1 42,1 0 1,-1 0-1,0 1 0,1 0 0,-1 1 1,0 0-43,-20-1 5,13 0-34,1 1 0,-1 1 0,-4 1 29,17-1-92,0-1 1,0 1-1,0 1 0,1-1 0,-1 0 1,0 1-1,1-1 0,-1 1 0,1 0 1,-1 0-1,1 0 0,0 0 0,0 0 0,0 1 1,0-1-1,0 0 0,0 1 0,1 0 1,-1-1-1,0 3 92,1-2-370,-1 1-1,1-1 1,0 1 0,0 0 0,0 0-1,0-1 1,1 1 0,-1 0 370,1-1-593,0-1-1,0 1 1,1 0 0,-1-1-1,0 1 1,1-1 0,0 1-1,-1-1 1,1 1 0,0-1 0,1 2 593,13 12-7751</inkml:trace>
  <inkml:trace contextRef="#ctx0" brushRef="#br0" timeOffset="11951.554">3666 1636 2024,'0'0'1415,"0"0"3034,0 0-1196,0 0-1016,0 0 31,0 0-298,0-11-441,0-74 2312,0 83-3808,0-1-1,1 0 1,-1 0 0,1 0-1,0 0 1,0 1-1,0-1 1,0 0 0,1 1-1,-1-1 1,1 1-1,-1-1 1,1 1 0,0 0-1,0 0 1,0 0-1,0 0 1,0 0 0,0 0-1,1 0 1,-1 1-1,1-1 1,-1 1 0,1 0-33,9-5-4,1 0 0,0 1 0,0 1 0,6-2 4,-16 5 11,16-3-61,0 1 1,1 0-1,-1 2 0,1 0 1,9 1 49,-27 0-20,0 0 0,0 0 0,1 0 0,-1 0 1,0 0-1,0 1 0,0-1 0,1 1 0,-1 0 1,1 0 19,-2 0-14,0-1 1,0 1-1,0 0 1,-1 0-1,1 0 1,0 0-1,0 0 0,-1 0 1,1 0-1,0 0 1,-1 0-1,1 0 1,-1 0-1,1 1 1,-1-1-1,0 0 1,0 0-1,1 0 1,-1 1 13,2 11-77,-1-1-1,0 0 1,0 1 0,-1-1 0,-1 4 77,0-9-15,0-1 0,0 1 0,0 0 0,-1-1 0,0 1 0,0-1 0,-1 0 0,0 1 0,0-1 0,-2 2 15,-3 3 27,0-1 0,-1-1 0,0 1 0,0-2 0,-1 1 1,0-1-1,0-1 0,-1 0 0,0 0 0,-1-1 0,1 0 0,-10 2-27,57-5-24,21-4-379,-15 0-401,1 1 0,0 3 804,-38-2-46,0 0 1,0 0-1,0 0 0,0 1 0,0-1 0,-1 1 1,1 1-1,0-1 0,-1 0 0,0 1 1,0 0-1,1 1 46,-2-2-14,0 1 0,-1-1 1,1 1-1,-1-1 0,0 1 0,0 0 1,0 0-1,0 0 0,0 1 0,0-1 1,-1 0-1,0 1 0,0-1 0,0 1 1,0-1-1,0 1 0,0 1 14,-1 2-4,1 0 0,-1 0 0,0 0 0,-2 6 4,2-10 45,-1 0 1,0-1-1,0 1 1,1-1-1,-2 0 0,1 1 1,0-1-1,0 0 0,-1 0 1,1 0-1,-1 0 0,0 0 1,0 0-1,0 1-45,-5 3 203,-1 0-1,0-1 1,1 0-1,-2 0 1,1 0-1,-1-1 1,1 0-1,-1-1 1,0 0-1,0 0 1,-1-1-1,-3 0-202,-17 2 263,0-2 0,0-1-1,-9-2-262,4 1-121,-6-6-2805,40 6 276,1 0-1752,0 0-1966</inkml:trace>
  <inkml:trace contextRef="#ctx0" brushRef="#br0" timeOffset="13026.652">3803 2584 1296,'0'0'7506,"0"0"-1578,0 0-3521,0 0-1103,0 0 123,0 0-289,4-3-493,-2 1-594,0 0-1,0 0 1,0 1-1,1-1 1,-1 1-1,0 0 0,1 0 1,-1 0-1,1 0 1,-1 0-1,1 0 1,-1 0-1,1 1 0,0 0 1,-1-1-1,1 1 1,0 0-51,19-1 135,0-1 1,15-4-136,-15 3-357,-22 3 331,0 0-1,1 0 0,-1 0 1,0 0-1,1 0 0,-1 0 1,0 0-1,0 0 0,1 0 1,-1 0-1,0 0 0,0 0 1,1 0-1,-1-1 0,0 1 1,0 0-1,1 0 0,-1 0 1,0 0-1,0 0 0,1-1 1,-1 1-1,0 0 0,0 0 1,0 0-1,0 0 0,1-1 1,-1 1-1,0 0 0,0 0 1,0-1-1,0 1 0,0 0 1,0 0-1,1-1 0,-1 1 1,0 0-1,0 0 0,0-1 1,0 1-1,0 0 0,0 0 1,0-1-1,0 1 0,0 0 1,0-1-1,0 1 0,0 0 1,-1 0-1,1-1 0,0 1 1,0 0-1,0 0 27,-1-1-68,1 0 0,-1 1-1,1-1 1,-1 0 0,0 1 0,1-1 0,-1 1 0,0-1-1,1 1 1,-1-1 0,0 1 0,0 0 0,0-1-1,0 1 1,1 0 0,-1-1 0,-1 1 68,-35-4-508,-1 1 1,-25 1 507,58 2 51,1 1 1,-1-1-1,0 1 0,1 0 1,-1 0-1,1 0 0,-1 0 1,1 1-1,0 0 0,0 0 1,-1 0-1,1 1 0,1-1 1,-1 1-1,0 0 1,1 0-1,-1 0 0,1 1 1,0-1-1,0 1 0,0-1 1,1 1-1,-1 0 0,1 0 1,0 1-1,-2 3-51,1 6 330,1 1 0,0 0 1,1 0-1,0-1 0,1 8-330,0-20 8,0 0 1,0-1-1,1 1 1,-1 0-1,0 0 1,1 0-1,-1 0 1,1 0-1,0-1 1,-1 1-1,1 0 1,0 0-1,0-1 1,0 1-1,0-1 1,0 1-1,1-1 1,-1 1-1,0-1 0,1 0 1,-1 1-1,1-1 1,-1 0-1,1 0 1,0 0-1,-1-1 1,1 1-1,0 0 1,0 0-1,0-1 1,0 1-1,0-1-8,8 2-109,1-1 0,-1 0-1,1 0 1,-1-1 0,8-1 109,1 0-428,69 1 185,-85 1 245,1-1 0,-1 1 0,0 0 0,0 0 0,1 0 0,-1 0 0,0 1 0,0-1 0,-1 1 0,1 0 0,0 0 0,0 0 0,-1 0 0,1 0 0,-1 1 0,0-1 0,0 1 0,0-1 0,0 1 0,0 0 0,0 0-2,6 9 15,-1 1-1,-1 0 1,0 1-1,1 2-14,-5-9 45,0 0 0,0 0-1,-1 0 1,0 0 0,0 1-1,0-1 1,-1 0-1,0 1 1,0-1 0,-1 0-1,0 2-44,0-7 38,0 1 0,0-1-1,-1 1 1,1-1 0,0 1-1,-1-1 1,0 0 0,1 0 0,-1 0-1,0 0 1,0 0 0,0 0-1,0 0 1,0-1 0,-1 1-1,1-1 1,0 1 0,-1-1-1,1 0 1,-1 0 0,1 0 0,-2 0-38,-8 3 11,0 0 1,-1-1 0,1-1-1,-3 1-11,4-2-419,0 0 0,1 0 0,-1-1 0,-4 0 419,12 0-404,0-1 0,0 1 0,1 0 0,-1-1 0,1 0 0,-1 0 0,0 1 0,1-1-1,-1-1 1,1 1 0,0 0 0,-1-1 0,1 1 0,0-1 0,0 1 0,0-1 0,0 0 0,0 0-1,0 0 405,-10-22-7788</inkml:trace>
  <inkml:trace contextRef="#ctx0" brushRef="#br0" timeOffset="14047.414">4380 37 1088,'0'0'4352,"0"0"-294,0 0-1679,0 0-600,0 0-134,0 0-332,0 3-122,-2 14-409,1 1 0,0 0 0,2 0 0,0 0 0,1-1 0,1 2-782,9 43 1208,4 4-1208,-4-15 584,53 213 853,60 284 163,-82-305-1082,-10 1 1,-11 1-1,-10 87-518,-12-316 17,-4 189 471,0-157-213,-1 0 0,-3 0 1,-5 10-276,-7 16 218,-4-2 1,-3 0-1,-3-2 0,-14 22-218,16-48 49,20-34-1511,1 0-1,1 1 1,-1 2 1462,6-12-2007,2-8 626,0 0 0,1-1 0,0 1 0,0 0 0,1 0 0,-1 0 0,2 0 0,-1 0 1381,5-10-3520,12-31-6252</inkml:trace>
  <inkml:trace contextRef="#ctx0" brushRef="#br0" timeOffset="14552.618">5095 1642 2008,'0'0'1554,"0"0"3806,0 0-604,0 0-2128,0 0-649,0 0-178,0-3-488,1 2-1252,-1 0 0,0 0 1,1 0-1,-1 0 0,1 1 0,-1-1 0,1 0 0,0 0 0,-1 0 0,1 1 0,0-1 0,0 0 1,-1 1-1,1-1 0,0 1 0,0-1 0,0 1 0,0-1 0,0 1 0,0-1 0,0 1 0,0 0 1,0 0-1,0-1 0,0 1 0,0 0 0,0 0 0,0 0 0,0 0-61,42 0 802,-23 1-659,15-2-202,12 0-1213,-18 3-3985,-23 1-1017,-5 0-2483</inkml:trace>
  <inkml:trace contextRef="#ctx0" brushRef="#br0" timeOffset="14888.263">5064 1825 232,'0'0'4809,"0"0"-1512,0 0-625,0 0 289,0 0-256,0 0-945,0 0-432,25 0-200,-5 0-111,5 3-169,6 6-288,3 3-296,2-3-192,-2 0-72,0 0-496,14 3-672,-9-3-1377,-11-6-3936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3:58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51 2040,'0'0'1262,"0"0"2295,0 0-1137,0 0-551,0 0 90,-6 0-108,-19 0-512,19 0-394,6 0-115,0 0 26,-1 0-637,0 0 0,0 1-1,-1-1 1,1 1 0,0 0-1,0-1 1,0 1 0,0 0 0,0-1-1,0 1 1,0 0 0,0 0 0,0 0-1,0 0 1,0 0 0,1 0 0,-1 0-1,0 0 1,1 1 0,-1-1-1,1 0-218,-14 30-29,12-26 315,-18 45 487,3 1 1,1 1-1,-8 53-773,-45 441 2432,60-462-2152,-19 257 1070,14 171-1350,14-474 33,-1 44 18,3-1 1,5 0 0,5 17-52,5-10 32,4 0 1,4-1-1,3-1 0,18 29-32,-24-65 3,29 68 26,-39-80-860,-12-38 769,0 1-1,0-1 0,0 0 1,0 0-1,0 0 1,0 0-1,0 0 0,0 0 1,0 0-1,0 0 0,0 1 1,0-1-1,1 0 0,-1 0 1,0 0-1,0 0 0,0 0 1,0 0-1,0 0 1,0 0-1,0 0 0,0 0 1,1 0-1,-1 0 0,0 0 1,0 0-1,0 0 0,0 0 1,0 0-1,0 0 1,1 0-1,-1 0 0,0 0 1,0 0-1,0 0 0,0 0 1,0 0-1,0 0 0,1 0 1,-1 0-1,0 0 1,0 0-1,0 0 0,0 0 1,0 0-1,0 0 0,0 0 1,0 0-1,1 0 0,-1-1 1,0 1-1,0 0 0,0 0 1,0 0-1,0 0 1,0 0-1,0 0 0,0 0 1,0-1-1,0 1 0,0 0 1,0 0-1,0 0 0,0 0 63,3-15-4295,-3-13-2972</inkml:trace>
  <inkml:trace contextRef="#ctx0" brushRef="#br0" timeOffset="972.283">508 489 7658,'0'0'3740,"0"0"-1843,0 0 47,0 0 171,0 0-533,0 0-408,4-2-238,7-2-590,0-2 1,0 1-1,-1-2 1,0 1-1,6-6-346,8-7 251,16-18-251,-22 20-30,-2-1 1,0-1-1,10-16 30,-18 23-69,-1 0 0,-1 0 0,1-1-1,-2 0 1,0 0 0,0 0-1,0-6 70,-3 5 6,-1 0-1,0 0 0,-1 0 0,0-3-5,0-1 234,0 261 1832,0-139-3688,2-64-6127,1-27-687</inkml:trace>
  <inkml:trace contextRef="#ctx0" brushRef="#br0" timeOffset="1723.348">666 1437 1672,'0'0'7278,"0"0"-4407,0 0-1444,0 0 512,0 0 86,0 0-592,-13-10-395,-40-29-81,40 24-193,12 8-142,2 2-374,-1 2-223,1 0 1,0-1-1,-1 1 0,1 0 0,1 0 1,-1 0-1,0 0 0,1 0 0,-1 1 1,1-1-1,0 0 0,0 1 1,0-1-1,0 1 0,1-1 0,-1 1 1,1 0-1,-1 0 0,1 0 0,0 1 1,-1-1-1,1 1 0,0-1 0,1 1-25,2-2-26,-1 0-1,1 1 0,0 0 0,0 0 1,0 1-1,1 0 0,-1 0 0,0 0 1,1 1-1,-1-1 0,0 2 0,4-1 27,-9 1-6,-1-1-1,1 1 0,-1-1 1,1 1-1,-1-1 0,1 1 1,-1-1-1,1 1 0,-1-1 0,1 1 1,-1-1-1,0 1 0,1 0 1,-1-1-1,0 1 0,0 0 1,1-1-1,-1 1 0,0 0 0,0 0 1,0-1-1,0 1 0,0 0 1,0-1-1,0 1 0,0 0 0,0 0 1,0-1-1,0 1 0,-1 0 1,1 0 6,0 3-26,0-1 18,0 10 9,0 0 1,-1 0-1,0 0 0,-1-1 0,0 1 0,-1 0 0,-1 1-1,-15 33 37,-2-1-1,-2-2 0,-13 17-36,36-61 0,-4 6 7,0-1 0,1 1 0,0 1 1,0-1-1,0 0 0,1 1 0,0-1 0,0 1 0,1 0 0,-1 6-7,2-13 7,0 1-1,1 0 0,-1-1 1,0 1-1,0 0 1,1-1-1,-1 1 1,0 0-1,1-1 0,-1 1 1,1-1-1,-1 1 1,1-1-1,-1 1 0,1-1 1,-1 1-1,1-1 1,-1 1-1,1-1 1,0 1-1,-1-1 0,1 0 1,0 0-1,-1 1 1,1-1-1,0 0 1,0 0-7,24 6 161,-18-5-125,34 6-49,0-1-1,0-3 1,17-1 13,-8-2-1540,-29 0-6589,-21 0 1090</inkml:trace>
  <inkml:trace contextRef="#ctx0" brushRef="#br0" timeOffset="2478.679">595 2439 1936,'0'0'1811,"0"0"2841,0 0-1935,0 0-842,0 0 205,0 0-59,-10-3-417,-34-12-465,44 15-1097,-1 0 1,1-1-1,-1 1 1,1 0-1,-1 0 1,1 0-1,-1 0 1,1-1-1,-1 1 1,1 0-1,-1-1 1,1 1-1,-1 0 1,1-1-1,-1 1 1,1 0-1,0-1 1,-1 1-1,1-1 1,0 1-1,-1-1 1,1 1-1,0-1 1,-1 1-1,1-1 0,0 1 1,0-1-1,0 1 1,0-1-1,0 1 1,0-1-1,-1 0 1,1 1-1,0-1 1,1 1-1,-1-1 1,0 1-1,0-1 1,0 0-1,0 1 1,0-1-1,0 1 1,1-1-1,-1 1 1,0-1-1,0 1 1,1-1-1,-1 1 1,0-1-1,1 1 1,-1 0-1,1-1 1,-1 1-1,1-1-42,-1 1 33,4-4 13,0 0 0,0 1-1,0 0 1,1 0 0,-1 0 0,1 0-1,-1 1 1,1 0 0,0 0 0,2-1-46,5-1-13,1 0 1,0 1-1,9-1 13,-5 1-55,-1 1 0,1 1 0,0 1 1,0 0-1,0 1 0,2 2 55,-16-3-29,-1 0 0,0 1-1,0 0 1,0-1 0,0 1 0,0 0 0,-1 0 0,1 0 0,0 0 0,0 0-1,-1 1 1,1-1 0,0 0 0,-1 1 0,1 0 0,-1-1 0,0 1 0,0 0 0,1-1-1,-1 1 1,0 0 0,-1 0 0,2 1 29,-1 2-76,1 1 0,-1 0 0,0 0 0,0 0 0,0 0 0,-1 0 0,0 3 76,0-6 2,-1-1-1,1 0 0,0 0 1,-1 1-1,0-1 1,0 0-1,1 0 0,-1 0 1,-1 0-1,1 0 0,0 0 1,0 0-1,-1 0 1,1 0-1,-1 0 0,1-1 1,-1 1-1,0-1 1,-1 2-2,-6 3 56,1 0 1,-1-1 0,-9 4-57,17-8 7,-85 44 407,77-39-312,14-4 43,10 1-168,18 7-18,21 10 41,-43-14-30,1-1 1,-1 1 0,0 1 0,-1 0 0,1 1 0,0 1 29,-7-5-9,0-1 1,0 1 0,0 0 0,0 0-1,-1 0 1,0 0 0,0 0 0,0 1-1,0 0 1,-1-1 0,0 1 0,0 0-1,0 0 1,0 0 0,-1 1 0,0-1-1,0 0 1,0 1 0,-1-1 0,0 0-1,0 4 9,0-7 24,0 1 1,0-1-1,0 1 0,-1 0 0,1-1 0,-1 0 0,0 1 0,0-1 1,0 1-1,0-1 0,0 0 0,0 1 0,-1-1 0,1 0 0,-1 0 1,1 0-1,-1 0-24,-1 1 35,0-1-1,-1 1 1,1-1 0,0 1-1,-1-1 1,0 0 0,0 0 0,1-1-1,-1 1 1,-1-1-35,-8 3 29,-1-1 0,1-1-1,-1 0 1,0-1 0,-14-1-29,22 0-56,2 1-132,0-1-1,-1-1 1,1 1-1,0 0 1,0-1-1,-4-1 189,6 1-184,1 1 0,-1-1-1,0 0 1,1 0 0,-1 0 0,1 0-1,-1-1 1,1 1 0,-1 0-1,1-1 1,0 1 0,0-1 0,0 1-1,0-1 1,0 1 0,0-1-1,0 0 1,0 0 184,-13-38-5502,2 0-1736</inkml:trace>
  <inkml:trace contextRef="#ctx0" brushRef="#br0" timeOffset="3317.053">1138 15 728,'0'0'3242,"0"0"1790,0 0-1890,0 0-720,0 0-103,0 0-472,-5-3-675,-18-7-465,18 8-440,5 5 8,6 13 260,0-1 1,1-1-1,1 1 1,5 8-536,15 27 841,15 47 127,-4 2 1,-5 2-1,4 32-968,60 315 634,-66-266-558,-9 0 0,-7 2 0,-8 54-76,-8-183 31,1 31 90,-4 0 1,-8 37-122,-4-39 648,-21 68-648,-35 82 818,46-155-613,-25 80-1778,49-157-2056,1-5 1681,0-8-147,0 3-780,0-19-10268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4:06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44 185 1360,'0'0'724,"0"0"1468,0 0 152,0 0-542,0 0-60,0 0 45,-7 0-304,-21-1-318,28 1-934,-1 0 0,1 0 0,0 0 0,-1 0 0,1 0-1,-1 0 1,1 0 0,0-1 0,-1 1 0,1 0 0,0 0 0,-1 0 0,1-1-1,0 1 1,-1 0 0,1 0 0,0-1 0,0 1 0,-1 0 0,1-1 0,0 1 0,0 0-1,0-1 1,0 1 0,-1 0 0,1-1 0,0 1 0,0-1-231,1 11 862,2 40-694,2-1 1,3 1-1,12 42-168,3 19 116,-18-74-82,-2-16-32,0 0 0,5 13-2,-7-33-476,0-4 396,1-5 106,-6-139-2612,-17-111 2586,17 212 81,3 0 0,2-13-81,-1 4 452,0 54-424,0 0-1,0 0 1,1 1-1,-1-1 1,0 0 0,0 0-1,0 0 1,0 1 0,1-1-1,-1 0 1,0 0-1,1 1 1,-1-1 0,0 0-1,1 1 1,-1-1-1,1 0 1,-1 1 0,1-1-1,0 1 1,-1-1 0,1 1-1,0-1 1,-1 1-1,1-1 1,0 1 0,-1-1-1,1 1-27,3-1-2,-1 0 0,0 0 0,1 1 0,-1-1 0,0 1 0,2 0 2,10-2 22,3-1-8,0 2 0,1 0 1,-1 0-1,7 3-14,10-2-227,-33 0 118,1 0-1,0 0 0,-1 1 0,1-1 1,0 1-1,-1-1 0,1 1 0,-1 0 1,1 0-1,-1 0 0,0 0 0,1 0 1,1 2 109,-3-2-177,1 0 0,-1 1 0,0-1 0,1 0 1,-1 1-1,0 0 0,0-1 0,0 1 1,0 0-1,0 0 0,0-1 0,-1 1 0,1 0 1,-1 0-1,1 0 0,-1 0 0,0 0 0,1 0 177,0 45-5814,-1-29 798</inkml:trace>
  <inkml:trace contextRef="#ctx0" brushRef="#br0" timeOffset="338.202">13 296 4521,'0'0'6449,"0"0"-5224,0 0-793,0 0 1328,0 0 120,0 0-1111,0 0-265,26 21-112,-7-12-176,7 3-216,2-6-456,22 6-1145,-5 3-1239,-8-15-2953</inkml:trace>
  <inkml:trace contextRef="#ctx0" brushRef="#br0" timeOffset="809.056">461 512 1872,'0'0'2576,"0"0"2793,0 0-2798,0 0-1108,0 0 195,0 0-433,-11-2-825,-30-4-318,41 6-77,-1 0 0,1 0 1,-1 0-1,1 0 0,-1 0 1,1 1-1,0-1 0,-1 0 1,1 0-1,-1 0 1,1 0-1,0 0 0,-1 1 1,1-1-1,-1 0 0,1 0 1,0 0-1,-1 1 0,1-1 1,0 0-1,0 1 0,-1-1 1,1 0-1,0 1 0,-1-1 1,1 0-1,0 1 0,0-1 1,0 0-1,0 1 1,-1-1-1,1 1-5,0 13 170,1-8-95,-1 1-15,0-1 0,1 1 0,0 0 0,0-1 0,1 1 0,0-1 1,0 1-1,0-1 0,1 0 0,0 0 0,0 0 0,1 0 0,-1-1 0,1 1 0,0-1 0,1 0 1,-1 0-1,1 0 0,5 3-60,-3-3 17,1 0 1,0 0 0,0 0 0,0-1-1,0 0 1,1-1 0,-1 0-1,1 0 1,0-1 0,0 0-1,0-1 1,0 1 0,0-2-1,4 1-17,-8-1-6,0 0-1,-1 0 0,1-1 1,0 1-1,0-1 0,-1 0 1,1 0-1,0 0 0,0-1 7,-3 1 7,0 0-1,-1-1 1,1 1 0,0-1-1,0 1 1,-1-1-1,1 0 1,-1 0 0,0 0-1,1 1 1,-1-1 0,0-1-1,0 1 1,0 0-1,0 0 1,-1 0 0,1 0-1,-1 0 1,1-1-1,-1 1-6,2-5 61,-1-1-1,0 1 1,0 0-1,-1 0 1,0 0 0,0 0-1,0-1 1,-2-3-61,1 6 98,0 1 0,0-1 0,-1 1 0,1 0 1,-1 0-1,0-1 0,-1 1 0,1 1 0,-1-1 1,1 0-1,-1 1 0,0-1 0,-1 1 0,0-1-98,-5-3 59,-1 0 0,0 1 0,0 0-1,-1 1 1,0 0 0,0 1-1,0 0 1,0 0 0,0 1-1,-1 1 1,-9-1-59,-4 2-950,24 1 904,1 0 0,0 0 0,0 0-1,0 0 1,0 0 0,-1 0 0,1 0-1,0 0 1,0 0 0,0 0 0,0 0-1,0 0 1,-1 1 0,1-1 0,0 0-1,0 0 1,0 0 0,0 0-1,-1 0 1,1 0 0,0 0 0,0 0-1,0 0 1,0 0 0,0 1 0,0-1-1,0 0 1,-1 0 0,1 0 0,0 0-1,0 0 1,0 1 0,0-1 0,0 0-1,0 0 1,0 0 0,0 0 0,0 0-1,0 1 1,0-1 0,0 0-1,0 0 1,0 0 0,0 0 0,0 1-1,0-1 1,0 0 0,0 0 0,0 0-1,0 0 1,0 1 0,0-1 0,0 0 46,0 3-681,1-1 425,-1 0 0,0-1 1,0 1-1,1 0 0,-1-1 1,1 1-1,-1-1 0,1 1 0,0-1 1,0 1-1,0-1 0,-1 0 1,1 1-1,0-1 0,1 0 1,-1 0-1,0 1 0,0-1 1,0 0-1,1 0 0,-1-1 0,2 2 256,4 2-1591,1 0 0,-1-1 1,1 0-1,3 1 1591,20 3-5527</inkml:trace>
  <inkml:trace contextRef="#ctx0" brushRef="#br0" timeOffset="1163.366">846 518 10090,'0'0'2457,"0"0"-1849,0 0 992,0 0 609,0 0-1233,0 0-640,0 0-224,0 121-112,3-100-72,8-6-1024,0-3-1697,-5-6-3672</inkml:trace>
  <inkml:trace contextRef="#ctx0" brushRef="#br0" timeOffset="1517.219">846 518 14803,'-48'-207'1096,"48"207"-728,0-6 57,0 6-425,9 0-1425,22 0-2496,-3 0 1321,-6 6-1497</inkml:trace>
  <inkml:trace contextRef="#ctx0" brushRef="#br0" timeOffset="1856.591">992 551 1360,'0'0'4893,"0"0"-2389,0 0-960,0 0-48,0 0-145,0 0-409,-1 14-405,-2 40-210,2-40-60,1-14 31,0 0 52,0 0 124,0 0 111,-1 0-539,1 0-1,0 0 1,0 0 0,0 0 0,-1 0 0,1 0 0,0 0 0,0 0 0,0 0 0,0 0 0,-1 0 0,1 0 0,0-1 0,0 1 0,0 0 0,-1 0 0,1 0 0,0 0-1,0 0 1,0 0 0,0 0 0,-1 0 0,1-1 0,0 1 0,0 0 0,0 0 0,0 0 0,0 0 0,-1 0-46,-1-17-161,1 0-1,0 0 1,1 0-1,2-15 162,-2 30-10,0-2-7,1 0 1,0 0 0,0 0-1,0 0 1,0 0-1,1 1 1,0-1 0,0 0-1,0 1 1,0-1-1,0 1 1,1 0 0,-1 0-1,1 0 1,0 0-1,0 0 1,0 1 0,0-1-1,2 0 17,3-2-31,-1 0 0,1 1 0,0 0 0,0 0 0,1 1 0,-1 0 0,1 0 0,1 0 31,-1 2-17,-1 0 1,0 0-1,0 0 0,7 1 17,-13 0 23,0 0-1,1 1 1,-1-1-1,0 0 0,1 1 1,-1-1-1,0 1 1,1 0-1,-1-1 1,0 1-1,0 0 0,0 0 1,0 1-1,0-1 1,0 0-1,0 1 1,0-1-1,0 2-22,2 2 99,-1 1-1,0-1 1,0 1 0,-1 0-1,0 0 1,0 0 0,0 0-1,0 6-98,2 13 515,-1 18-515,-1-14 206,0-1-116,-2-16-164,1-1 1,0 1 0,1 0 0,0-1 0,2 5 73,-3-15-95,-1 1 1,1-1-1,-1 0 1,1 0-1,0 0 1,-1 0-1,1 0 1,0 0-1,0 0 1,0 0-1,0 0 1,0 0-1,0 0 1,0 0-1,0-1 1,0 1-1,0 0 1,0-1-1,1 1 1,-1-1-1,1 1 95,3 0-944,-1 0 0,0-1 0,1 1 1,-1-1-1,4 0 944,-4 0-1218,17 0-4626</inkml:trace>
  <inkml:trace contextRef="#ctx0" brushRef="#br0" timeOffset="2245.712">1538 527 3121,'0'0'4193,"0"0"2168,0 0-4689,0 0-271,0 0 215,0 0-552,0 0-752,23 0-96,-4 0-208,7 6-8,4 0-808,13 0-1288,-7-6-2697,-8 0-2881</inkml:trace>
  <inkml:trace contextRef="#ctx0" brushRef="#br0" timeOffset="2246.712">1608 741 392,'0'0'11835,"0"0"-9827,0 0-1112,0 0 953,0 0-313,0 0-808,0 0-728,65 12-128,-14-12-816,-6 0-2849,-6 0-3176</inkml:trace>
  <inkml:trace contextRef="#ctx0" brushRef="#br0" timeOffset="2726.388">2120 753 224,'0'0'7619,"0"0"-2116,0 0-2966,0 0-648,0 0-149,0 0-684,5-6-547,37-37-73,-25 27-360,0-1 1,-1-1 0,-1 0-1,3-6-76,-8 6-193,-1 0 0,0 0 0,-1 0 0,-1-1 0,-1 0-1,-1-1 1,-1 1 0,0-1 0,-1 0 0,-1 0 0,-2 0 0,0-10 193,0-26 886,-2 170 110,-1-21-202,6 30-794,-2-113-154,1 1 0,-1-1-1,2 0 1,-1 0 0,3 4 154,10 16-2400,-13-26 1029,1 0-1,0-1 0,0 1 0,0-1 0,4 3 1372,4 2-8347</inkml:trace>
  <inkml:trace contextRef="#ctx0" brushRef="#br0" timeOffset="3337.093">2587 116 12611,'0'0'1939,"0"0"-796,0 0 45,0 0-380,0 0-518,0 0-54,0 30 258,-1 13-252,0 127 822,6 244 359,-5-414-1431,0 0-1,0 1 1,0-1 0,1 1 0,-1-1-1,0 0 1,0 1 0,0-1 0,0 0-1,1 1 1,-1-1 0,0 0 0,0 1-1,1-1 1,-1 0 0,0 0 0,1 1-1,-1-1 1,0 0 0,1 0 0,-1 1-1,0-1 1,1 0 0,-1 0 0,0 0-1,1 0 1,-1 0 0,1 1 0,-1-1-1,0 0 1,1 0 0,-1 0 0,1 0-1,-1 0 1,0 0 0,1 0 8,1 0 7,0-1 0,-1 1 0,1 0 0,0 0 0,0-1-1,0 1 1,-1-1 0,1 1 0,1-1-7,8-6 3,0 0-1,-1-1 0,0 0 1,1-1-3,19-14-2,-4 4-1,12-8 16,9-9-13,-47 35-6,1 0 1,0 1 0,-1-1 0,1 0 0,-1 1 0,0-1 0,1 0-1,-1 0 1,0 1 0,1-1 0,-1 0 0,0 0 0,0 0 0,1 1 0,-1-1-1,0 0 1,0 0 0,0 0 0,0 1 0,0-1 0,0 0 0,-1 0-1,1 0 1,0 0 0,0 1 0,0-1 0,-1 0 0,1 0 0,0 1 0,-1-1-1,1 0 1,-1 0 0,1 1 0,-1-1 0,1 1 0,-1-1 0,0 0-1,1 1 1,-1-1 0,0 1 0,1-1 0,-1 1 0,0 0 0,1-1 0,-1 1-1,0 0 1,0-1 0,0 1 0,1 0 0,-1 0 0,0 0 0,0 0 0,0 0 4,-10-1-96,8 1 62,0 0-1,0 0 0,0 0 1,0 0-1,0 1 0,0-1 1,0 1-1,-2 0 36,3 0-4,1 0 1,0 0-1,-1 0 1,1 0-1,0 0 0,0 0 1,0 0-1,0 0 1,0 0-1,0 1 0,0-1 1,0 0-1,0 1 1,1-1-1,-1 1 1,1-1-1,-1 1 0,1-1 1,-1 2 3,-2 11 98,0 1 0,1-1 0,1 1 0,0 0 1,2 0-1,-1 2-98,1 8 56,-1-22-65,0 1-1,0 0 0,0-1 1,1 1-1,0 0 0,0-1 1,0 1-1,0-1 0,0 1 1,1-1-1,-1 1 0,1-1 1,0 0-1,0 0 0,0 0 1,1 0-1,-1 0 0,3 2 10,-1-2-222,0 0 1,1 0-1,-1-1 0,1 1 0,0-1 0,-1 0 0,1 0 0,0 0 0,0-1 0,0 0 0,0 0 0,0 0 0,1-1 0,-1 1 222,18 0-2935,-1-1 0,1 0 0,5-2 2935,13-8-7321</inkml:trace>
  <inkml:trace contextRef="#ctx0" brushRef="#br0" timeOffset="3925.546">3119 726 1224,'0'0'1806,"0"0"4174,0 0-1753,0 0-2023,0 0-13,0 0 9,-13-18-585,-39-52-591,35 50-499,10 17-212,3 3-225,2 0-91,0-1 0,0 1 0,0 0 0,0 0 0,0 0 0,0 0 0,0 0 0,-1 0 0,1 1 0,0-1 0,0 1 0,0-1 0,0 1 0,0 0 0,1 0 0,-1 0 0,0 0 0,0 0 0,0 0 0,1 1 3,-2 0-24,1 0-1,0 1 0,0 0 0,0-1 1,0 1-1,0 0 0,1 0 1,-1 0-1,1 0 0,0 0 1,-1 3 24,0 5-230,-1 1 1,2-1 0,0 0 0,0 1-1,1-1 1,1 11 229,0-20-46,-1-1 0,0 0 0,1 1 1,-1-1-1,1 1 0,-1-1 0,1 1 0,-1-1 0,1 0 0,0 0 1,0 1-1,0-1 0,0 0 0,0 0 0,0 0 0,0 0 0,0 0 1,0 0-1,1 0 0,-1 0 0,0-1 0,0 1 0,1 0 0,-1-1 1,1 1-1,-1-1 0,1 1 0,0-1 46,5 2-147,0-1 0,0 0 0,0-1 0,0 1 0,2-1 147,21-3-138,-28 3 115,-1-1 0,1 0 0,0 1 0,0-1 0,-1 0 0,1 0 0,-1 0 0,1 0 0,-1-1 1,1 1-1,-1 0 0,1-1 0,0 0 23,4-5-141,10-15-188,-15 21 425,1 3-11,-1 1-1,1 0 0,-1 0 0,0 0 0,0 0 1,0 0-1,0 0 0,0 0 0,0 3-84,1 6 96,37 155 322,-31-121-258,-2 1-1,0 32-159,-5-53-23,0-6-83,-1 0-1,0-1 0,-4 21 107,3-35-20,0 0 1,0 0-1,-1 0 0,1 0 0,-1 0 1,0 0-1,-1 0 0,1 0 1,-1-1-1,0 1 0,0-1 0,0 0 1,-1 0-1,1 0 0,-1-1 1,-4 4 19,5-5-16,-1 0 1,1 0 0,0 0-1,-1-1 1,1 1 0,-1-1-1,1 0 1,-1 0 0,0 0-1,1-1 1,-1 0 0,0 1 0,0-1-1,1 0 1,-3-1 15,3 1 12,0 0 0,1-1 1,-1 1-1,0-1 0,1 0 1,-1 0-1,1 0 0,-1 0 0,1 0 1,-1 0-1,1-1 0,0 1 1,-1-1-1,1 0 0,0 0 0,0 0 1,0 0-1,1 0 0,-1 0 1,0-1-13,-1-3 19,0 1 0,1 0 0,0-1 0,0 1 0,1-1 0,-1 0 1,1 0-1,0-3-19,-1-48 159,3 37-25,-1 17-114,0 0 0,1 0 0,-1 1-1,1-1 1,0 0 0,0 0 0,0 1 0,0-1-1,1 0 1,-1 1 0,1-1 0,0 1 0,-1 0-1,1-1 1,0 1 0,0 0 0,0 0 0,1 0-1,1-1-19,7-4-32,0-1-1,0 1 1,11-4 32,-16 8-29,14-6-1073,0 1 0,0 1 0,0 1 0,19-3 1102,7-2-4117,-9-2-1103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4:12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222 471 704,'0'0'1729,"0"0"2554,0 0-1754,0 0-912,0 0 237,0 0 100,-3-2-310,1 2-1244,1-1-269,1 1-1,-1 0 0,0-1 1,0 1-1,0-1 0,0 1 1,1-1-1,-1 1 0,0-1 0,0 0 1,1 1-1,-1-1 0,0 0 1,1 1-1,-1-1 0,1 0 1,-1 0-1,1 0 0,0 0 1,-1 1-1,1-2-130,0 1 1485,0 1-412,0 0-328,0 0-213,4-5 186,1 3-673,-1 0-1,1 0 1,0 1 0,0-1 0,0 1 0,0 1 0,0-1 0,0 1-1,0-1-44,23-3 102,-4 0-313,-15 2 26,0 1-1,0-1 1,-1-1-1,1 0 0,4-2 186,-12 4-249,-1 1-32,0 0 57,-12 0-201,-47-6-617,28 5 753,13 0 111,-1 1 0,-5 1 178,20 0-8,-1-1-1,0 1 1,0 0 0,0 0 0,1 1 0,-1 0-1,0-1 1,1 1 0,0 1 0,-4 1 8,-1 3 68,1 0 0,-1 1 0,1 0 0,0 1 0,1 0 0,0 0 0,1 0 0,0 1 0,0 0 0,1 0 0,0 0 0,1 1 0,0 0 0,0 0 0,1 0 0,1 1-68,-5 25 278,2-1 0,2 1 0,1 0 0,2 12-278,0-42 39,1 1 1,-1-1-1,2 1 0,-1-1 0,1 0 1,0 1-1,0-1 0,1 0 0,0 0 1,0 0-1,1-1 0,0 1 0,0-1 1,0 0-1,1 0 0,0 0 0,0-1 1,0 0-1,1 0 0,0 0 1,0 0-1,0-1 0,5 3-39,-1-2-124,0 1 0,1-2 0,-1 1 0,1-1 0,0-1 0,0 0 0,2 0 124,9 0-1080,0-1-1,0-1 1,7 0 1080,-12-1-994,-6 0-413,0 0 0,0 0 0,0-1-1,0 0 1408,14-9-4855</inkml:trace>
  <inkml:trace contextRef="#ctx0" brushRef="#br0" timeOffset="347.95">0 660 640,'0'0'10946,"0"0"-6265,0 0-3704,0 0 359,0 0 456,0 0-823,0 0-625,87 6-344,-53 0 0,0 1-969,28 2-1087,-9 3-2529,-11-12-1760</inkml:trace>
  <inkml:trace contextRef="#ctx0" brushRef="#br0" timeOffset="693.996">402 672 576,'0'0'4557,"0"0"918,0 0-3095,0 0-1074,0 0 609,0 0-181,0 18-569,-1 54-375,1-50-287,1 1 1,1 0 0,1-1 0,2 7-504,-4-22 36,2-4-359,-1-7 154,3-11-112,-5 15 244,7-22-617,2 0-1,0 1 1,1 0-1,1 0 0,6-7 655,2 4-253,-18 22 364,0 1 0,0 0 1,0 0-1,1 0 0,-1 0 1,0 0-1,1 0 0,-1 1 0,0-1 1,1 0-1,-1 1 0,1-1 1,-1 1-1,1-1 0,-1 1 0,2 0-111,0 3 745,16 57 1004,-16-47-1884,0 0 1,1 1-1,1-1 1,0-1 0,1 1-1,1-1 1,0 0-1,4 6 135,-5-11-915,1 0-1,-1-1 1,1 1-1,0-1 1,1-1 0,-1 1-1,1-1 916,18 6-5761</inkml:trace>
  <inkml:trace contextRef="#ctx0" brushRef="#br0" timeOffset="1131.379">819 706 936,'0'0'10919,"0"0"-6828,0 0-2223,0 0-8,0 0-471,5-6-830,-2 1-516,-2 4-41,0-1 0,0 1 0,0-1 1,1 1-1,-1-1 0,0 1 1,1-1-1,-1 1 0,1 0 1,-1 0-1,1 0 0,0 0 1,-1 0-1,1 0 0,0 0 0,0 1 1,0-1-1,0 1 0,0-1 1,-1 1-1,1 0 0,2-1-2,1 2 4,0 0-1,0 0 1,-1 0-1,1 1 1,0-1-1,-1 1 1,1 0-1,-1 0 1,0 1-1,0-1 1,0 1-1,0 0 1,0 0-1,2 3-3,5 4-16,-1 1 0,0 0 0,0 0 1,3 7 15,-8-10-115,-1-1 0,1 1 0,-1 1 0,0-1 0,-1 0 0,0 1 0,-1 0 0,0 0 1,0 0-1,0 0 0,-1 0 0,-1 0 0,0 8 115,0-15-21,0-1 0,0 1 1,0-1-1,-1 1 0,1-1 0,0 1 1,-1-1-1,1 1 0,-1-1 0,0 1 0,1-1 1,-1 1-1,0-1 0,0 0 0,0 0 1,0 1-1,0-1 0,0 0 0,0 0 0,-1 0 1,1 0-1,0 0 0,0 0 0,-1-1 1,1 1-1,-1 0 0,1-1 0,-1 1 1,1-1-1,-1 1 0,1-1 0,-2 1 21,-6 0-21,0 0 0,-1 0-1,1 0 1,-1-1 0,-2-1 21,-3 1-71,15-1 70,-1 1 0,1 0 0,-1-1-1,1 1 1,-1 0 0,1-1 0,0 1-1,-1 0 1,1-1 0,0 1 0,-1-1-1,1 1 1,0-1 0,-1 1 0,1-1 0,0 1-1,0-1 1,0 1 0,-1-1 0,1 1-1,0-1 1,0 1 0,0-1 0,0 0-1,0 1 1,0-1 0,0 1 0,0-1-1,0 0 2,0-23-107,1 18 37,-1 3 39,0-1 0,1 1 1,0 0-1,-1 0 0,1-1 0,1 1 1,-1 0-1,0 0 0,1 0 0,-1 0 0,1 0 1,0 1-1,0-1 0,0 0 0,0 1 0,1-1 1,-1 1-1,1 0 31,7-7-103,0 2 1,1-1-1,0 2 1,0-1 102,3-1 33,0 1 0,0 1 0,1 0 0,-1 1 0,1 1 0,0 0 0,1 0 0,-1 2 0,1 0 0,-1 1 0,7 1-33,-22 0 40,1 0 0,0 0 0,0 0 1,0 0-1,0 0 0,0 1 0,0-1 1,0 0-1,-1 1 0,1-1 1,0 1-1,0-1 0,0 1 0,-1-1 1,1 1-1,0 0 0,-1-1 0,1 1 1,0 0-1,-1 0 0,1-1 0,-1 1 1,1 0-1,-1 1-40,10 24 53,-6-11-150,-3-13-15,0-1 0,-1 1 0,1-1 0,0 1 0,0-1 0,0 1 0,0-1 0,1 0-1,-1 1 1,0-1 0,0 0 0,1 0 0,-1 0 0,1 0 112,16 5-5385,-8-5-1429</inkml:trace>
  <inkml:trace contextRef="#ctx0" brushRef="#br0" timeOffset="1462.86">1140 378 15403,'0'0'2617,"0"0"-2033,0 0-280,0 0-304,0 0-1720,0 0-3417,0 0-441</inkml:trace>
  <inkml:trace contextRef="#ctx0" brushRef="#br0" timeOffset="1812.585">1426 0 160,'0'0'8634,"0"0"-3029,0 0-3929,0 0-1070,0 0 463,0 0 186,0 29-173,-2 188 1069,1-52-389,2 176-2352,-1-335 184,1 1-1,0 0 1,0 0 0,0 0-1,1-1 1,0 1-1,2 2 407,-3-6-409,0-1-1,0 0 1,0 1-1,0-1 1,1 0-1,-1 0 1,1 0-1,0 0 1,0 0-1,-1 0 0,1-1 1,0 1-1,1-1 1,-1 1-1,0-1 1,0 0-1,0 0 1,1 0-1,-1 0 1,2 1 409,2-1-1902,0-1 1,0 1 0,0-1-1,6 0 1902,-1 0-2160,9 0-345</inkml:trace>
  <inkml:trace contextRef="#ctx0" brushRef="#br0" timeOffset="2160.63">1567 820 1168,'0'0'1381,"0"0"3146,0 0-670,0 0-1695,0 0-230,3-5-65,0 2-1571,-2 1-213,0 1 0,0-1-1,0 1 1,0 0 0,0-1 0,0 1-1,1 0 1,-1 0 0,0 0-1,1 0 1,-1 0 0,1 0-1,-1 0 1,1 0 0,-1 1-1,1-1 1,0 1 0,-1-1-1,2 1-82,3-2 213,2 1 66,0-1 0,0 0 1,-1 0-1,1-1-279,-6 2 32,1 0-1,-1 0 0,0 0 0,0-1 1,0 1-1,0 0 0,0-1 0,0 0 0,-1 1 1,1-1-1,0 0 0,-1 0 0,1 0 1,-1 0-1,0 0 0,0 0-31,3-8-91,-1 0 0,0 0-1,0 0 1,-1 0 0,-1-1-1,0 1 1,0 0 0,-1-1 0,0-5 91,0 14 2,0 1 1,0-1-1,0 1 1,-1-1-1,1 0 1,0 1-1,-1-1 1,1 1 0,-1-1-1,1 1 1,-1-1-1,0 1 1,1-1-1,-1 1 1,0 0-1,0-1 1,0 1 0,0 0-1,0 0 1,0-1-1,-1 1 1,1 0-1,0 0 1,-1 1-1,1-1 1,0 0 0,-1 0-1,0 0-2,-3 0 68,-1-1 1,1 1-1,-1 0 0,0 0 0,1 1 1,-1-1-1,-4 1-68,8 1 24,0-1 0,1 1 0,-1-1 0,1 1 0,-1-1 0,1 1 0,0 0 0,-1-1 0,1 1 0,-1 0 0,1 0 1,0 0-1,0 0 0,0 0 0,0 1 0,0-1 0,0 0 0,0 0 0,0 1 0,0-1 0,0 1 0,1-1 0,-1 0 0,0 1-24,-3 8 222,0 1 0,1-1 0,-1 4-222,1-5 147,-1 8 103,1 1 1,0-1-1,1 1 1,1 0-1,1 0 1,2 16-251,-2-31 1,1 1 0,-1-1 1,1 1-1,0-1 1,0 0-1,1 1 0,-1-1 1,0 0-1,1 0 1,0 0-1,0 0 0,0 0 1,0 0-1,0 0 1,1-1-1,-1 1 0,1-1 1,0 0-1,0 0 1,-1 0-1,1 0 0,1 0 1,-1 0-1,1 0-1,2 0-147,-1 0-1,1 0 1,0 0 0,-1-1-1,1 1 1,0-1 0,0-1-1,0 1 1,0-1-1,0 0 1,0-1 0,0 1-1,0-1 1,4-1 147,-3 0-760,0-1-1,-1 0 1,1 0 0,0-1-1,-1 0 1,0 0 0,0 0 0,0-1-1,0 0 1,-1 0 0,4-4 760,21-29-9242</inkml:trace>
  <inkml:trace contextRef="#ctx0" brushRef="#br0" timeOffset="2507.449">1663 399 3473,'0'0'2024,"0"0"4786,0 0-4442,0 0-127,0 0 455,0 0-871,0 0-1225,17-75-600,2 69-72,1 0-608,3 6-921,7 0-1239,-1 6-1937,-7 6-1241</inkml:trace>
  <inkml:trace contextRef="#ctx0" brushRef="#br0" timeOffset="2851.355">2164 606 13755,'0'0'4793,"0"0"-3289,0 0 153,0 0-353,0 0-856,0 0-408,0 0-40,-6 6-440,6 0-1176,3 9-1217,14 0-2584,-3-3-3097</inkml:trace>
  <inkml:trace contextRef="#ctx0" brushRef="#br0" timeOffset="3190.619">2186 853 4505,'0'0'4665,"0"0"896,0 0-3656,0 0-129,0 0-48,0 0-1096,0 0-632,-17 0-192,17 0-912,0 3-2929,3-3-4529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4:18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69 333 1456,'0'0'5048,"0"0"-1194,0 0-1337,0 0-126,0 0-328,0 0-777,-19 0 2418,17 0-3700,0 0 0,0 0 0,0-1-1,1 1 1,-1-1 0,0 1 0,1-1-1,-1 0 1,0 0 0,1 0-1,-1 0 1,1 0 0,-1 0 0,1 0-1,0 0 1,-1 0 0,1-1-1,0 1 1,0-1 0,0 1 0,0-1-1,0 1 1,0-1 0,0 0 0,1 1-1,-1-1 1,0 0 0,1 0-4,-3-7-217,1 1 1,0 0 0,1 0-1,0-1 1,0-4 216,1 6-156,-1-5-84,1 0 0,0 0 0,0 0 0,2-5 240,-1 13-49,0 1 0,0-1-1,0 1 1,0 0 0,0-1 0,1 1 0,-1 0-1,1 0 1,0 0 0,0 0 0,0 0 0,1 1-1,-1-1 1,1 1 0,-1-1 0,4-1 49,-3 1-51,1 1 0,0 0-1,0-1 1,0 2 0,0-1 0,1 0 0,-1 1 0,0 0 0,5-1 51,3 1-131,0 0 0,12 0 131,-20 1-25,-2 0 20,-1 0-1,1 1 1,-1-1 0,1 0 0,-1 0-1,1 1 1,-1-1 0,1 1-1,-1 0 1,1-1 0,-1 1-1,0 0 1,1 0 0,-1-1 0,0 1-1,0 0 1,0 0 0,1 1 5,0 1-2,0-1 0,0 1 0,0 0 0,-1-1 0,1 1 0,-1 0 0,0 0 0,0 0 0,0 1 2,2 8 6,-1 0 0,0 0 0,-1 0 0,0 9-6,0 22 156,-3 24-156,1-52 69,-1 0 1,-1 1-1,-1-1 0,0 0 1,0 0-1,-3 1-69,-12 27 154,-2-1 0,-1-2 1,-14 17-155,28-45-2,4-8-4,0 1 0,1 0 0,-1 0 0,1 1 0,1-1 0,-1 0 0,1 1 0,0 0 0,0 0 0,0-1 0,1 1 0,0 4 6,1-10 23,0 1 0,0 0-1,1-1 1,-1 1 0,0 0 0,0-1-1,1 1 1,-1 0 0,1-1 0,-1 1-1,1-1 1,-1 1 0,1 0 0,-1-1-1,1 1 1,-1-1 0,1 0-1,0 1 1,-1-1 0,1 1 0,0-1-1,-1 0 1,2 1-23,19 6 639,-19-6-551,29 6 1030,12 1-1118,17 4 201,7 0-1148,-57-10-501,0-1 0,0 1 1,1-2-1,-1 1 0,5-1 1448,-6 0-2337,9 0-6056</inkml:trace>
  <inkml:trace contextRef="#ctx0" brushRef="#br0" timeOffset="650.486">576 0 6369,'0'0'4580,"0"0"-2720,0 0-705,0 0-104,0 0-492,0 0 48,-1 22 281,0-6-716,-1 11 135,2 0 0,1 0 0,1 0 0,4 20-307,12 65 149,-6 0-1,-5 1 1,-4 26-149,-3-138 46,1-8 15,0 1 0,1 0 0,-1 1 0,1-1 0,1 0-1,-1 0 1,1 1 0,0 0 0,0-1 0,3-2-61,4-7 28,-4 3 6,1 0 0,0 1 0,1 1 0,0-1 0,1 1 0,0 0 0,1 1 1,-1 0-1,2 1 0,7-6-34,-11 9 1,-6 4-2,0 1 1,-1-1-1,1 0 1,0 0-1,0 1 1,0-1-1,0 1 1,0-1-1,0 1 1,0-1-1,0 1 1,0-1-1,0 1 1,0 0-1,1-1 1,-1 1-60,-1 0-101,0 0-105,-19 0-576,18 1 843,0-1 0,0 0 0,0 1 0,0-1 0,0 1 0,0-1 0,0 1 0,1-1 1,-1 1-1,0-1 0,0 1 0,1 0 0,-1 0 0,0-1 0,1 1 0,-1 0 0,1 0 0,-1 0 0,1-1 1,-1 1-1,1 0 0,-1 0 0,1 0 0,0 0 0,0 0 0,0 0 0,-1 0 0,1 0 0,0 1-1,-2 29 281,1-13-43,1-11-123,0 1 0,0 0-1,1-1 1,0 1 0,1 4-115,-1-9-11,0 0-1,0 0 1,0-1 0,0 1-1,1-1 1,-1 1 0,1-1-1,0 1 1,0-1 0,0 0-1,0 0 1,0 0 0,0 0-1,0 0 1,1-1 0,1 2 11,3 1-298,0 0 1,1-1 0,-1 0 0,1 0 0,0-1 0,0 0 0,0 0-1,0-1 298,20 3-3755,19 0 3755,-29-3-1529,27 0-4498</inkml:trace>
  <inkml:trace contextRef="#ctx0" brushRef="#br0" timeOffset="1276.606">1169 486 16,'0'0'6285,"0"0"-1364,0 0-2245,0 0-360,0 0 42,0 0-664,-16-14-945,-53-42-490,66 54-248,0 0 0,0 0 0,-1 0 0,1 0 0,-1 0 0,-2 0-11,-7 2 13,4 0-23,7 0 5,-1 1 0,0-1 1,1 0-1,-1 1 0,1-1 0,-1 1 0,1 0 0,0 0 0,-1 0 0,1 0 1,0 0-1,-1 0 0,1 1 0,0-1 0,0 1 0,0 0 0,0 0 5,-1 1 6,0 1 0,0 0 0,0 0 0,0 0 0,1 0 0,-1 0-1,1 1 1,0-1 0,1 2-6,-3 6-20,0 2 0,1-1-1,1 0 1,0 0 0,1 1-1,1 7 21,0-11-64,-1-4-32,1-1 0,0 1 0,1 0 0,0 0 0,0-1 0,0 2 96,0-6-62,-1 1 1,1 0-1,0 0 0,0 0 0,0-1 0,0 1 1,0-1-1,0 1 0,0-1 0,1 1 0,-1-1 1,0 0-1,1 1 0,-1-1 0,1 0 0,0 0 1,-1 0-1,1 0 0,0 0 0,0-1 0,0 1 62,3 1-187,1 0-1,0-1 0,-1 0 0,1 0 0,0 0 0,0-1 1,0 1-1,0-2 0,5 1 188,-7-1-73,-1 1-1,1-1 1,0 0 0,-1 0 0,0 0 0,1 0-1,-1-1 1,0 1 0,1-1 0,-1 0 0,0 0-1,0 0 1,-1 0 0,1-1 0,0 1-1,1-3 75,-3 3-12,2-1 8,0 0-1,0-1 1,0 0 0,-1 1 0,1-1-1,-1 0 1,0-1 0,0 1-1,-1 0 1,1 0 0,0-5 3,-2 8 772,0 1 8,0 0-161,0 2-270,1 14-169,1 0 0,0-1 0,2 1 0,2 8-180,4 14 286,6 48-262,-3 0 0,-4 1 0,-2 76-24,-7-159-86,0 1-1,0-1 1,0 0 0,-1 0-1,0 0 1,1 0 0,-2 1-1,1-1 1,0 0 0,-1-1 0,0 1-1,0 0 1,0 0 0,0-1-1,0 1 1,-1-1 0,0 0-1,1 1 1,-1-1 0,-1-1 0,1 1-1,0 0 1,-1-1 0,1 0-1,-1 1 1,0-2 0,1 1-1,-5 1 87,2-1-144,-1 0-1,0 0 0,0-1 0,0 0 0,0-1 0,0 1 1,0-2-1,-4 1 145,-3 0-141,12 0 143,0 0-1,0-1 1,0 1-1,0 0 0,0 0 1,0-1-1,0 0 1,0 1-1,1-1 1,-1 0-1,0 0 0,0 0 1,1 0-1,-1 0 1,1 0-1,-1 0 0,1 0 1,-1-1-2,-1-1 42,1 0 1,0 1-1,1-1 1,-1 0-1,0 0 1,1 0-1,0 0 1,0-1-1,0 1 1,0-2-43,-2-9 386,1-1 0,1 1-1,0-1 1,1-11-386,1 13 354,-2 8-258,2 0 1,-1 0 0,0 1 0,1-1-1,0 0 1,0 1 0,1-1 0,-1 1 0,1-1-1,0 1 1,0 0 0,0 0 0,1 0-1,-1 0 1,1 0 0,0 0 0,0 1-1,1-1 1,2-2-97,2 1 0,-1 0-1,1 0 1,0 1-1,0 0 1,0 0-1,1 1 1,-1 0-1,1 0 1,0 1-1,0 1 1,35-8-800,20-4-2863,-37 2-1640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4:20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17 435 936,'0'0'6374,"0"0"-1433,0 0-2693,0 0-198,0 0 165,0 0-845,-3-4-788,-8-14-231,11 18-343,0 0 0,0 0 0,0 0 1,0 0-1,0 0 0,0 0 0,0 0 0,0 0 0,0 0 0,0 0 0,0 0 0,-1 1 1,1-1-1,0 0 0,0 0 0,0 0 0,0 0 0,0 0 0,0 0 0,0 0 0,0 0 1,0 0-1,0 0 0,0 0 0,0 0 0,0 0 0,0 0 0,0 0 0,-1 0 0,1 0 0,0 0 1,0 0-1,0 0 0,0 0 0,0 0 0,0 0 0,0 0 0,0 0 0,0 0 0,0-1 1,0 1-1,0 0 0,0 0 0,0 0 0,0 0 0,0 0 0,0 0 0,0 0 0,0 0 1,-1 0-1,1 0 0,0 0 0,0 0 0,0 0 0,0 0 0,0 0 0,0 0 0,0 0 0,0-1 1,0 1-1,0 0 0,0 0 0,0 0-8,0 6 61,0-4 9,3 347 922,-3-778-5096,0 359 4688,0 67-568,0-1 0,1 1 0,-1 0 0,1 0 0,0 0 0,0 0 0,0-1 0,0 1 0,0 0 0,1 1 0,-1-1 0,1 0 0,0 0 0,0 1 0,0-1 0,0 1 0,0-1 0,1 1 0,-1 0 0,1 0 1,-1 0-1,1 0 0,0 1 0,0-1 0,-1 1 0,1-1 0,1 1 0,-1 0 0,0 0 0,0 1 0,0-1 0,0 0 0,1 1 0,1 0-16,35-2 162,13 3-162,-12-1-21,-34 0-115,0 1 0,1-1 1,-1 1-1,0 0 0,1 1 0,-1 0 0,0 0 1,0 0-1,2 2 136,-5-2-498,0 1 1,0-1-1,0 1 0,0-1 1,-1 1-1,0 0 1,1 0-1,-1 1 1,0-1-1,-1 1 0,1-1 1,-1 1-1,1 0 1,-1 0-1,1 3 498,2 11-5260</inkml:trace>
  <inkml:trace contextRef="#ctx0" brushRef="#br0" timeOffset="345.812">3 489 184,'0'0'10234,"0"0"-5865,0 0-3385,0 0 657,0 0 31,0 0-928,0 0-656,68 15-88,-32-3-832,18-3-1512,-7-3-2810,-4 0-3527</inkml:trace>
  <inkml:trace contextRef="#ctx0" brushRef="#br0" timeOffset="1148.536">509 624 1168,'0'0'4419,"0"0"-668,0 0-2033,0 0-181,0 0 426,0 0-386,-11-12-550,-37-39-419,47 49-588,-1 1-1,1-1 1,-1 0 0,1 1 0,-1 0 0,0-1 0,0 1-1,0 0 1,0 0 0,0 0 0,0 0 0,0 0 0,0 1-1,0-1 1,0 0 0,-1 1 0,1 0 0,0 0 0,0-1-1,0 1 1,-1 0 0,1 1 0,0-1 0,-1 0-20,-9 1 7,9 0-3,-1-1 0,1 1 0,0-1 0,-1 1 0,1 0 0,0 0 0,0 1 0,0-1 1,0 1-1,0-1 0,0 1 0,0 0 0,1 0 0,-1 0 0,1 1 0,-1-1 0,1 0 1,0 1-1,0 0 0,0-1 0,0 1 0,0 0 0,1 0 0,-1 0 0,0 2-4,-2 5 49,0 0 1,1 0-1,0 0 0,1 0 0,0 0 0,0 1 0,1 8-49,0-11 3,1 2 2,0 0 0,0 0 0,0 0 0,2 4-5,-1-12-16,-1 1 0,1 0-1,0-1 1,-1 1 0,1-1 0,1 0-1,-1 1 1,0-1 0,0 0 0,1 1 0,0-1-1,-1 0 1,1 0 0,0 0 0,0 0-1,0-1 1,0 1 0,1 0 16,2 1-96,0-1-1,0 1 1,0-1-1,0 0 1,0-1-1,1 1 1,1-1 96,-3 0-55,-1-1 1,1 1-1,-1-1 0,1 0 1,-1 0-1,0 0 0,1 0 1,-1-1-1,1 1 0,-1-1 1,0 0-1,3-1 55,-2-1-104,0 1 0,0-1 0,0 0 0,0-1 0,0 1 0,-1-1 0,1 1 0,-1-1 0,0 0 0,0 0 0,0-1-1,0 0 105,5-11-773,0 0 0,5-16 773,-4 7-524,-2-1 1,-1-1 523,-2 6 5310,-4 33-5182,1 1-1,0-1 1,1 0-1,1 0 0,0 0 1,0 0-1,1 0 1,1-1-1,0 0 1,1 0-1,6 10-127,-10-17 25,1 0 0,0-1 1,0 1-1,0-1 0,1 0 0,-1 0 1,1-1-1,-1 1 0,1-1 0,0 1 1,0-1-1,4 1-25,-6-2-12,1 0-1,0 0 1,-1 0-1,1-1 1,0 0-1,-1 1 1,1-1-1,0 0 1,0 0-1,-1 0 1,1-1-1,0 1 1,0 0 0,-1-1-1,1 0 1,0 0-1,-1 0 1,1 0-1,-1 0 1,1 0-1,1-2 13,4-3-145,-1-1 0,1 0 1,-1-1-1,0 1 0,-1-1 0,0 0 0,3-6 145,6-11-584,-1-1 0,1-4 584,4-10-525,13-44 525,-31 81 346,0 0 434,-2 4-3,0 11-529,2 43 210,3 17-458,-2-54 25,0-1 0,2 1 0,0-1 0,1 0 0,1 0 0,1 2-25,-5-14 2,0-1-1,0 0 0,0 1 0,1-1 1,2 3-2,-4-6-20,0 0 1,0 0-1,0 0 1,1 0-1,-1 0 1,0 0-1,1 0 1,-1 0-1,0 0 1,1-1-1,-1 1 1,1 0-1,-1-1 1,1 0-1,-1 1 1,1-1-1,-1 0 1,1 0-1,1 1 20,7-1-161,-8 0 126,0 0 0,1 1 1,-1-1-1,0 0 0,0 0 0,0-1 0,1 1 0,-1 0 0,0-1 1,0 1-1,0-1 0,0 0 0,0 1 0,0-1 0,0 0 0,0 0 1,0-1-1,0 1 0,0 0 0,-1-1 0,1 1 0,0-1 0,0 0 35,5-9-274,1 1-1,-2-2 0,1 1 1,-2-1-1,1 0 0,-2 0 1,1 0-1,1-12 275,-3 8 521,0 0 1,-1 0-1,-1 0 0,0-6-521,-1 21 923,0 1-279,0 0-278,0 2-170,2 13 47,0-1 0,1 0 0,0 0 0,1 0 0,1 0 1,2 3-244,-4-10 16,-3-5-54,4 10 33,1 0 0,0-1 0,4 5 5,-8-14-380,0 1-1,1-1 1,0 1-1,-1-1 1,1 0-1,0 0 1,0 0-1,0 0 1,1 0-1,-1 0 1,0-1-1,1 1 1,-1-1-1,1 1 0,0-1 1,-1 0-1,3 0 381,7 0-6853</inkml:trace>
  <inkml:trace contextRef="#ctx0" brushRef="#br0" timeOffset="1915.648">1095 405 15795,'0'0'2039,"0"0"-1173,0 0-186,0 0-1055,0 0-1712,7 0-525,-4 0 2151,1 0 0,-1 0-1,1 1 1,0-1 0,-1 1 0,1 0 0,-1 0 0,1 0 0,-1 0 0,1 0 0,-1 1 0,0 0 0,0 0 0,0 0 0,3 1 461,25 27-5478,-7 3 3620,-20-26 2047,-1-1 0,0 0 0,0 1 0,-1 0 0,0-1 0,0 1 0,0 0 0,-1 0 0,0 0 0,0 3-189,-1 64 6567,0-44-3490,1 1 0,1 0-1,3 11-3076,-6-51 196,1 0 0,1 0 0,-1-1 0,2 1-1,-1 0 1,1 0-196,3-12-547,0 0 0,6-14 547,-3 15-727,1 0 0,3-3 727,-8 15-138,0 1 0,1 1 0,0-1 0,0 1 0,0 0 0,1 0 0,4-4 138,-8 9 55,-1 0 0,1 1 0,0-1 1,0 0-1,-1 0 0,1 1 0,0-1 0,0 1 0,0-1 1,0 1-1,0 0 0,0 0 0,0 0 0,0 0 0,1 0-55,2 0 356,-4 1-305,0-1 1,-1 0-1,1 0 0,0 1 1,-1-1-1,1 1 1,0-1-1,-1 0 1,1 1-1,0-1 0,-1 1 1,1 0-1,-1-1 1,1 1-1,-1-1 0,1 1 1,-1 0-1,1-1 1,-1 1-1,0 0 0,1 0 1,-1-1-1,0 1 1,0 0-1,1 0 0,-1 0-51,6 26 455,-5-21-334,-1-2-56,7 30 1180,7 21-1245,-11-44 99,1-1 0,0 0 1,0 0-1,1-1 0,0 1 0,1-1 1,4 4-100,-8-10 11,1-1 1,0 1 0,-1-1-1,1 1 1,1-1-1,-1 0 1,0 0 0,0-1-1,1 1 1,-1-1-1,1 1 1,-1-1 0,1 0-1,0-1 1,0 1-1,-1 0 1,2-1-12,9 1-123,0-1 0,1 0 0,11-3 123,-18 2-127,0-1 0,0 0 1,0 0-1,0-1 1,-1 0-1,1-1 1,-1 0-1,0 0 0,0 0 1,0-1-1,-1 0 1,1 0 126,4-5-184,0 0 0,-1 0 0,0-1-1,-1 0 1,0-1 0,1-4 184,-6 10 31,0-1 0,-1 1 0,0-1-1,0 0 1,-1 0 0,0-1 0,0 1 0,-1 0-1,0-1 1,0 1 0,-1-1 0,1 1-1,-2-1 1,1 1 0,-1-1 0,-1-3-31,1 9 77,1 0 1,-1-1 0,0 1 0,0 0 0,0 0 0,0 0 0,0 0 0,-1 0 0,1 0 0,0 1-1,-1-1 1,1 0 0,-1 1 0,0-1 0,0 1 0,1 0 0,-1-1 0,0 1 0,0 0 0,0 0-1,-1 0 1,1 0 0,-1 0-78,-2 0 146,-1 0 0,1 0-1,-1 0 1,0 1 0,1 0 0,-1 0-1,1 0 1,-1 0 0,0 1-146,3 0 40,1-1 0,0 1 0,0 0-1,0 0 1,0 0 0,0 0 0,0 0 0,0 0 0,1 0 0,-1 0 0,0 1 0,1-1 0,-1 1-1,0-1 1,1 1 0,0 0 0,-1-1 0,1 2-40,-4 4 170,1 2 0,0-1 0,-3 7-170,4-9 79,-2 8 10,1 0-1,0 1 1,1-1 0,0 0-1,1 1 1,1 0 0,0 0-1,1 5-88,0-14-10,0-1 0,0 0-1,0 1 1,1-1 0,-1 0-1,1 0 1,1 1 0,-1-1 0,1 0-1,0 0 11,-1-3-26,0 0 0,0-1 0,0 1 0,1-1 0,-1 1-1,0-1 1,1 1 0,-1-1 0,1 0 0,0 0 0,-1 0 0,2 0 26,1 1-104,1 0 0,-1 0 0,1 0 0,0-1 0,-1 0 0,5 0 104,126 14-4342,-72-14-2160</inkml:trace>
  <inkml:trace contextRef="#ctx0" brushRef="#br0" timeOffset="2665.765">2301 624 176,'0'0'13211,"0"0"-9114,0 0-2401,0 0-8,0 0-567,0 0-1089,0 0-32,14 0-344,3 0-489,17 12-1415,-6-9-2529,-8 0-2569</inkml:trace>
  <inkml:trace contextRef="#ctx0" brushRef="#br0" timeOffset="3012.595">2301 624 13115,'-39'193'2952,"39"-193"-1343,0 0 191,11 0-416,6 0-887,6 0-497,-1 0-272,23 0-1001,-5 6-1639,-7-3-3218</inkml:trace>
  <inkml:trace contextRef="#ctx0" brushRef="#br0" timeOffset="3681.057">2906 342 1008,'0'0'9424,"0"0"-5625,0 0-2515,0 0 258,0 0 156,0 0-667,-4-14-442,-11-46-101,15 57-444,-1 1-1,0-1 0,1 1 1,0-1-1,-1 1 1,1-1-1,0 1 1,0-1-1,1 0 1,-1 1-1,1-1 0,-1 1 1,1-1-1,0 1 1,-1-1-1,1 1 1,1 0-1,-1-1 0,0 1 1,0 0-1,1 0 1,-1 0-1,1 0 1,0 0-1,0 0 1,0 0-1,0 1 0,0-1 1,0 1-1,0-1-43,5-1-7,0 0 0,-1 0 0,1 0 0,0 1 0,1 0 0,-1 1 0,0 0 0,4-1 7,-3 1-25,0 1 0,0-1 0,0 1 0,0 0 1,0 1 24,-6-1-17,0 1 0,1-1 0,-1 1 1,0-1-1,0 1 0,0 0 1,1 0-1,-1 0 0,0 0 0,0 0 1,0 1-1,-1-1 0,1 0 1,0 1-1,0 0 0,-1-1 0,1 1 1,0 1 16,2 3-102,-1 0 1,0 0 0,0 1 0,0-1-1,-1 1 1,0 0 0,0 0-1,0 0 1,-1 4 101,2 12-195,-2 0-1,-1 7 196,0-18-34,0-5 56,-1 0-1,0 0 1,0 0 0,0 0-1,0 0 1,-1 0-1,-1-1 1,1 1-1,-1-1 1,0 1 0,0-1-1,-1 0 1,0 0-1,0-1 1,0 1-1,-1-1 1,0 0 0,0 0-1,0 0 1,0-1-1,-1 1 1,0-1-1,-1 0-21,6-4 64,1 0-6,0 0-125,8 1-269,17 6 120,0 1 0,0 1 0,-1 2 0,14 7 216,-29-13 0,1 1-1,-1 1 0,0-1 0,0 2 0,4 4 1,-8-7-9,-1 0 0,0 0 0,0 0 0,-1 0 0,1 0 0,-1 1-1,-1 0 1,1 0 0,-1-1 0,1 2 9,-2 0 30,1 1 1,-1-1-1,-1 0 0,1 0 0,-1 0 0,0 0 0,-1 1 1,-1 5-31,2-10 36,-1-1 0,0 0 0,1 0 0,-1 0 0,0 0 0,0 0 0,-1-1 0,1 1 0,0 0 0,-1 0 0,1-1 0,-1 1 0,1-1 0,-1 1 1,0-1-1,-1 1-36,-4 2 142,0 0 1,0 0 0,-7 1-143,10-3 57,-7 2-18,-1 0 0,0 0 0,0-2 0,0 1 0,0-2 0,-9 1-39,-41 0-2981,61-2 2952,-2 0-617,2 0 505,1 0 0,0 0 0,0 0 0,-1 0 0,1 0 0,0 0 0,-1 0 1,1 0-1,0 0 0,0 0 0,-1 0 0,1 0 0,0 0 0,-1 0 0,1 0 0,0 0 0,-1 0 0,1 0 0,0 0 0,0 0 0,-1-1 1,1 1-1,0 0 0,0 0 0,-1 0 0,1 0 0,0-1 0,0 1 0,0 0 0,-1 0 0,1-1 0,0 1 0,0 0 0,0 0 0,0-1 1,0 1-1,-1 0 0,1 0 0,0-1 0,0 1 0,0 0 0,0 0 0,0-1 0,0 1 0,0 0 0,0-1 0,0 1 0,0 0 0,0-1 1,0 1 140,0-14-6895</inkml:trace>
  <inkml:trace contextRef="#ctx0" brushRef="#br0" timeOffset="4303.515">3384 0 13411,'0'0'2280,"0"0"-1330,0 0-205,0 0 164,0 0-600,0 0-158,-1 25 301,1-3-304,-4 147 891,4-109-596,-1 64-13,6 0 0,7 12-430,-9-111-733,-1 0 1,-1 0 732,0-35-164,0 1 0,0-1-1,1 1 1,0-1-1,0 1 1,1 0 0,1 0-1,0 0 1,1-3 164,4-5-6,1 1 1,0 0-1,1 1 1,6-6 5,13-7 652,-29 27-678,-1 1-148,0 0-84,-1 0 244,1 0-1,0 0 0,-1 0 0,1 0 0,0 0 1,-1 1-1,1-1 0,-1 0 0,1 0 0,0 0 0,-1 0 1,1 0-1,0 0 0,-1 1 0,1-1 0,0 0 1,0 0-1,-1 0 0,1 1 0,0-1 0,-1 0 1,1 0-1,0 1 0,0-1 0,-1 0 0,1 1 0,0-1 1,0 0 14,-4 9 215,1 1-1,0-1 1,0 0 0,1 1 0,0 0 0,0 4-215,0 13 1086,1 20-1086,1-45-30,1-1 1,-1 1-1,1 0 1,-1-1-1,1 1 1,-1 0-1,1-1 1,0 1-1,0-1 1,0 0-1,0 1 1,0-1-1,0 0 1,1 1-1,-1-1 1,0 0-1,1 0 1,-1 0-1,0 0 1,1 0-1,-1 0 1,2 0 29,4 2-558,0 1-1,1-1 1,-1 0 0,6 0 558,11 2-2556,-1-2 0,1-1 1,-1-1-1,1-1 0,3-1 2556,-26 1-69,54-3-4943</inkml:trace>
  <inkml:trace contextRef="#ctx0" brushRef="#br0" timeOffset="4865.491">3916 603 1072,'0'0'4354,"0"0"235,0 0-1165,0 0-544,0 0-338,0 0-527,-12-21-720,-39-63-654,49 82-610,1-1 0,-1 1 1,0 0-1,0-1 1,0 1-1,0 0 1,-1 0-1,0 0-31,2 1 9,1 1 0,-1 0-1,1 0 1,-1-1 0,1 1 0,-1 0-1,0 0 1,1 0 0,-1 0 0,1 0-1,-1 0 1,1 0 0,-1 0-1,0 0 1,1 0 0,-1 0 0,1 0-1,-1 1-8,-5-1 45,2 0-41,0 0-1,0 0 1,0 1-1,0-1 1,0 1-1,-2 0-3,4 0 1,0 0-1,0 0 1,0 1-1,0-1 1,0 0 0,0 1-1,1-1 1,-1 1-1,0-1 1,1 1-1,-1 0 1,1 0-1,-4 4 7,0 1 0,1 0 0,0-1 0,0 2 0,1-1 0,-1 0 0,2 1 0,-1-1 0,0 4-7,0 4-148,1 1 0,0-1 0,1 0 0,1 8 148,0-21-72,1 0 1,-1 0 0,0 0-1,1 0 1,0-1 0,-1 1-1,1 0 1,0 0 0,0-1-1,0 1 1,0 0 0,0-1-1,0 1 1,1-1-1,-1 1 1,0-1 0,1 0-1,-1 1 1,1-1 0,-1 0-1,1 0 1,0 0 0,-1 0-1,1 0 1,0-1 0,0 1-1,0 0 1,0-1 0,1 1 71,6 1-319,1 0 0,0-1 1,-1 1-1,1-2 0,5 0 319,-5 1-237,-6-1 121,0 0 1,0 0-1,-1 0 1,1 0-1,0 0 0,0-1 1,0 1-1,-1-1 1,1 0-1,0-1 0,-1 1 1,1 0-1,-1-1 1,1 0-1,-1 0 0,1-1 116,0 1-5,17-17-688,-20 17 834,0 1 1,0 0 0,1 0 0,-1-1 0,-1 1-1,1 0 1,0-1 0,0 1 0,0-1 0,-1 1-1,1-1 1,-1 1 0,1-1 0,-1 0 0,0 0-142,0 6 112,1 0 0,-1 0 0,1-1-1,0 1 1,0-1 0,0 2-112,3 9 245,19 83 1019,-11-54-1015,-2 0 0,-2 0 0,-2 1 0,-1 13-249,-5-41 10,2 29-61,-5 27 51,3-69-25,0 1 0,-1-1 0,1 0 0,-1 0 0,0 0 0,0 1 0,0-1 0,-1 0 0,1 0 0,-1-1 0,0 1 0,1 0 0,-1 0 0,-1-1 0,1 1 0,0-1 0,0 0 0,-1 0 0,1 0 25,-3 1-76,1 0 0,-1-1 0,1 1 0,-1-1 0,0 0 1,0-1-1,0 1 0,0-1 0,0 0 0,0 0 0,-5 0 76,-3 0-191,0 0 0,0-1 0,1-1 0,-1 1 0,0-2 0,-8-2 191,17 3-20,0 0 0,0 0-1,0-1 1,1 1 0,-1-1-1,0 0 1,1-1-1,-1 1 1,1 0 0,0-1-1,0 0 1,0 0 0,0 0-1,0 0 1,1 0 0,-1-1-1,1 1 1,0-1-1,0 1 1,0-1 0,-1-3 20,1 0 23,0 0 1,0 0 0,1 0 0,-1 0 0,2 0 0,-1 0-1,1-1 1,0 1 0,0 0 0,2-5-24,-1 8 47,-1-1 0,1 1 0,0 0 0,1-1-1,-1 1 1,1 0 0,0 0 0,0 0 0,0 0 0,1 1 0,-1-1 0,1 0 0,0 1 0,0 0 0,0 0 0,0 0 0,1 0-47,8-5 79,0 1 0,0 0 0,1 1 0,0 0 0,0 1 0,0 1 0,9-2-79,-1 2-130,0 0 1,1 1-1,0 1 1,11 2 129,-28 0-260,0-1 0,-1 1 0,1 0 1,0-1-1,0 0 0,-1 0 0,4-1 260,-6 0-883,1 1 0,-1 0 0,0 0-1,1-1 1,-1 1 0,0-1 0,0 0-1,0 0 1,1 0 883,4-9-8870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5:24.2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46 666 1376,'0'0'5778,"0"0"-368,0 0-2761,0 0-1033,0 0 36,-5 0-102,-18 0 1713,24-4-2204,2-1-960,1 0 0,-1 1-1,1-1 1,0 1 0,0 0-1,1 0 1,1-1-99,11-10-93,22-24-1180,22-31 1273,-47 51-83,0 0 0,-1-1-1,-1 0 1,-1-1 0,2-7 83,-10 21-15,3-8-26,0 0-1,-1 0 0,0 0 0,-1 0 0,0-7 42,-1-6 82,-3 28-24,0 0 4,0 0 3,1 0-21,1 0-44,-2 0-40,1 0 32,-1 1 0,0-1 0,1 1 0,-1 0 0,0-1 0,1 1 0,-1 0 0,0 0 0,0-1 0,0 1 0,1 0 0,-1 0 0,0-1 0,0 1 0,0 0 0,0-1 0,0 1 0,-1 0 0,1 0 8,0 1-15,3 57 31,7 40-16,-3-40-97,-2 44 97,-4-77-368,0-14-499,-1 0-1,0 0 0,-1-1 1,0 2 867,1-12-69,-1 1 0,1-1 0,0 0 0,-1 0 0,1 1 0,-1-1 0,1 0 0,-1 0 0,0 0 0,0 0 0,1 0 0,-1 0 1,0 0-1,0 0 0,0 0 0,0 0 0,0 0 0,0-1 0,0 1 0,0 0 0,-1-1 0,1 1 0,0-1 0,0 1 0,0-1 0,-1 1 0,1-1 0,0 0 0,0 0 1,-1 0-1,1 0 0,0 0 0,-1 0 0,1 0 0,0 0 0,-1 0 69,2 0 59,0 0 39,0 1 23,0-1 0,1 1 0,-1 0-1,0 0 1,1-1 0,-1 1 0,1 0-1,-1-1 1,1 1 0,-1 0 0,1-1-1,0 1 1,-1-1 0,1 1 0,0-1-1,-1 1 1,1-1 0,0 0-1,0 1 1,-1-1 0,1 0 0,0 1-121,24 7 224,-18-5 195,10 2-257,1 0 0,0-1 0,0-1 0,3 0-162,10 0-2582,-1-2-3302,-20-1-223</inkml:trace>
  <inkml:trace contextRef="#ctx0" brushRef="#br0" timeOffset="964.222">727 189 728,'0'0'1372,"0"0"2232,0 0-483,0 0-1124,0 0-182,0 0 143,-13-15-359,-6-8-1096,-37-41 1237,46 54-1210,-1 1 1,-1 0-1,0 1 0,0 0 0,0 1 1,-1 0-1,-5-1-530,10 4 44,-1 1 0,0 0 1,1 0-1,-1 1 1,0 1-1,0-1 0,-6 1-44,-17 0 582,-17 2-582,9 0 367,33-1-342,-1 1 0,1 0 0,0 1 1,0-1-1,-1 2 0,1-1 1,1 1-1,-1 0 0,0 0 0,1 1 1,-6 3-26,-11 9 223,1 1 0,-10 11-223,24-20 81,-7 5 46,1 2-1,0-1 0,2 2 1,0 0-1,0 0 0,2 1 1,0 1-1,1 0 0,0 0 1,-5 19-127,5-6 167,1-1 0,2 1 1,0 1-1,3-1 0,0 1 0,2 18-167,1-27 76,0 7 54,1-1 1,1 0-131,-1-19 52,1 0 0,0 0 0,1 0 0,0-1 1,0 1-1,1-1 0,4 7-52,0-1 79,1-1 1,1 0 0,1 0-1,0-1 1,0-1 0,1 0-1,1 0 1,2 1-80,3 1 57,1-1 0,1-1 1,0-1-1,1 0 0,17 5-57,-3-3 14,0-2 0,1-2 1,0-1-1,0-2 0,1-2 0,0-1 1,19-1-15,-39-2-2,0-1 0,0 0 1,5-2 1,-15 2 7,-1-1 1,1 0 0,-1 0 0,1-1 0,-1 1 0,0-2-1,0 1 1,0-1 0,3-2-8,2-3 7,0-1 1,-1 0-1,0-1 1,-1 0-1,0 0 0,0-1 1,-1 0-1,-1-1 0,0 0 1,-1 0-1,0 0 1,-1-1-1,-1 0 0,1-2-7,3-18 13,-1 0-1,-2-1 1,-1 0-1,-2 0 0,-2-11-12,0 33 4,0-22 89,-2-9-93,1 33 21,-1-1 0,0 1 1,-1 0-1,0 0 0,-4-9-21,0 2-1,-2 0-1,0 1 1,-1 0 0,0 0-1,-10-10 2,12 17-498,-1 1 0,1 0-1,-2 1 1,1 0 0,-1 0-1,0 1 1,-1 0 0,1 1-1,-8-2 499,-13-6-4450,0 0-4388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5:27.2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183 905 824,'0'0'7823,"0"0"-3977,0 0-1696,0 0-176,0 0-148,0 0-423,8-5-483,11-10-508,0 0 1,-1-2-1,14-15-412,-12 9 31,0 0 0,-2-1 0,-1-1 0,-1-1 0,-2 0 0,0-1 0,-1 0 0,-2-1 0,-1-1 0,2-13-31,-10 36-10,2-10-44,-1 1 0,-1-1 0,0 0 0,0-14 54,-2 30-62,0 0-66,0 8-128,5 112 341,10 43-85,-4-53 15,-8-56-1020,-3 15 1005,0-32-2331,0-37 2306,-1 1-1,1-1 0,0 0 0,0 1 1,0-1-1,0 1 0,0-1 1,-1 0-1,1 1 0,0-1 0,0 0 1,0 1-1,-1-1 0,1 0 1,0 1-1,-1-1 0,1 0 1,0 0-1,-1 1 0,1-1 0,0 0 1,-1 0-1,1 1 26,-1-1-9,1 0 1,0 0-1,-1 0 0,1 0 1,0 1-1,-1-1 0,1 0 1,0 0-1,0 1 0,-1-1 1,1 0-1,0 1 0,0-1 1,-1 0-1,1 0 0,0 1 0,0-1 1,0 0-1,0 1 0,0-1 1,0 1-1,-1-1 0,1 0 9,0 1 75,0-1 170,0 0 220,0 0 125,0 0 51,0 0-12,0 0-4,0 0-128,0 0-211,9 0-99,80 0-1094,-2 0-4265,-55 0 295</inkml:trace>
  <inkml:trace contextRef="#ctx0" brushRef="#br0" timeOffset="923.401">816 188 856,'0'0'4971,"0"0"-1092,0 0-2033,0 0-574,0 0 260,0 0-126,-16-20-426,-52-60-240,58 68-59,0 1-1,-8-6-680,15 14 202,-1 1 0,1-1 0,-1 1 0,1 0 0,-4-1-202,-7-4 266,5 3-76,0 0 0,-1 0 0,1 1 0,-1 1 0,1-1 0,-1 2 0,0-1 0,-3 1-190,-19 0 762,-29 2-762,59-1 13,-8 1 51,0 1 0,0 0 1,0 0-1,0 1 0,1 0 0,-1 1 0,1 0 0,0 1 1,0 0-1,0 0 0,1 1 0,-3 2-64,-10 8 167,1 2-1,0 0 1,2 1-1,-3 4-166,0 4 177,0 1 0,2 1 0,1 0 0,1 1 0,0 4-177,-14 37 869,-15 53-869,32-83 358,3 1 0,2 0 0,-3 31-358,5-4 1007,2 66-1007,6-121 49,0-1 1,1 1 0,0 0 0,1-1 0,0 0 0,1 1 0,1-1 0,0-1 0,1 1 0,0-1-1,1 0 1,3 5-50,2 1 38,1-1 0,0 0 0,1-1 0,1 0-1,1-1 1,0-1 0,1 0 0,0-1-1,1-1 1,0-1 0,1 0 0,0-2 0,1 0-1,0-1 1,1-1 0,-1-1 0,1-1 0,0-1-1,1 0 1,-1-2 0,1 0-38,-15-2 9,38 3 17,1-3 0,41-5-26,-73 3-30,1-2-1,-1 1 1,-1-2 0,1 0-1,-1 0 1,0-2 0,0 1-1,3-4 31,7-5-24,-1-1 0,0 0-1,18-20 25,-18 14 3,0-1 0,-1-1 0,-2-1 0,0-1 0,-2-1 0,-1 0-1,5-13-2,-10 16 50,-1-1 0,-1 0 0,-2 0-1,0 0 1,-2-1 0,-1 0 0,0 0 0,-3 0-1,0-5-49,-1 5 62,-2-81 326,0 89-274,0 0 0,-1-1 0,-1 1 0,-5-13-114,0 7-82,-1 0 1,0 0 0,-2 1-1,-1 0 1,-1 1-1,0 1 1,-2 0-1,0 1 1,-2 1-1,0 0 1,-1 2 0,-1 0-1,0 1 1,-1 1-1,-1 1 1,-1 0-1,-11-3 82,26 13-368,0 0 0,-1 1 0,1 1 0,-1-1 0,1 2 0,-5-2 368,-9 1-2386,0 2 0,-1 0 2386,-16 0-6796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5:29.8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173 760 4905,'0'0'5655,"0"0"-965,0 0-2930,0 0-873,0 0 367,0 0-139,6-8-637,11-14-482,8-10 702,-1 0 1,-2-2 0,10-19-699,-13 5 188,-2 0 1,-3-1 0,7-36-189,-4 16-85,-11 36 5,-6 32 59,0 1-53,0 0-14,0 0-22,0 0 4,0 0 2,0 8-133,2 43 203,3 0 1,5 17 33,1 12-8,-9-63-162,12 115-442,-11-44-4849,-27-82 2794,18-2 4312,9-2 662,17-1 1510,-10 0-4218,4 2-240,-1-1-1,1 1 0,2-2 642,22 1-6871,-20-2-660</inkml:trace>
  <inkml:trace contextRef="#ctx0" brushRef="#br0" timeOffset="850.524">758 210 576,'0'0'1698,"0"0"3778,0 0-2409,0 0-1231,0 0 9,0 0-66,-15-19-432,-47-62-435,55 72-558,0 0-1,-1 1 1,0 0 0,-1 0 0,0 1 0,-3-3-354,4 6 181,0-1 1,-1 1 0,1 0 0,-1 1 0,-1 0-182,-14-6 253,12 5-71,0 0 0,0 1 1,-1 1-1,1 0 0,0 0 1,-4 1-183,-11 1 122,1 0 1,-13 3-123,31-1 28,0 0 1,0 0 0,0 0-1,1 1 1,-1 0 0,1 1 0,-1-1-1,1 1 1,-4 4-29,-11 7 110,1 2 0,-5 4-110,1 2 103,0 0 1,2 2-1,0 1 0,2 0 0,0 3-103,11-14 87,0 1 0,2 1 0,0-1 0,0 1 0,2 1 0,0-1 0,1 1 0,0 0 0,2 0 0,0 4-87,-1 35 294,3-1 0,3 5-294,0-45 82,0 1 0,1 0 0,0-1 0,2 1 0,0-1 0,1 0 0,0-1 0,1 0 0,1 0 0,1 0 1,0-1-1,2 2-82,7 8 202,0-2 1,1 0 0,2-1-1,0-1 1,1-1 0,17 11-203,-21-17 55,2-1 0,0-1 0,0 0 0,19 6-55,-25-12 41,2 0-1,-1-1 1,0 0-1,1-2 1,0 0-1,-1 0 1,8-1-41,-2-1 178,0-1 0,0-1 0,0-1-178,-12 1 35,1 0 0,-1 0 0,0-1 0,-1-1 0,1 1 0,0-2 0,6-3-35,3-4 31,-1 0 0,0-1 1,-1-1-1,0-1 1,-2 0-1,0-1 0,0 0 1,-1-1-1,-1 0 1,-1-1-1,-1-1 0,0 0 1,-2 0-1,0-1 1,-1 0-1,0 0 0,-2-1 1,-1 1-1,0-1 1,0-21-32,-3 25 29,1-20 231,-1 0 0,-2-9-260,0 35 69,0 0 1,0 0-1,-2 0 1,1 0-1,-1 0 1,-1 1-1,0-1 1,-1 1 0,-3-7-70,-6-4 57,-1 0 1,0 0-1,-2 2 1,0 0 0,-11-9-59,-11-5-1093,-1 1 0,-15-7 1094,-26-22-5336,42 33-538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30T16:35:32.8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253 324 3321,'0'0'1181,"0"0"1969,0 0-691,0 0-158,0 0 50,0 0-314,-6 0-541,-12 0-724,5 0 2678,13-1-3408,0 0 1,0 0-1,0 0 1,1 0-1,-1 0 0,0 0 1,1 0-1,-1 0 0,0 0 1,1 1-1,-1-1 0,1 0 1,-1 0-1,1 0 0,-1 0 1,1 1-43,4-5-6,1 0 1,-1 1-1,1 0 1,0 0-1,0 0 1,0 1-1,1 0 0,-1 0 1,1 1-1,0 0 1,-1 0-1,5 0 6,1-1-203,0 2-1,0-1 0,1 1 1,-1 1-1,0 1 0,11 1 204,-22-2-32,0 0 0,0 1-1,1-1 1,-1 1 0,0 0-1,0-1 1,0 1 0,0 0-1,0 0 1,0-1 0,0 1-1,0 0 1,0 0-1,0 0 1,-1 0 0,1 0-1,0 1 1,-1-1 0,1 0-1,-1 0 1,1 0 0,-1 1-1,1-1 1,-1 0 0,0 0-1,0 1 1,1-1 32,0 7-131,0-1 0,0 1 0,-1-1 0,0 3 131,0-6-32,1 3 19,-1 1 0,0-1 0,0 1 1,-1-1-1,0 1 0,-1-1 0,1 0 0,-1 1 1,-1-1-1,1 0 0,-1 0 0,-3 5 13,4-8 6,-2 2 8,1 0-1,-1 0 1,-1 0-1,1-1 1,-1 1-1,-4 3-13,9-9-6,0 0 0,-1 1-1,1-1 1,0 0 0,0 0 0,-1 0 0,1 0-1,0 1 1,0-1 0,-1 0 0,1 0 0,0 1-1,0-1 1,0 0 0,-1 1 0,1-1-1,0 0 1,0 1 0,0-1 0,0 0 0,0 0-1,0 1 1,0-1 0,0 0 0,0 1 0,0-1-1,0 0 1,0 1 0,0-1 0,0 0 0,0 1-1,0-1 1,0 0 0,0 1 0,0-1 0,0 0-1,0 1 1,1-1 0,-1 0 0,0 1-1,0-1 1,0 0 0,0 0 0,1 1 0,-1-1-1,0 0 1,0 0 0,1 0 0,-1 1 0,0-1-1,1 0 7,16 9-306,-14-8 394,18 8-58,-8-4-95,-1 0 0,1 1 0,-1 0 0,9 8 65,-17-12-22,-1 1 0,0 0 1,1 0-1,-1 1 1,0-1-1,-1 1 0,1-1 1,0 1-1,-1 0 1,0 0-1,0 0 0,0 0 1,-1 0-1,1 1 1,-1-1-1,1 4 22,-1 4 372,1 1 0,-2-1 0,0 2-372,0-13 42,0-1 0,0 1 0,-1-1 0,1 0 0,0 1 0,-1-1 0,1 1 0,0-1 0,-1 0 0,1 1 0,-1-1 0,1 0 0,0 1 0,-1-1 0,1 0 0,-1 0-1,1 1 1,-1-1 0,1 0 0,-1 0 0,1 0 0,-1 0 0,1 0 0,-1 1 0,0-1 0,1 0 0,-1 0-42,-19 1 517,15 0-342,-81 1 1123,51-2-3268,13 0-3401,36 0-537</inkml:trace>
  <inkml:trace contextRef="#ctx0" brushRef="#br0" timeOffset="1056.335">672 177 1856,'0'0'307,"0"0"1377,0 0 2092,0 0-1094,0 0-932,0 0-107,-11-10-311,-10-9-818,-37-33 1244,44 40-1212,-1 0 0,0 2 0,-1 0 1,0 1-1,-1 0 0,0 1 0,0 1 0,0 1 0,-5-1-546,5 5 68,0 0-1,1 1 1,-1 1 0,-16 1-68,-5 0 105,28-1-60,0 1 0,1 0 0,0 0-1,-1 1 1,1 0 0,0 1 0,0 0 0,0 0 0,0 1 0,1 0 0,-7 4-45,5-1 56,0 1-1,0-1 1,0 2 0,1-1-1,1 1 1,0 0 0,0 1 0,-4 6-56,2 1 87,0 0 1,1 1-1,1-1 0,0 2 1,2-1-1,0 1 1,1 0-1,1 0 1,0 0-1,2 1 1,0 9-88,2-29 2,-3 77 709,6 55-711,-1-119 46,0 0 0,1 0 0,0 0-1,1 0 1,1 0 0,-1-1 0,2 0 0,0 0 0,1 0-1,0-1 1,0 0 0,1-1 0,1 1 0,0-1 0,0-1-1,1 0 1,0 0 0,3 1-46,5 3 75,0-1 0,0-1-1,1-1 1,1-1 0,0 0-1,0-1 1,1-2 0,-1 0 0,2-1-1,17 2-74,11-2 139,0-2 0,0-3-1,14-2-138,-58 1 23,0-1 0,0 1 0,-1-1 0,1 0-1,-1 0 1,1 0 0,-1-1 0,0 0 0,0 0-1,0-1 1,0 1 0,-1-1 0,1 0-1,-1 0 1,0 0 0,0-2-23,13-14 92,-1 0 0,-1-1 0,-1-2-92,-13 22 1,5-9 57,0-1 0,0 0 0,-1 0 1,-1-1-1,0 0 0,0 1 0,-1-1 0,-1-1-58,2-12 262,-2-1 0,0 0 0,-2-7-262,0 27 27,0-18 117,-1 0 0,-2-10-144,2 26 7,-1-1 0,0 0 0,-1 1 0,0-1 0,0 1 0,-1 0 0,0 0 0,-1-2-7,-4-3-83,0 0 0,-1 0 1,0 1-1,-1 0 0,0 1 0,0 0 1,-2 0-1,1 2 0,-1 0 1,-1 0-1,0 1 0,0 0 83,0 2-584,-1-1-1,-1 2 1,1 0-1,-1 0 1,0 2-1,0 0 1,-8 0 584,-5 1-2862,4-3-2785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8EA626-62C0-4B9D-8882-19BBC167F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5ACA2D5-941D-4CF6-ACC5-87963E5CE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7E7625-2F5D-4544-AA84-97FE33111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4913-614D-4CCF-890A-C59AE8C7D8DC}" type="datetimeFigureOut">
              <a:rPr lang="fr-FR" smtClean="0"/>
              <a:t>01/12/2021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78A9AE-C58C-4EA9-9344-CCFBC3C73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4555F1-AE7A-4A00-B8DE-3CCEB7D58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0972-9048-4E7E-9559-DE821F2E45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3962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619F89-3B2D-43A2-8A9C-9291258FE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1E2DDA-B23C-4CEF-9496-C49405A8E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575406-CBA8-43BC-B76C-241E5FED8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4913-614D-4CCF-890A-C59AE8C7D8DC}" type="datetimeFigureOut">
              <a:rPr lang="fr-FR" smtClean="0"/>
              <a:t>01/12/2021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6CEA81-08AD-4A9F-8555-087C36901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692A45-F0E0-4D67-B153-0D1115B9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0972-9048-4E7E-9559-DE821F2E45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354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DBF736-4293-4C9A-BE38-694547FC8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C35817-263B-4BFC-91F7-1F65FFFCE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FED55B-EF15-4F69-9F8A-682EA70B2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4913-614D-4CCF-890A-C59AE8C7D8DC}" type="datetimeFigureOut">
              <a:rPr lang="fr-FR" smtClean="0"/>
              <a:t>01/12/2021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5E30AE-2F99-4C7A-A53A-F65E06DDD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F1568C-434E-44B6-BDD7-5A941C9E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0972-9048-4E7E-9559-DE821F2E45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0294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FAB1D9-8CD7-4A4E-91A7-A28FB626F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D383F3-B7E3-4B70-BCA7-14428DEC4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92FB28B-FC9F-4623-8123-B5C00512B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3085CE0-1E05-41CC-903F-6E9120F42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4913-614D-4CCF-890A-C59AE8C7D8DC}" type="datetimeFigureOut">
              <a:rPr lang="fr-FR" smtClean="0"/>
              <a:t>01/12/2021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F6BA0B-389C-4D10-B111-ECE7EEBD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BD75D1-E8C4-4915-AE1C-CD6F24DB5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0972-9048-4E7E-9559-DE821F2E45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494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5FD65-DCCE-4C0E-87F5-B0E3573DE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40692A-AE0F-48F3-BD7B-781DE5664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3C3AA04-1868-4CAD-94B8-C1864DED0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4FCB736-81F7-4652-B3EF-2373E6CC1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A2490DA-2878-46F4-937F-B8F3926422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3E410A0-E2D7-47C5-B1E8-0794E7F8A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4913-614D-4CCF-890A-C59AE8C7D8DC}" type="datetimeFigureOut">
              <a:rPr lang="fr-FR" smtClean="0"/>
              <a:t>01/12/2021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14921FD-A3C6-4216-B6CA-94CE6981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9625F68-C3DF-412E-92D4-C5885F5D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0972-9048-4E7E-9559-DE821F2E45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4324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F58752-13FF-4C2A-B5BB-920332170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945537-EF3A-43AB-8893-8726CFEA4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4913-614D-4CCF-890A-C59AE8C7D8DC}" type="datetimeFigureOut">
              <a:rPr lang="fr-FR" smtClean="0"/>
              <a:t>01/12/2021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36C9932-9B01-43DF-9B9B-3207D5D64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64E7BD0-1341-4DB7-9129-AF0F47C0D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0972-9048-4E7E-9559-DE821F2E45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9239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9ABFCAE-78B7-47E9-BA6D-D796EF152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4913-614D-4CCF-890A-C59AE8C7D8DC}" type="datetimeFigureOut">
              <a:rPr lang="fr-FR" smtClean="0"/>
              <a:t>01/12/2021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06AD0D5-6ED1-4054-BB74-A3F22D6F5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742465-5A3E-4C1A-ABA4-012937EC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0972-9048-4E7E-9559-DE821F2E45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3837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BA5AE6-0883-4B8A-B2C8-A537C2BEA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E9EF53-0D9F-48EC-AF23-764927D0D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DBD227-ADF3-4F15-A250-5B6606D8E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79CD4F-758F-4D78-BF09-645EBF732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4913-614D-4CCF-890A-C59AE8C7D8DC}" type="datetimeFigureOut">
              <a:rPr lang="fr-FR" smtClean="0"/>
              <a:t>01/12/2021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C8915E-8D28-4F1E-8A4C-A5C14A237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A638A4B-01D5-41AC-94C7-E43FAE1B1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0972-9048-4E7E-9559-DE821F2E45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5862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35B145-A7B2-465F-B62E-1F7338075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6DB198A-8648-4C17-9C7D-70E97CC96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4F10A88-E64F-4000-8D8A-5C37C29C7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3A6604-56F3-4A1B-9545-4C45AB2DF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4913-614D-4CCF-890A-C59AE8C7D8DC}" type="datetimeFigureOut">
              <a:rPr lang="fr-FR" smtClean="0"/>
              <a:t>01/12/2021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DC85BDA-E21A-4149-A6BB-9CB7E297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1F463C-2D61-4501-8D57-8D4B07C7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0972-9048-4E7E-9559-DE821F2E45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8477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8B0511-2684-4B49-BCBD-6BBF316E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61A7480-098F-48C0-A986-E40E5304D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92E399-6FB2-482D-A6B9-C538E2B48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4913-614D-4CCF-890A-C59AE8C7D8DC}" type="datetimeFigureOut">
              <a:rPr lang="fr-FR" smtClean="0"/>
              <a:t>01/12/2021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159E6D-4B7B-4CE6-95E0-A97DF4A6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9BCA40-9129-4701-BA8F-E79178E83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0972-9048-4E7E-9559-DE821F2E45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99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6CB5BAB-CD4A-4B43-AF92-38FFDEF9CD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DB4BE5-9A4C-403C-929C-ABCE837AD4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119AA1-876E-45A9-BAB5-88652B5E7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4913-614D-4CCF-890A-C59AE8C7D8DC}" type="datetimeFigureOut">
              <a:rPr lang="fr-FR" smtClean="0"/>
              <a:t>01/12/2021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7FE00E-1433-465C-8A96-B9DBAAA60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482F05-D83B-40F3-B987-977577726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0972-9048-4E7E-9559-DE821F2E45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281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D2D42DE-31AA-492A-8F76-1D7182A6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BA6217-D54F-4F33-BCA5-DB1978D42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C84E5C-F7EF-4202-AF61-DB0983ACE8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34913-614D-4CCF-890A-C59AE8C7D8DC}" type="datetimeFigureOut">
              <a:rPr lang="fr-FR" smtClean="0"/>
              <a:t>01/12/2021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86AEA6-FEF8-4806-998D-9E89AC177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3636A5-71E3-4E92-A469-5501A3FA9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B0972-9048-4E7E-9559-DE821F2E45A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177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.png"/><Relationship Id="rId21" Type="http://schemas.openxmlformats.org/officeDocument/2006/relationships/customXml" Target="../ink/ink12.xml"/><Relationship Id="rId42" Type="http://schemas.openxmlformats.org/officeDocument/2006/relationships/image" Target="../media/image23.png"/><Relationship Id="rId47" Type="http://schemas.openxmlformats.org/officeDocument/2006/relationships/customXml" Target="../ink/ink25.xml"/><Relationship Id="rId63" Type="http://schemas.openxmlformats.org/officeDocument/2006/relationships/customXml" Target="../ink/ink33.xml"/><Relationship Id="rId68" Type="http://schemas.openxmlformats.org/officeDocument/2006/relationships/image" Target="../media/image36.png"/><Relationship Id="rId84" Type="http://schemas.openxmlformats.org/officeDocument/2006/relationships/image" Target="../media/image44.png"/><Relationship Id="rId89" Type="http://schemas.openxmlformats.org/officeDocument/2006/relationships/customXml" Target="../ink/ink46.xml"/><Relationship Id="rId112" Type="http://schemas.openxmlformats.org/officeDocument/2006/relationships/image" Target="../media/image58.png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29" Type="http://schemas.openxmlformats.org/officeDocument/2006/relationships/customXml" Target="../ink/ink16.xml"/><Relationship Id="rId107" Type="http://schemas.openxmlformats.org/officeDocument/2006/relationships/customXml" Target="../ink/ink55.xml"/><Relationship Id="rId11" Type="http://schemas.openxmlformats.org/officeDocument/2006/relationships/customXml" Target="../ink/ink7.xml"/><Relationship Id="rId24" Type="http://schemas.openxmlformats.org/officeDocument/2006/relationships/image" Target="../media/image14.png"/><Relationship Id="rId32" Type="http://schemas.openxmlformats.org/officeDocument/2006/relationships/image" Target="../media/image18.png"/><Relationship Id="rId37" Type="http://schemas.openxmlformats.org/officeDocument/2006/relationships/customXml" Target="../ink/ink20.xml"/><Relationship Id="rId40" Type="http://schemas.openxmlformats.org/officeDocument/2006/relationships/image" Target="../media/image22.png"/><Relationship Id="rId45" Type="http://schemas.openxmlformats.org/officeDocument/2006/relationships/customXml" Target="../ink/ink24.xml"/><Relationship Id="rId53" Type="http://schemas.openxmlformats.org/officeDocument/2006/relationships/customXml" Target="../ink/ink28.xml"/><Relationship Id="rId58" Type="http://schemas.openxmlformats.org/officeDocument/2006/relationships/image" Target="../media/image31.png"/><Relationship Id="rId66" Type="http://schemas.openxmlformats.org/officeDocument/2006/relationships/image" Target="../media/image35.png"/><Relationship Id="rId74" Type="http://schemas.openxmlformats.org/officeDocument/2006/relationships/image" Target="../media/image39.png"/><Relationship Id="rId79" Type="http://schemas.openxmlformats.org/officeDocument/2006/relationships/customXml" Target="../ink/ink41.xml"/><Relationship Id="rId87" Type="http://schemas.openxmlformats.org/officeDocument/2006/relationships/customXml" Target="../ink/ink45.xml"/><Relationship Id="rId102" Type="http://schemas.openxmlformats.org/officeDocument/2006/relationships/image" Target="../media/image53.png"/><Relationship Id="rId110" Type="http://schemas.openxmlformats.org/officeDocument/2006/relationships/image" Target="../media/image57.png"/><Relationship Id="rId5" Type="http://schemas.openxmlformats.org/officeDocument/2006/relationships/customXml" Target="../ink/ink4.xml"/><Relationship Id="rId61" Type="http://schemas.openxmlformats.org/officeDocument/2006/relationships/customXml" Target="../ink/ink32.xml"/><Relationship Id="rId82" Type="http://schemas.openxmlformats.org/officeDocument/2006/relationships/image" Target="../media/image43.png"/><Relationship Id="rId90" Type="http://schemas.openxmlformats.org/officeDocument/2006/relationships/image" Target="../media/image47.png"/><Relationship Id="rId95" Type="http://schemas.openxmlformats.org/officeDocument/2006/relationships/customXml" Target="../ink/ink49.xml"/><Relationship Id="rId19" Type="http://schemas.openxmlformats.org/officeDocument/2006/relationships/customXml" Target="../ink/ink11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customXml" Target="../ink/ink15.xml"/><Relationship Id="rId30" Type="http://schemas.openxmlformats.org/officeDocument/2006/relationships/image" Target="../media/image17.png"/><Relationship Id="rId35" Type="http://schemas.openxmlformats.org/officeDocument/2006/relationships/customXml" Target="../ink/ink19.xml"/><Relationship Id="rId43" Type="http://schemas.openxmlformats.org/officeDocument/2006/relationships/customXml" Target="../ink/ink23.xml"/><Relationship Id="rId48" Type="http://schemas.openxmlformats.org/officeDocument/2006/relationships/image" Target="../media/image26.png"/><Relationship Id="rId56" Type="http://schemas.openxmlformats.org/officeDocument/2006/relationships/image" Target="../media/image30.png"/><Relationship Id="rId64" Type="http://schemas.openxmlformats.org/officeDocument/2006/relationships/image" Target="../media/image34.png"/><Relationship Id="rId69" Type="http://schemas.openxmlformats.org/officeDocument/2006/relationships/customXml" Target="../ink/ink36.xml"/><Relationship Id="rId77" Type="http://schemas.openxmlformats.org/officeDocument/2006/relationships/customXml" Target="../ink/ink40.xml"/><Relationship Id="rId100" Type="http://schemas.openxmlformats.org/officeDocument/2006/relationships/image" Target="../media/image52.png"/><Relationship Id="rId105" Type="http://schemas.openxmlformats.org/officeDocument/2006/relationships/customXml" Target="../ink/ink54.xml"/><Relationship Id="rId113" Type="http://schemas.openxmlformats.org/officeDocument/2006/relationships/customXml" Target="../ink/ink58.xml"/><Relationship Id="rId8" Type="http://schemas.openxmlformats.org/officeDocument/2006/relationships/image" Target="../media/image6.png"/><Relationship Id="rId51" Type="http://schemas.openxmlformats.org/officeDocument/2006/relationships/customXml" Target="../ink/ink27.xml"/><Relationship Id="rId72" Type="http://schemas.openxmlformats.org/officeDocument/2006/relationships/image" Target="../media/image38.png"/><Relationship Id="rId80" Type="http://schemas.openxmlformats.org/officeDocument/2006/relationships/image" Target="../media/image42.png"/><Relationship Id="rId85" Type="http://schemas.openxmlformats.org/officeDocument/2006/relationships/customXml" Target="../ink/ink44.xml"/><Relationship Id="rId93" Type="http://schemas.openxmlformats.org/officeDocument/2006/relationships/customXml" Target="../ink/ink48.xml"/><Relationship Id="rId98" Type="http://schemas.openxmlformats.org/officeDocument/2006/relationships/image" Target="../media/image51.png"/><Relationship Id="rId3" Type="http://schemas.openxmlformats.org/officeDocument/2006/relationships/customXml" Target="../ink/ink3.xml"/><Relationship Id="rId12" Type="http://schemas.openxmlformats.org/officeDocument/2006/relationships/image" Target="../media/image8.png"/><Relationship Id="rId17" Type="http://schemas.openxmlformats.org/officeDocument/2006/relationships/customXml" Target="../ink/ink10.xml"/><Relationship Id="rId25" Type="http://schemas.openxmlformats.org/officeDocument/2006/relationships/customXml" Target="../ink/ink14.xml"/><Relationship Id="rId33" Type="http://schemas.openxmlformats.org/officeDocument/2006/relationships/customXml" Target="../ink/ink18.xml"/><Relationship Id="rId38" Type="http://schemas.openxmlformats.org/officeDocument/2006/relationships/image" Target="../media/image21.png"/><Relationship Id="rId46" Type="http://schemas.openxmlformats.org/officeDocument/2006/relationships/image" Target="../media/image25.png"/><Relationship Id="rId59" Type="http://schemas.openxmlformats.org/officeDocument/2006/relationships/customXml" Target="../ink/ink31.xml"/><Relationship Id="rId67" Type="http://schemas.openxmlformats.org/officeDocument/2006/relationships/customXml" Target="../ink/ink35.xml"/><Relationship Id="rId103" Type="http://schemas.openxmlformats.org/officeDocument/2006/relationships/customXml" Target="../ink/ink53.xml"/><Relationship Id="rId108" Type="http://schemas.openxmlformats.org/officeDocument/2006/relationships/image" Target="../media/image56.png"/><Relationship Id="rId20" Type="http://schemas.openxmlformats.org/officeDocument/2006/relationships/image" Target="../media/image12.png"/><Relationship Id="rId41" Type="http://schemas.openxmlformats.org/officeDocument/2006/relationships/customXml" Target="../ink/ink22.xml"/><Relationship Id="rId54" Type="http://schemas.openxmlformats.org/officeDocument/2006/relationships/image" Target="../media/image29.png"/><Relationship Id="rId62" Type="http://schemas.openxmlformats.org/officeDocument/2006/relationships/image" Target="../media/image33.png"/><Relationship Id="rId70" Type="http://schemas.openxmlformats.org/officeDocument/2006/relationships/image" Target="../media/image37.png"/><Relationship Id="rId75" Type="http://schemas.openxmlformats.org/officeDocument/2006/relationships/customXml" Target="../ink/ink39.xml"/><Relationship Id="rId83" Type="http://schemas.openxmlformats.org/officeDocument/2006/relationships/customXml" Target="../ink/ink43.xml"/><Relationship Id="rId88" Type="http://schemas.openxmlformats.org/officeDocument/2006/relationships/image" Target="../media/image46.png"/><Relationship Id="rId91" Type="http://schemas.openxmlformats.org/officeDocument/2006/relationships/customXml" Target="../ink/ink47.xml"/><Relationship Id="rId96" Type="http://schemas.openxmlformats.org/officeDocument/2006/relationships/image" Target="../media/image50.png"/><Relationship Id="rId111" Type="http://schemas.openxmlformats.org/officeDocument/2006/relationships/customXml" Target="../ink/ink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customXml" Target="../ink/ink9.xml"/><Relationship Id="rId23" Type="http://schemas.openxmlformats.org/officeDocument/2006/relationships/customXml" Target="../ink/ink13.xml"/><Relationship Id="rId28" Type="http://schemas.openxmlformats.org/officeDocument/2006/relationships/image" Target="../media/image16.png"/><Relationship Id="rId36" Type="http://schemas.openxmlformats.org/officeDocument/2006/relationships/image" Target="../media/image20.png"/><Relationship Id="rId49" Type="http://schemas.openxmlformats.org/officeDocument/2006/relationships/customXml" Target="../ink/ink26.xml"/><Relationship Id="rId57" Type="http://schemas.openxmlformats.org/officeDocument/2006/relationships/customXml" Target="../ink/ink30.xml"/><Relationship Id="rId106" Type="http://schemas.openxmlformats.org/officeDocument/2006/relationships/image" Target="../media/image55.png"/><Relationship Id="rId114" Type="http://schemas.openxmlformats.org/officeDocument/2006/relationships/image" Target="../media/image59.png"/><Relationship Id="rId10" Type="http://schemas.openxmlformats.org/officeDocument/2006/relationships/image" Target="../media/image7.png"/><Relationship Id="rId31" Type="http://schemas.openxmlformats.org/officeDocument/2006/relationships/customXml" Target="../ink/ink17.xml"/><Relationship Id="rId44" Type="http://schemas.openxmlformats.org/officeDocument/2006/relationships/image" Target="../media/image24.png"/><Relationship Id="rId52" Type="http://schemas.openxmlformats.org/officeDocument/2006/relationships/image" Target="../media/image28.png"/><Relationship Id="rId60" Type="http://schemas.openxmlformats.org/officeDocument/2006/relationships/image" Target="../media/image32.png"/><Relationship Id="rId65" Type="http://schemas.openxmlformats.org/officeDocument/2006/relationships/customXml" Target="../ink/ink34.xml"/><Relationship Id="rId73" Type="http://schemas.openxmlformats.org/officeDocument/2006/relationships/customXml" Target="../ink/ink38.xml"/><Relationship Id="rId78" Type="http://schemas.openxmlformats.org/officeDocument/2006/relationships/image" Target="../media/image41.png"/><Relationship Id="rId81" Type="http://schemas.openxmlformats.org/officeDocument/2006/relationships/customXml" Target="../ink/ink42.xml"/><Relationship Id="rId86" Type="http://schemas.openxmlformats.org/officeDocument/2006/relationships/image" Target="../media/image45.png"/><Relationship Id="rId94" Type="http://schemas.openxmlformats.org/officeDocument/2006/relationships/image" Target="../media/image49.png"/><Relationship Id="rId99" Type="http://schemas.openxmlformats.org/officeDocument/2006/relationships/customXml" Target="../ink/ink51.xml"/><Relationship Id="rId101" Type="http://schemas.openxmlformats.org/officeDocument/2006/relationships/customXml" Target="../ink/ink52.xml"/><Relationship Id="rId4" Type="http://schemas.openxmlformats.org/officeDocument/2006/relationships/image" Target="../media/image4.png"/><Relationship Id="rId9" Type="http://schemas.openxmlformats.org/officeDocument/2006/relationships/customXml" Target="../ink/ink6.xml"/><Relationship Id="rId13" Type="http://schemas.openxmlformats.org/officeDocument/2006/relationships/customXml" Target="../ink/ink8.xml"/><Relationship Id="rId18" Type="http://schemas.openxmlformats.org/officeDocument/2006/relationships/image" Target="../media/image11.png"/><Relationship Id="rId39" Type="http://schemas.openxmlformats.org/officeDocument/2006/relationships/customXml" Target="../ink/ink21.xml"/><Relationship Id="rId109" Type="http://schemas.openxmlformats.org/officeDocument/2006/relationships/customXml" Target="../ink/ink56.xml"/><Relationship Id="rId34" Type="http://schemas.openxmlformats.org/officeDocument/2006/relationships/image" Target="../media/image19.png"/><Relationship Id="rId50" Type="http://schemas.openxmlformats.org/officeDocument/2006/relationships/image" Target="../media/image27.png"/><Relationship Id="rId55" Type="http://schemas.openxmlformats.org/officeDocument/2006/relationships/customXml" Target="../ink/ink29.xml"/><Relationship Id="rId76" Type="http://schemas.openxmlformats.org/officeDocument/2006/relationships/image" Target="../media/image40.png"/><Relationship Id="rId97" Type="http://schemas.openxmlformats.org/officeDocument/2006/relationships/customXml" Target="../ink/ink50.xml"/><Relationship Id="rId104" Type="http://schemas.openxmlformats.org/officeDocument/2006/relationships/image" Target="../media/image54.png"/><Relationship Id="rId7" Type="http://schemas.openxmlformats.org/officeDocument/2006/relationships/customXml" Target="../ink/ink5.xml"/><Relationship Id="rId71" Type="http://schemas.openxmlformats.org/officeDocument/2006/relationships/customXml" Target="../ink/ink37.xml"/><Relationship Id="rId92" Type="http://schemas.openxmlformats.org/officeDocument/2006/relationships/image" Target="../media/image4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1.xml"/><Relationship Id="rId13" Type="http://schemas.openxmlformats.org/officeDocument/2006/relationships/image" Target="../media/image66.png"/><Relationship Id="rId3" Type="http://schemas.openxmlformats.org/officeDocument/2006/relationships/customXml" Target="../ink/ink59.xml"/><Relationship Id="rId7" Type="http://schemas.openxmlformats.org/officeDocument/2006/relationships/image" Target="../media/image63.png"/><Relationship Id="rId12" Type="http://schemas.openxmlformats.org/officeDocument/2006/relationships/customXml" Target="../ink/ink63.xml"/><Relationship Id="rId2" Type="http://schemas.openxmlformats.org/officeDocument/2006/relationships/image" Target="../media/image60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0.xml"/><Relationship Id="rId11" Type="http://schemas.openxmlformats.org/officeDocument/2006/relationships/image" Target="../media/image65.png"/><Relationship Id="rId5" Type="http://schemas.openxmlformats.org/officeDocument/2006/relationships/image" Target="../media/image62.png"/><Relationship Id="rId15" Type="http://schemas.openxmlformats.org/officeDocument/2006/relationships/image" Target="../media/image67.png"/><Relationship Id="rId10" Type="http://schemas.openxmlformats.org/officeDocument/2006/relationships/customXml" Target="../ink/ink62.xml"/><Relationship Id="rId9" Type="http://schemas.openxmlformats.org/officeDocument/2006/relationships/image" Target="../media/image64.png"/><Relationship Id="rId14" Type="http://schemas.openxmlformats.org/officeDocument/2006/relationships/customXml" Target="../ink/ink6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customXml" Target="../ink/ink69.xml"/><Relationship Id="rId18" Type="http://schemas.openxmlformats.org/officeDocument/2006/relationships/customXml" Target="../ink/ink70.xml"/><Relationship Id="rId26" Type="http://schemas.openxmlformats.org/officeDocument/2006/relationships/customXml" Target="../ink/ink74.xml"/><Relationship Id="rId3" Type="http://schemas.openxmlformats.org/officeDocument/2006/relationships/customXml" Target="../ink/ink65.xml"/><Relationship Id="rId21" Type="http://schemas.openxmlformats.org/officeDocument/2006/relationships/image" Target="../media/image79.png"/><Relationship Id="rId7" Type="http://schemas.openxmlformats.org/officeDocument/2006/relationships/customXml" Target="../ink/ink67.xml"/><Relationship Id="rId12" Type="http://schemas.openxmlformats.org/officeDocument/2006/relationships/image" Target="../media/image74.png"/><Relationship Id="rId17" Type="http://schemas.openxmlformats.org/officeDocument/2006/relationships/image" Target="../media/image75.png"/><Relationship Id="rId25" Type="http://schemas.openxmlformats.org/officeDocument/2006/relationships/image" Target="../media/image81.png"/><Relationship Id="rId33" Type="http://schemas.openxmlformats.org/officeDocument/2006/relationships/image" Target="../media/image84.png"/><Relationship Id="rId2" Type="http://schemas.openxmlformats.org/officeDocument/2006/relationships/image" Target="../media/image68.png"/><Relationship Id="rId16" Type="http://schemas.openxmlformats.org/officeDocument/2006/relationships/image" Target="../media/image76.png"/><Relationship Id="rId20" Type="http://schemas.openxmlformats.org/officeDocument/2006/relationships/customXml" Target="../ink/ink71.xml"/><Relationship Id="rId29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customXml" Target="../ink/ink68.xml"/><Relationship Id="rId24" Type="http://schemas.openxmlformats.org/officeDocument/2006/relationships/customXml" Target="../ink/ink73.xml"/><Relationship Id="rId32" Type="http://schemas.openxmlformats.org/officeDocument/2006/relationships/customXml" Target="../ink/ink77.xml"/><Relationship Id="rId5" Type="http://schemas.openxmlformats.org/officeDocument/2006/relationships/customXml" Target="../ink/ink66.xml"/><Relationship Id="rId23" Type="http://schemas.openxmlformats.org/officeDocument/2006/relationships/image" Target="../media/image80.png"/><Relationship Id="rId28" Type="http://schemas.openxmlformats.org/officeDocument/2006/relationships/customXml" Target="../ink/ink75.xml"/><Relationship Id="rId10" Type="http://schemas.openxmlformats.org/officeDocument/2006/relationships/image" Target="../media/image73.png"/><Relationship Id="rId19" Type="http://schemas.openxmlformats.org/officeDocument/2006/relationships/image" Target="../media/image78.png"/><Relationship Id="rId31" Type="http://schemas.openxmlformats.org/officeDocument/2006/relationships/image" Target="../media/image83.png"/><Relationship Id="rId4" Type="http://schemas.openxmlformats.org/officeDocument/2006/relationships/image" Target="../media/image69.png"/><Relationship Id="rId9" Type="http://schemas.openxmlformats.org/officeDocument/2006/relationships/image" Target="../media/image72.png"/><Relationship Id="rId22" Type="http://schemas.openxmlformats.org/officeDocument/2006/relationships/customXml" Target="../ink/ink72.xml"/><Relationship Id="rId27" Type="http://schemas.openxmlformats.org/officeDocument/2006/relationships/image" Target="../media/image82.png"/><Relationship Id="rId30" Type="http://schemas.openxmlformats.org/officeDocument/2006/relationships/customXml" Target="../ink/ink76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3.xml"/><Relationship Id="rId18" Type="http://schemas.openxmlformats.org/officeDocument/2006/relationships/image" Target="../media/image91.png"/><Relationship Id="rId26" Type="http://schemas.openxmlformats.org/officeDocument/2006/relationships/image" Target="../media/image95.png"/><Relationship Id="rId39" Type="http://schemas.openxmlformats.org/officeDocument/2006/relationships/customXml" Target="../ink/ink96.xml"/><Relationship Id="rId3" Type="http://schemas.openxmlformats.org/officeDocument/2006/relationships/customXml" Target="../ink/ink78.xml"/><Relationship Id="rId21" Type="http://schemas.openxmlformats.org/officeDocument/2006/relationships/customXml" Target="../ink/ink87.xml"/><Relationship Id="rId34" Type="http://schemas.openxmlformats.org/officeDocument/2006/relationships/image" Target="../media/image99.png"/><Relationship Id="rId42" Type="http://schemas.openxmlformats.org/officeDocument/2006/relationships/image" Target="../media/image103.png"/><Relationship Id="rId47" Type="http://schemas.openxmlformats.org/officeDocument/2006/relationships/customXml" Target="../ink/ink100.xml"/><Relationship Id="rId50" Type="http://schemas.openxmlformats.org/officeDocument/2006/relationships/image" Target="../media/image107.png"/><Relationship Id="rId7" Type="http://schemas.openxmlformats.org/officeDocument/2006/relationships/customXml" Target="../ink/ink80.xml"/><Relationship Id="rId12" Type="http://schemas.openxmlformats.org/officeDocument/2006/relationships/image" Target="../media/image88.png"/><Relationship Id="rId17" Type="http://schemas.openxmlformats.org/officeDocument/2006/relationships/customXml" Target="../ink/ink85.xml"/><Relationship Id="rId25" Type="http://schemas.openxmlformats.org/officeDocument/2006/relationships/customXml" Target="../ink/ink89.xml"/><Relationship Id="rId33" Type="http://schemas.openxmlformats.org/officeDocument/2006/relationships/customXml" Target="../ink/ink93.xml"/><Relationship Id="rId38" Type="http://schemas.openxmlformats.org/officeDocument/2006/relationships/image" Target="../media/image101.png"/><Relationship Id="rId46" Type="http://schemas.openxmlformats.org/officeDocument/2006/relationships/image" Target="../media/image105.png"/><Relationship Id="rId2" Type="http://schemas.openxmlformats.org/officeDocument/2006/relationships/image" Target="../media/image85.png"/><Relationship Id="rId16" Type="http://schemas.openxmlformats.org/officeDocument/2006/relationships/image" Target="../media/image90.png"/><Relationship Id="rId20" Type="http://schemas.openxmlformats.org/officeDocument/2006/relationships/image" Target="../media/image92.png"/><Relationship Id="rId29" Type="http://schemas.openxmlformats.org/officeDocument/2006/relationships/customXml" Target="../ink/ink91.xml"/><Relationship Id="rId41" Type="http://schemas.openxmlformats.org/officeDocument/2006/relationships/customXml" Target="../ink/ink9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0.png"/><Relationship Id="rId11" Type="http://schemas.openxmlformats.org/officeDocument/2006/relationships/customXml" Target="../ink/ink82.xml"/><Relationship Id="rId24" Type="http://schemas.openxmlformats.org/officeDocument/2006/relationships/image" Target="../media/image94.png"/><Relationship Id="rId32" Type="http://schemas.openxmlformats.org/officeDocument/2006/relationships/image" Target="../media/image98.png"/><Relationship Id="rId37" Type="http://schemas.openxmlformats.org/officeDocument/2006/relationships/customXml" Target="../ink/ink95.xml"/><Relationship Id="rId40" Type="http://schemas.openxmlformats.org/officeDocument/2006/relationships/image" Target="../media/image102.png"/><Relationship Id="rId45" Type="http://schemas.openxmlformats.org/officeDocument/2006/relationships/customXml" Target="../ink/ink99.xml"/><Relationship Id="rId5" Type="http://schemas.openxmlformats.org/officeDocument/2006/relationships/customXml" Target="../ink/ink79.xml"/><Relationship Id="rId15" Type="http://schemas.openxmlformats.org/officeDocument/2006/relationships/customXml" Target="../ink/ink84.xml"/><Relationship Id="rId23" Type="http://schemas.openxmlformats.org/officeDocument/2006/relationships/customXml" Target="../ink/ink88.xml"/><Relationship Id="rId28" Type="http://schemas.openxmlformats.org/officeDocument/2006/relationships/image" Target="../media/image96.png"/><Relationship Id="rId36" Type="http://schemas.openxmlformats.org/officeDocument/2006/relationships/image" Target="../media/image100.png"/><Relationship Id="rId49" Type="http://schemas.openxmlformats.org/officeDocument/2006/relationships/customXml" Target="../ink/ink101.xml"/><Relationship Id="rId10" Type="http://schemas.openxmlformats.org/officeDocument/2006/relationships/image" Target="../media/image87.png"/><Relationship Id="rId19" Type="http://schemas.openxmlformats.org/officeDocument/2006/relationships/customXml" Target="../ink/ink86.xml"/><Relationship Id="rId31" Type="http://schemas.openxmlformats.org/officeDocument/2006/relationships/customXml" Target="../ink/ink92.xml"/><Relationship Id="rId44" Type="http://schemas.openxmlformats.org/officeDocument/2006/relationships/image" Target="../media/image104.png"/><Relationship Id="rId4" Type="http://schemas.openxmlformats.org/officeDocument/2006/relationships/image" Target="../media/image840.png"/><Relationship Id="rId9" Type="http://schemas.openxmlformats.org/officeDocument/2006/relationships/customXml" Target="../ink/ink81.xml"/><Relationship Id="rId14" Type="http://schemas.openxmlformats.org/officeDocument/2006/relationships/image" Target="../media/image89.png"/><Relationship Id="rId22" Type="http://schemas.openxmlformats.org/officeDocument/2006/relationships/image" Target="../media/image93.png"/><Relationship Id="rId27" Type="http://schemas.openxmlformats.org/officeDocument/2006/relationships/customXml" Target="../ink/ink90.xml"/><Relationship Id="rId30" Type="http://schemas.openxmlformats.org/officeDocument/2006/relationships/image" Target="../media/image97.png"/><Relationship Id="rId35" Type="http://schemas.openxmlformats.org/officeDocument/2006/relationships/customXml" Target="../ink/ink94.xml"/><Relationship Id="rId43" Type="http://schemas.openxmlformats.org/officeDocument/2006/relationships/customXml" Target="../ink/ink98.xml"/><Relationship Id="rId48" Type="http://schemas.openxmlformats.org/officeDocument/2006/relationships/image" Target="../media/image106.png"/><Relationship Id="rId8" Type="http://schemas.openxmlformats.org/officeDocument/2006/relationships/image" Target="../media/image86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7.xml"/><Relationship Id="rId18" Type="http://schemas.openxmlformats.org/officeDocument/2006/relationships/image" Target="../media/image112.png"/><Relationship Id="rId26" Type="http://schemas.openxmlformats.org/officeDocument/2006/relationships/customXml" Target="../ink/ink113.xml"/><Relationship Id="rId39" Type="http://schemas.openxmlformats.org/officeDocument/2006/relationships/image" Target="../media/image123.png"/><Relationship Id="rId21" Type="http://schemas.openxmlformats.org/officeDocument/2006/relationships/customXml" Target="../ink/ink111.xml"/><Relationship Id="rId34" Type="http://schemas.openxmlformats.org/officeDocument/2006/relationships/customXml" Target="../ink/ink117.xml"/><Relationship Id="rId42" Type="http://schemas.openxmlformats.org/officeDocument/2006/relationships/customXml" Target="../ink/ink121.xml"/><Relationship Id="rId47" Type="http://schemas.openxmlformats.org/officeDocument/2006/relationships/customXml" Target="../ink/ink123.xml"/><Relationship Id="rId50" Type="http://schemas.openxmlformats.org/officeDocument/2006/relationships/image" Target="../media/image129.png"/><Relationship Id="rId55" Type="http://schemas.openxmlformats.org/officeDocument/2006/relationships/customXml" Target="../ink/ink127.xml"/><Relationship Id="rId63" Type="http://schemas.openxmlformats.org/officeDocument/2006/relationships/customXml" Target="../ink/ink131.xml"/><Relationship Id="rId7" Type="http://schemas.openxmlformats.org/officeDocument/2006/relationships/customXml" Target="../ink/ink104.xml"/><Relationship Id="rId2" Type="http://schemas.openxmlformats.org/officeDocument/2006/relationships/image" Target="../media/image108.png"/><Relationship Id="rId16" Type="http://schemas.openxmlformats.org/officeDocument/2006/relationships/image" Target="../media/image111.png"/><Relationship Id="rId20" Type="http://schemas.openxmlformats.org/officeDocument/2006/relationships/image" Target="../media/image113.png"/><Relationship Id="rId29" Type="http://schemas.openxmlformats.org/officeDocument/2006/relationships/image" Target="../media/image118.png"/><Relationship Id="rId41" Type="http://schemas.openxmlformats.org/officeDocument/2006/relationships/image" Target="../media/image124.png"/><Relationship Id="rId54" Type="http://schemas.openxmlformats.org/officeDocument/2006/relationships/image" Target="../media/image131.png"/><Relationship Id="rId62" Type="http://schemas.openxmlformats.org/officeDocument/2006/relationships/image" Target="../media/image1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0.png"/><Relationship Id="rId11" Type="http://schemas.openxmlformats.org/officeDocument/2006/relationships/customXml" Target="../ink/ink106.xml"/><Relationship Id="rId24" Type="http://schemas.openxmlformats.org/officeDocument/2006/relationships/customXml" Target="../ink/ink112.xml"/><Relationship Id="rId32" Type="http://schemas.openxmlformats.org/officeDocument/2006/relationships/customXml" Target="../ink/ink116.xml"/><Relationship Id="rId37" Type="http://schemas.openxmlformats.org/officeDocument/2006/relationships/image" Target="../media/image122.png"/><Relationship Id="rId40" Type="http://schemas.openxmlformats.org/officeDocument/2006/relationships/customXml" Target="../ink/ink120.xml"/><Relationship Id="rId45" Type="http://schemas.openxmlformats.org/officeDocument/2006/relationships/customXml" Target="../ink/ink122.xml"/><Relationship Id="rId53" Type="http://schemas.openxmlformats.org/officeDocument/2006/relationships/customXml" Target="../ink/ink126.xml"/><Relationship Id="rId58" Type="http://schemas.openxmlformats.org/officeDocument/2006/relationships/image" Target="../media/image133.png"/><Relationship Id="rId5" Type="http://schemas.openxmlformats.org/officeDocument/2006/relationships/customXml" Target="../ink/ink103.xml"/><Relationship Id="rId15" Type="http://schemas.openxmlformats.org/officeDocument/2006/relationships/customXml" Target="../ink/ink108.xml"/><Relationship Id="rId23" Type="http://schemas.openxmlformats.org/officeDocument/2006/relationships/image" Target="../media/image115.png"/><Relationship Id="rId28" Type="http://schemas.openxmlformats.org/officeDocument/2006/relationships/customXml" Target="../ink/ink114.xml"/><Relationship Id="rId36" Type="http://schemas.openxmlformats.org/officeDocument/2006/relationships/customXml" Target="../ink/ink118.xml"/><Relationship Id="rId49" Type="http://schemas.openxmlformats.org/officeDocument/2006/relationships/customXml" Target="../ink/ink124.xml"/><Relationship Id="rId57" Type="http://schemas.openxmlformats.org/officeDocument/2006/relationships/customXml" Target="../ink/ink128.xml"/><Relationship Id="rId61" Type="http://schemas.openxmlformats.org/officeDocument/2006/relationships/customXml" Target="../ink/ink130.xml"/><Relationship Id="rId10" Type="http://schemas.openxmlformats.org/officeDocument/2006/relationships/image" Target="../media/image1080.png"/><Relationship Id="rId19" Type="http://schemas.openxmlformats.org/officeDocument/2006/relationships/customXml" Target="../ink/ink110.xml"/><Relationship Id="rId31" Type="http://schemas.openxmlformats.org/officeDocument/2006/relationships/image" Target="../media/image119.png"/><Relationship Id="rId44" Type="http://schemas.openxmlformats.org/officeDocument/2006/relationships/image" Target="../media/image126.png"/><Relationship Id="rId52" Type="http://schemas.openxmlformats.org/officeDocument/2006/relationships/image" Target="../media/image130.png"/><Relationship Id="rId60" Type="http://schemas.openxmlformats.org/officeDocument/2006/relationships/image" Target="../media/image134.png"/><Relationship Id="rId4" Type="http://schemas.openxmlformats.org/officeDocument/2006/relationships/image" Target="../media/image1050.png"/><Relationship Id="rId9" Type="http://schemas.openxmlformats.org/officeDocument/2006/relationships/customXml" Target="../ink/ink105.xml"/><Relationship Id="rId14" Type="http://schemas.openxmlformats.org/officeDocument/2006/relationships/image" Target="../media/image110.png"/><Relationship Id="rId22" Type="http://schemas.openxmlformats.org/officeDocument/2006/relationships/image" Target="../media/image114.png"/><Relationship Id="rId27" Type="http://schemas.openxmlformats.org/officeDocument/2006/relationships/image" Target="../media/image117.png"/><Relationship Id="rId30" Type="http://schemas.openxmlformats.org/officeDocument/2006/relationships/customXml" Target="../ink/ink115.xml"/><Relationship Id="rId35" Type="http://schemas.openxmlformats.org/officeDocument/2006/relationships/image" Target="../media/image121.png"/><Relationship Id="rId43" Type="http://schemas.openxmlformats.org/officeDocument/2006/relationships/image" Target="../media/image125.png"/><Relationship Id="rId48" Type="http://schemas.openxmlformats.org/officeDocument/2006/relationships/image" Target="../media/image128.png"/><Relationship Id="rId56" Type="http://schemas.openxmlformats.org/officeDocument/2006/relationships/image" Target="../media/image132.png"/><Relationship Id="rId64" Type="http://schemas.openxmlformats.org/officeDocument/2006/relationships/image" Target="../media/image136.png"/><Relationship Id="rId8" Type="http://schemas.openxmlformats.org/officeDocument/2006/relationships/image" Target="../media/image1070.png"/><Relationship Id="rId51" Type="http://schemas.openxmlformats.org/officeDocument/2006/relationships/customXml" Target="../ink/ink125.xml"/><Relationship Id="rId3" Type="http://schemas.openxmlformats.org/officeDocument/2006/relationships/customXml" Target="../ink/ink102.xml"/><Relationship Id="rId12" Type="http://schemas.openxmlformats.org/officeDocument/2006/relationships/image" Target="../media/image109.png"/><Relationship Id="rId17" Type="http://schemas.openxmlformats.org/officeDocument/2006/relationships/customXml" Target="../ink/ink109.xml"/><Relationship Id="rId25" Type="http://schemas.openxmlformats.org/officeDocument/2006/relationships/image" Target="../media/image116.png"/><Relationship Id="rId33" Type="http://schemas.openxmlformats.org/officeDocument/2006/relationships/image" Target="../media/image120.png"/><Relationship Id="rId38" Type="http://schemas.openxmlformats.org/officeDocument/2006/relationships/customXml" Target="../ink/ink119.xml"/><Relationship Id="rId46" Type="http://schemas.openxmlformats.org/officeDocument/2006/relationships/image" Target="../media/image127.png"/><Relationship Id="rId59" Type="http://schemas.openxmlformats.org/officeDocument/2006/relationships/customXml" Target="../ink/ink1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F76F0E0E-21FC-474C-9ED4-E3493DD5B3DF}"/>
              </a:ext>
            </a:extLst>
          </p:cNvPr>
          <p:cNvSpPr/>
          <p:nvPr/>
        </p:nvSpPr>
        <p:spPr>
          <a:xfrm>
            <a:off x="1828800" y="1241946"/>
            <a:ext cx="8871045" cy="46948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0" dirty="0"/>
              <a:t>CORRECTION DS04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E1E88F53-5F99-48D4-BB70-9817CED2B607}"/>
                  </a:ext>
                </a:extLst>
              </p14:cNvPr>
              <p14:cNvContentPartPr/>
              <p14:nvPr/>
            </p14:nvContentPartPr>
            <p14:xfrm>
              <a:off x="8975531" y="1708877"/>
              <a:ext cx="693000" cy="660960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E1E88F53-5F99-48D4-BB70-9817CED2B6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66891" y="1700237"/>
                <a:ext cx="710640" cy="67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F2C380E3-A319-4A86-BA65-3D5DDFF64399}"/>
                  </a:ext>
                </a:extLst>
              </p14:cNvPr>
              <p14:cNvContentPartPr/>
              <p14:nvPr/>
            </p14:nvContentPartPr>
            <p14:xfrm>
              <a:off x="8880491" y="1412237"/>
              <a:ext cx="1323000" cy="1400760"/>
            </p14:xfrm>
          </p:contentPart>
        </mc:Choice>
        <mc:Fallback xmlns=""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F2C380E3-A319-4A86-BA65-3D5DDFF643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71851" y="1403237"/>
                <a:ext cx="1340640" cy="141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6765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10E9109-C0B7-421E-A3DC-DE24AA892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87" y="317052"/>
            <a:ext cx="10643408" cy="29038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8FAC3F82-6A15-4B5A-9273-1FA5126F93D9}"/>
                  </a:ext>
                </a:extLst>
              </p14:cNvPr>
              <p14:cNvContentPartPr/>
              <p14:nvPr/>
            </p14:nvContentPartPr>
            <p14:xfrm>
              <a:off x="612371" y="3417797"/>
              <a:ext cx="378000" cy="331920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8FAC3F82-6A15-4B5A-9273-1FA5126F93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3380" y="3408797"/>
                <a:ext cx="395623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C1F6F60A-59D7-4E71-A319-8C145A45CD5B}"/>
                  </a:ext>
                </a:extLst>
              </p14:cNvPr>
              <p14:cNvContentPartPr/>
              <p14:nvPr/>
            </p14:nvContentPartPr>
            <p14:xfrm>
              <a:off x="1252811" y="3230237"/>
              <a:ext cx="84240" cy="820440"/>
            </p14:xfrm>
          </p:contentPart>
        </mc:Choice>
        <mc:Fallback xmlns=""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C1F6F60A-59D7-4E71-A319-8C145A45CD5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44171" y="3221597"/>
                <a:ext cx="101880" cy="83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0A24E90E-15DF-4916-9A7E-E54CEC154358}"/>
                  </a:ext>
                </a:extLst>
              </p14:cNvPr>
              <p14:cNvContentPartPr/>
              <p14:nvPr/>
            </p14:nvContentPartPr>
            <p14:xfrm>
              <a:off x="1586891" y="3261917"/>
              <a:ext cx="82440" cy="102960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0A24E90E-15DF-4916-9A7E-E54CEC15435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77891" y="3253277"/>
                <a:ext cx="1000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89230E6F-F9C2-4C4C-8062-A2BE00DF1E82}"/>
                  </a:ext>
                </a:extLst>
              </p14:cNvPr>
              <p14:cNvContentPartPr/>
              <p14:nvPr/>
            </p14:nvContentPartPr>
            <p14:xfrm>
              <a:off x="2187371" y="3243557"/>
              <a:ext cx="70200" cy="98640"/>
            </p14:xfrm>
          </p:contentPart>
        </mc:Choice>
        <mc:Fallback xmlns=""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89230E6F-F9C2-4C4C-8062-A2BE00DF1E8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78371" y="3234917"/>
                <a:ext cx="8784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51C732B5-8502-4ACF-B345-90E9B313472A}"/>
                  </a:ext>
                </a:extLst>
              </p14:cNvPr>
              <p14:cNvContentPartPr/>
              <p14:nvPr/>
            </p14:nvContentPartPr>
            <p14:xfrm>
              <a:off x="2705411" y="3232757"/>
              <a:ext cx="70560" cy="65160"/>
            </p14:xfrm>
          </p:contentPart>
        </mc:Choice>
        <mc:Fallback xmlns=""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51C732B5-8502-4ACF-B345-90E9B313472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696411" y="3224117"/>
                <a:ext cx="882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624654F0-EE3F-419B-8EEF-D15C6DFA2450}"/>
                  </a:ext>
                </a:extLst>
              </p14:cNvPr>
              <p14:cNvContentPartPr/>
              <p14:nvPr/>
            </p14:nvContentPartPr>
            <p14:xfrm>
              <a:off x="1618211" y="3818477"/>
              <a:ext cx="88560" cy="55440"/>
            </p14:xfrm>
          </p:contentPart>
        </mc:Choice>
        <mc:Fallback xmlns=""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624654F0-EE3F-419B-8EEF-D15C6DFA245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09211" y="3809477"/>
                <a:ext cx="10620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17042AEA-66B2-42E2-938C-EE3D15A5B0DB}"/>
                  </a:ext>
                </a:extLst>
              </p14:cNvPr>
              <p14:cNvContentPartPr/>
              <p14:nvPr/>
            </p14:nvContentPartPr>
            <p14:xfrm>
              <a:off x="2204291" y="3722357"/>
              <a:ext cx="78480" cy="82440"/>
            </p14:xfrm>
          </p:contentPart>
        </mc:Choice>
        <mc:Fallback xmlns=""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17042AEA-66B2-42E2-938C-EE3D15A5B0D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95291" y="3713357"/>
                <a:ext cx="9612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DAB2D06F-5FF7-4F1B-9C6C-98F2E3B68C36}"/>
                  </a:ext>
                </a:extLst>
              </p14:cNvPr>
              <p14:cNvContentPartPr/>
              <p14:nvPr/>
            </p14:nvContentPartPr>
            <p14:xfrm>
              <a:off x="2667971" y="3693917"/>
              <a:ext cx="74520" cy="64080"/>
            </p14:xfrm>
          </p:contentPart>
        </mc:Choice>
        <mc:Fallback xmlns=""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DAB2D06F-5FF7-4F1B-9C6C-98F2E3B68C3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659331" y="3685277"/>
                <a:ext cx="921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Encre 17">
                <a:extLst>
                  <a:ext uri="{FF2B5EF4-FFF2-40B4-BE49-F238E27FC236}">
                    <a16:creationId xmlns:a16="http://schemas.microsoft.com/office/drawing/2014/main" id="{B89DFD05-3620-4C60-9B9C-AB978B721E6A}"/>
                  </a:ext>
                </a:extLst>
              </p14:cNvPr>
              <p14:cNvContentPartPr/>
              <p14:nvPr/>
            </p14:nvContentPartPr>
            <p14:xfrm>
              <a:off x="3034811" y="3171197"/>
              <a:ext cx="132120" cy="762120"/>
            </p14:xfrm>
          </p:contentPart>
        </mc:Choice>
        <mc:Fallback xmlns="">
          <p:pic>
            <p:nvPicPr>
              <p:cNvPr id="18" name="Encre 17">
                <a:extLst>
                  <a:ext uri="{FF2B5EF4-FFF2-40B4-BE49-F238E27FC236}">
                    <a16:creationId xmlns:a16="http://schemas.microsoft.com/office/drawing/2014/main" id="{B89DFD05-3620-4C60-9B9C-AB978B721E6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026171" y="3162557"/>
                <a:ext cx="149760" cy="77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1D68078E-8175-485B-A110-5B7E708F16BF}"/>
                  </a:ext>
                </a:extLst>
              </p14:cNvPr>
              <p14:cNvContentPartPr/>
              <p14:nvPr/>
            </p14:nvContentPartPr>
            <p14:xfrm>
              <a:off x="4053611" y="3382877"/>
              <a:ext cx="416880" cy="247680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1D68078E-8175-485B-A110-5B7E708F16B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044964" y="3374237"/>
                <a:ext cx="434535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4" name="Encre 23">
                <a:extLst>
                  <a:ext uri="{FF2B5EF4-FFF2-40B4-BE49-F238E27FC236}">
                    <a16:creationId xmlns:a16="http://schemas.microsoft.com/office/drawing/2014/main" id="{45D92F94-B209-486D-A80D-209B4D32FCDA}"/>
                  </a:ext>
                </a:extLst>
              </p14:cNvPr>
              <p14:cNvContentPartPr/>
              <p14:nvPr/>
            </p14:nvContentPartPr>
            <p14:xfrm>
              <a:off x="4794131" y="3116117"/>
              <a:ext cx="122760" cy="706680"/>
            </p14:xfrm>
          </p:contentPart>
        </mc:Choice>
        <mc:Fallback xmlns="">
          <p:pic>
            <p:nvPicPr>
              <p:cNvPr id="24" name="Encre 23">
                <a:extLst>
                  <a:ext uri="{FF2B5EF4-FFF2-40B4-BE49-F238E27FC236}">
                    <a16:creationId xmlns:a16="http://schemas.microsoft.com/office/drawing/2014/main" id="{45D92F94-B209-486D-A80D-209B4D32FCD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785131" y="3107477"/>
                <a:ext cx="140400" cy="72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5" name="Encre 24">
                <a:extLst>
                  <a:ext uri="{FF2B5EF4-FFF2-40B4-BE49-F238E27FC236}">
                    <a16:creationId xmlns:a16="http://schemas.microsoft.com/office/drawing/2014/main" id="{856D7CDE-A0DF-4D51-922C-14E284CB6FEE}"/>
                  </a:ext>
                </a:extLst>
              </p14:cNvPr>
              <p14:cNvContentPartPr/>
              <p14:nvPr/>
            </p14:nvContentPartPr>
            <p14:xfrm>
              <a:off x="5046131" y="3090197"/>
              <a:ext cx="72720" cy="109440"/>
            </p14:xfrm>
          </p:contentPart>
        </mc:Choice>
        <mc:Fallback xmlns="">
          <p:pic>
            <p:nvPicPr>
              <p:cNvPr id="25" name="Encre 24">
                <a:extLst>
                  <a:ext uri="{FF2B5EF4-FFF2-40B4-BE49-F238E27FC236}">
                    <a16:creationId xmlns:a16="http://schemas.microsoft.com/office/drawing/2014/main" id="{856D7CDE-A0DF-4D51-922C-14E284CB6FE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037491" y="3081557"/>
                <a:ext cx="903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606B61C0-4A7A-4851-9136-F946AED216C5}"/>
                  </a:ext>
                </a:extLst>
              </p14:cNvPr>
              <p14:cNvContentPartPr/>
              <p14:nvPr/>
            </p14:nvContentPartPr>
            <p14:xfrm>
              <a:off x="5082851" y="3429317"/>
              <a:ext cx="57240" cy="96480"/>
            </p14:xfrm>
          </p:contentPart>
        </mc:Choice>
        <mc:Fallback xmlns=""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606B61C0-4A7A-4851-9136-F946AED216C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073851" y="3420677"/>
                <a:ext cx="7488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7" name="Encre 26">
                <a:extLst>
                  <a:ext uri="{FF2B5EF4-FFF2-40B4-BE49-F238E27FC236}">
                    <a16:creationId xmlns:a16="http://schemas.microsoft.com/office/drawing/2014/main" id="{11D4DF4D-C9B7-44C6-A69A-A52612B84D4A}"/>
                  </a:ext>
                </a:extLst>
              </p14:cNvPr>
              <p14:cNvContentPartPr/>
              <p14:nvPr/>
            </p14:nvContentPartPr>
            <p14:xfrm>
              <a:off x="5130011" y="3756917"/>
              <a:ext cx="43920" cy="54360"/>
            </p14:xfrm>
          </p:contentPart>
        </mc:Choice>
        <mc:Fallback xmlns="">
          <p:pic>
            <p:nvPicPr>
              <p:cNvPr id="27" name="Encre 26">
                <a:extLst>
                  <a:ext uri="{FF2B5EF4-FFF2-40B4-BE49-F238E27FC236}">
                    <a16:creationId xmlns:a16="http://schemas.microsoft.com/office/drawing/2014/main" id="{11D4DF4D-C9B7-44C6-A69A-A52612B84D4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121371" y="3747917"/>
                <a:ext cx="615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8" name="Encre 27">
                <a:extLst>
                  <a:ext uri="{FF2B5EF4-FFF2-40B4-BE49-F238E27FC236}">
                    <a16:creationId xmlns:a16="http://schemas.microsoft.com/office/drawing/2014/main" id="{6DADB06A-9C7C-488C-9BCC-363318ED55AE}"/>
                  </a:ext>
                </a:extLst>
              </p14:cNvPr>
              <p14:cNvContentPartPr/>
              <p14:nvPr/>
            </p14:nvContentPartPr>
            <p14:xfrm>
              <a:off x="5363291" y="3078677"/>
              <a:ext cx="60840" cy="114480"/>
            </p14:xfrm>
          </p:contentPart>
        </mc:Choice>
        <mc:Fallback xmlns="">
          <p:pic>
            <p:nvPicPr>
              <p:cNvPr id="28" name="Encre 27">
                <a:extLst>
                  <a:ext uri="{FF2B5EF4-FFF2-40B4-BE49-F238E27FC236}">
                    <a16:creationId xmlns:a16="http://schemas.microsoft.com/office/drawing/2014/main" id="{6DADB06A-9C7C-488C-9BCC-363318ED55A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354651" y="3069677"/>
                <a:ext cx="7848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1942B791-BF3D-4F25-8B83-C5EED2DE5A7B}"/>
                  </a:ext>
                </a:extLst>
              </p14:cNvPr>
              <p14:cNvContentPartPr/>
              <p14:nvPr/>
            </p14:nvContentPartPr>
            <p14:xfrm>
              <a:off x="5392451" y="3401237"/>
              <a:ext cx="53280" cy="102960"/>
            </p14:xfrm>
          </p:contentPart>
        </mc:Choice>
        <mc:Fallback xmlns=""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1942B791-BF3D-4F25-8B83-C5EED2DE5A7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383451" y="3392597"/>
                <a:ext cx="7092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0" name="Encre 29">
                <a:extLst>
                  <a:ext uri="{FF2B5EF4-FFF2-40B4-BE49-F238E27FC236}">
                    <a16:creationId xmlns:a16="http://schemas.microsoft.com/office/drawing/2014/main" id="{795F61DA-C8B8-41F8-8AB3-79581338344B}"/>
                  </a:ext>
                </a:extLst>
              </p14:cNvPr>
              <p14:cNvContentPartPr/>
              <p14:nvPr/>
            </p14:nvContentPartPr>
            <p14:xfrm>
              <a:off x="5417651" y="3778157"/>
              <a:ext cx="59400" cy="57240"/>
            </p14:xfrm>
          </p:contentPart>
        </mc:Choice>
        <mc:Fallback xmlns="">
          <p:pic>
            <p:nvPicPr>
              <p:cNvPr id="30" name="Encre 29">
                <a:extLst>
                  <a:ext uri="{FF2B5EF4-FFF2-40B4-BE49-F238E27FC236}">
                    <a16:creationId xmlns:a16="http://schemas.microsoft.com/office/drawing/2014/main" id="{795F61DA-C8B8-41F8-8AB3-79581338344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408651" y="3769157"/>
                <a:ext cx="7704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1" name="Encre 30">
                <a:extLst>
                  <a:ext uri="{FF2B5EF4-FFF2-40B4-BE49-F238E27FC236}">
                    <a16:creationId xmlns:a16="http://schemas.microsoft.com/office/drawing/2014/main" id="{47267931-BFAB-435F-ADF2-DEEE16DBFF5B}"/>
                  </a:ext>
                </a:extLst>
              </p14:cNvPr>
              <p14:cNvContentPartPr/>
              <p14:nvPr/>
            </p14:nvContentPartPr>
            <p14:xfrm>
              <a:off x="5770451" y="3061037"/>
              <a:ext cx="63360" cy="129960"/>
            </p14:xfrm>
          </p:contentPart>
        </mc:Choice>
        <mc:Fallback xmlns="">
          <p:pic>
            <p:nvPicPr>
              <p:cNvPr id="31" name="Encre 30">
                <a:extLst>
                  <a:ext uri="{FF2B5EF4-FFF2-40B4-BE49-F238E27FC236}">
                    <a16:creationId xmlns:a16="http://schemas.microsoft.com/office/drawing/2014/main" id="{47267931-BFAB-435F-ADF2-DEEE16DBFF5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761811" y="3052397"/>
                <a:ext cx="810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2" name="Encre 31">
                <a:extLst>
                  <a:ext uri="{FF2B5EF4-FFF2-40B4-BE49-F238E27FC236}">
                    <a16:creationId xmlns:a16="http://schemas.microsoft.com/office/drawing/2014/main" id="{B6C711D8-D06E-43E0-B9BF-79DCEC3C796F}"/>
                  </a:ext>
                </a:extLst>
              </p14:cNvPr>
              <p14:cNvContentPartPr/>
              <p14:nvPr/>
            </p14:nvContentPartPr>
            <p14:xfrm>
              <a:off x="5769371" y="3417437"/>
              <a:ext cx="47880" cy="95400"/>
            </p14:xfrm>
          </p:contentPart>
        </mc:Choice>
        <mc:Fallback xmlns="">
          <p:pic>
            <p:nvPicPr>
              <p:cNvPr id="32" name="Encre 31">
                <a:extLst>
                  <a:ext uri="{FF2B5EF4-FFF2-40B4-BE49-F238E27FC236}">
                    <a16:creationId xmlns:a16="http://schemas.microsoft.com/office/drawing/2014/main" id="{B6C711D8-D06E-43E0-B9BF-79DCEC3C796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760371" y="3408797"/>
                <a:ext cx="655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4E7096CF-2AFC-4DEB-99F9-29FEB29D3F8B}"/>
                  </a:ext>
                </a:extLst>
              </p14:cNvPr>
              <p14:cNvContentPartPr/>
              <p14:nvPr/>
            </p14:nvContentPartPr>
            <p14:xfrm>
              <a:off x="5770091" y="3783917"/>
              <a:ext cx="53280" cy="53280"/>
            </p14:xfrm>
          </p:contentPart>
        </mc:Choice>
        <mc:Fallback xmlns=""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4E7096CF-2AFC-4DEB-99F9-29FEB29D3F8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761451" y="3774917"/>
                <a:ext cx="7092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4" name="Encre 33">
                <a:extLst>
                  <a:ext uri="{FF2B5EF4-FFF2-40B4-BE49-F238E27FC236}">
                    <a16:creationId xmlns:a16="http://schemas.microsoft.com/office/drawing/2014/main" id="{30DCBD2A-BB84-473F-917C-583511774F75}"/>
                  </a:ext>
                </a:extLst>
              </p14:cNvPr>
              <p14:cNvContentPartPr/>
              <p14:nvPr/>
            </p14:nvContentPartPr>
            <p14:xfrm>
              <a:off x="6209651" y="3056717"/>
              <a:ext cx="48960" cy="114840"/>
            </p14:xfrm>
          </p:contentPart>
        </mc:Choice>
        <mc:Fallback xmlns="">
          <p:pic>
            <p:nvPicPr>
              <p:cNvPr id="34" name="Encre 33">
                <a:extLst>
                  <a:ext uri="{FF2B5EF4-FFF2-40B4-BE49-F238E27FC236}">
                    <a16:creationId xmlns:a16="http://schemas.microsoft.com/office/drawing/2014/main" id="{30DCBD2A-BB84-473F-917C-583511774F7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201011" y="3048077"/>
                <a:ext cx="6660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5" name="Encre 34">
                <a:extLst>
                  <a:ext uri="{FF2B5EF4-FFF2-40B4-BE49-F238E27FC236}">
                    <a16:creationId xmlns:a16="http://schemas.microsoft.com/office/drawing/2014/main" id="{AE269E9D-F475-4749-9905-EC397470F3E2}"/>
                  </a:ext>
                </a:extLst>
              </p14:cNvPr>
              <p14:cNvContentPartPr/>
              <p14:nvPr/>
            </p14:nvContentPartPr>
            <p14:xfrm>
              <a:off x="6207851" y="3469277"/>
              <a:ext cx="38880" cy="80280"/>
            </p14:xfrm>
          </p:contentPart>
        </mc:Choice>
        <mc:Fallback xmlns="">
          <p:pic>
            <p:nvPicPr>
              <p:cNvPr id="35" name="Encre 34">
                <a:extLst>
                  <a:ext uri="{FF2B5EF4-FFF2-40B4-BE49-F238E27FC236}">
                    <a16:creationId xmlns:a16="http://schemas.microsoft.com/office/drawing/2014/main" id="{AE269E9D-F475-4749-9905-EC397470F3E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199211" y="3460637"/>
                <a:ext cx="565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6" name="Encre 35">
                <a:extLst>
                  <a:ext uri="{FF2B5EF4-FFF2-40B4-BE49-F238E27FC236}">
                    <a16:creationId xmlns:a16="http://schemas.microsoft.com/office/drawing/2014/main" id="{95170A08-BCCD-4A38-A983-39545D66616D}"/>
                  </a:ext>
                </a:extLst>
              </p14:cNvPr>
              <p14:cNvContentPartPr/>
              <p14:nvPr/>
            </p14:nvContentPartPr>
            <p14:xfrm>
              <a:off x="6213971" y="3753317"/>
              <a:ext cx="57240" cy="55800"/>
            </p14:xfrm>
          </p:contentPart>
        </mc:Choice>
        <mc:Fallback xmlns="">
          <p:pic>
            <p:nvPicPr>
              <p:cNvPr id="36" name="Encre 35">
                <a:extLst>
                  <a:ext uri="{FF2B5EF4-FFF2-40B4-BE49-F238E27FC236}">
                    <a16:creationId xmlns:a16="http://schemas.microsoft.com/office/drawing/2014/main" id="{95170A08-BCCD-4A38-A983-39545D66616D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204971" y="3744677"/>
                <a:ext cx="7488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7" name="Encre 36">
                <a:extLst>
                  <a:ext uri="{FF2B5EF4-FFF2-40B4-BE49-F238E27FC236}">
                    <a16:creationId xmlns:a16="http://schemas.microsoft.com/office/drawing/2014/main" id="{078CA4BE-17A4-4458-A12C-50962DEFDB05}"/>
                  </a:ext>
                </a:extLst>
              </p14:cNvPr>
              <p14:cNvContentPartPr/>
              <p14:nvPr/>
            </p14:nvContentPartPr>
            <p14:xfrm>
              <a:off x="6463091" y="3022157"/>
              <a:ext cx="115920" cy="890640"/>
            </p14:xfrm>
          </p:contentPart>
        </mc:Choice>
        <mc:Fallback xmlns="">
          <p:pic>
            <p:nvPicPr>
              <p:cNvPr id="37" name="Encre 36">
                <a:extLst>
                  <a:ext uri="{FF2B5EF4-FFF2-40B4-BE49-F238E27FC236}">
                    <a16:creationId xmlns:a16="http://schemas.microsoft.com/office/drawing/2014/main" id="{078CA4BE-17A4-4458-A12C-50962DEFDB0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454091" y="3013157"/>
                <a:ext cx="133560" cy="90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7" name="Encre 46">
                <a:extLst>
                  <a:ext uri="{FF2B5EF4-FFF2-40B4-BE49-F238E27FC236}">
                    <a16:creationId xmlns:a16="http://schemas.microsoft.com/office/drawing/2014/main" id="{E372AF2E-6A48-4E66-8E88-D6C1B4120960}"/>
                  </a:ext>
                </a:extLst>
              </p14:cNvPr>
              <p14:cNvContentPartPr/>
              <p14:nvPr/>
            </p14:nvContentPartPr>
            <p14:xfrm>
              <a:off x="443171" y="4542437"/>
              <a:ext cx="266760" cy="309600"/>
            </p14:xfrm>
          </p:contentPart>
        </mc:Choice>
        <mc:Fallback xmlns="">
          <p:pic>
            <p:nvPicPr>
              <p:cNvPr id="47" name="Encre 46">
                <a:extLst>
                  <a:ext uri="{FF2B5EF4-FFF2-40B4-BE49-F238E27FC236}">
                    <a16:creationId xmlns:a16="http://schemas.microsoft.com/office/drawing/2014/main" id="{E372AF2E-6A48-4E66-8E88-D6C1B412096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34531" y="4533797"/>
                <a:ext cx="28440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0" name="Encre 49">
                <a:extLst>
                  <a:ext uri="{FF2B5EF4-FFF2-40B4-BE49-F238E27FC236}">
                    <a16:creationId xmlns:a16="http://schemas.microsoft.com/office/drawing/2014/main" id="{8C4C6A54-42AC-47E1-A360-F16B27EB6F72}"/>
                  </a:ext>
                </a:extLst>
              </p14:cNvPr>
              <p14:cNvContentPartPr/>
              <p14:nvPr/>
            </p14:nvContentPartPr>
            <p14:xfrm>
              <a:off x="1740611" y="5244077"/>
              <a:ext cx="118800" cy="85680"/>
            </p14:xfrm>
          </p:contentPart>
        </mc:Choice>
        <mc:Fallback xmlns="">
          <p:pic>
            <p:nvPicPr>
              <p:cNvPr id="50" name="Encre 49">
                <a:extLst>
                  <a:ext uri="{FF2B5EF4-FFF2-40B4-BE49-F238E27FC236}">
                    <a16:creationId xmlns:a16="http://schemas.microsoft.com/office/drawing/2014/main" id="{8C4C6A54-42AC-47E1-A360-F16B27EB6F7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731971" y="5235437"/>
                <a:ext cx="1364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1" name="Encre 50">
                <a:extLst>
                  <a:ext uri="{FF2B5EF4-FFF2-40B4-BE49-F238E27FC236}">
                    <a16:creationId xmlns:a16="http://schemas.microsoft.com/office/drawing/2014/main" id="{32E419F1-DABE-43D7-BF83-3E223E06D429}"/>
                  </a:ext>
                </a:extLst>
              </p14:cNvPr>
              <p14:cNvContentPartPr/>
              <p14:nvPr/>
            </p14:nvContentPartPr>
            <p14:xfrm>
              <a:off x="2099171" y="5253797"/>
              <a:ext cx="72360" cy="85680"/>
            </p14:xfrm>
          </p:contentPart>
        </mc:Choice>
        <mc:Fallback xmlns="">
          <p:pic>
            <p:nvPicPr>
              <p:cNvPr id="51" name="Encre 50">
                <a:extLst>
                  <a:ext uri="{FF2B5EF4-FFF2-40B4-BE49-F238E27FC236}">
                    <a16:creationId xmlns:a16="http://schemas.microsoft.com/office/drawing/2014/main" id="{32E419F1-DABE-43D7-BF83-3E223E06D42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090171" y="5245157"/>
                <a:ext cx="900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4" name="Encre 53">
                <a:extLst>
                  <a:ext uri="{FF2B5EF4-FFF2-40B4-BE49-F238E27FC236}">
                    <a16:creationId xmlns:a16="http://schemas.microsoft.com/office/drawing/2014/main" id="{4AD6EEFA-9F77-4F74-A302-4D1FA8A89666}"/>
                  </a:ext>
                </a:extLst>
              </p14:cNvPr>
              <p14:cNvContentPartPr/>
              <p14:nvPr/>
            </p14:nvContentPartPr>
            <p14:xfrm>
              <a:off x="1732691" y="5812517"/>
              <a:ext cx="89640" cy="68760"/>
            </p14:xfrm>
          </p:contentPart>
        </mc:Choice>
        <mc:Fallback xmlns="">
          <p:pic>
            <p:nvPicPr>
              <p:cNvPr id="54" name="Encre 53">
                <a:extLst>
                  <a:ext uri="{FF2B5EF4-FFF2-40B4-BE49-F238E27FC236}">
                    <a16:creationId xmlns:a16="http://schemas.microsoft.com/office/drawing/2014/main" id="{4AD6EEFA-9F77-4F74-A302-4D1FA8A89666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723691" y="5803517"/>
                <a:ext cx="1072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55" name="Encre 54">
                <a:extLst>
                  <a:ext uri="{FF2B5EF4-FFF2-40B4-BE49-F238E27FC236}">
                    <a16:creationId xmlns:a16="http://schemas.microsoft.com/office/drawing/2014/main" id="{8743746D-3F98-4DA8-9975-1A3A5C3B0A2A}"/>
                  </a:ext>
                </a:extLst>
              </p14:cNvPr>
              <p14:cNvContentPartPr/>
              <p14:nvPr/>
            </p14:nvContentPartPr>
            <p14:xfrm>
              <a:off x="2046251" y="5784437"/>
              <a:ext cx="93960" cy="69840"/>
            </p14:xfrm>
          </p:contentPart>
        </mc:Choice>
        <mc:Fallback xmlns="">
          <p:pic>
            <p:nvPicPr>
              <p:cNvPr id="55" name="Encre 54">
                <a:extLst>
                  <a:ext uri="{FF2B5EF4-FFF2-40B4-BE49-F238E27FC236}">
                    <a16:creationId xmlns:a16="http://schemas.microsoft.com/office/drawing/2014/main" id="{8743746D-3F98-4DA8-9975-1A3A5C3B0A2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037251" y="5775437"/>
                <a:ext cx="11160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6" name="Encre 55">
                <a:extLst>
                  <a:ext uri="{FF2B5EF4-FFF2-40B4-BE49-F238E27FC236}">
                    <a16:creationId xmlns:a16="http://schemas.microsoft.com/office/drawing/2014/main" id="{4BD6DD51-39AA-4532-8208-F937D668DDA1}"/>
                  </a:ext>
                </a:extLst>
              </p14:cNvPr>
              <p14:cNvContentPartPr/>
              <p14:nvPr/>
            </p14:nvContentPartPr>
            <p14:xfrm>
              <a:off x="2376731" y="5160197"/>
              <a:ext cx="116640" cy="929160"/>
            </p14:xfrm>
          </p:contentPart>
        </mc:Choice>
        <mc:Fallback xmlns="">
          <p:pic>
            <p:nvPicPr>
              <p:cNvPr id="56" name="Encre 55">
                <a:extLst>
                  <a:ext uri="{FF2B5EF4-FFF2-40B4-BE49-F238E27FC236}">
                    <a16:creationId xmlns:a16="http://schemas.microsoft.com/office/drawing/2014/main" id="{4BD6DD51-39AA-4532-8208-F937D668DDA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367731" y="5151197"/>
                <a:ext cx="134280" cy="9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59" name="Encre 58">
                <a:extLst>
                  <a:ext uri="{FF2B5EF4-FFF2-40B4-BE49-F238E27FC236}">
                    <a16:creationId xmlns:a16="http://schemas.microsoft.com/office/drawing/2014/main" id="{FE629B22-F1E6-494F-82C8-00C1E36B65FD}"/>
                  </a:ext>
                </a:extLst>
              </p14:cNvPr>
              <p14:cNvContentPartPr/>
              <p14:nvPr/>
            </p14:nvContentPartPr>
            <p14:xfrm>
              <a:off x="2682011" y="4240757"/>
              <a:ext cx="77040" cy="771480"/>
            </p14:xfrm>
          </p:contentPart>
        </mc:Choice>
        <mc:Fallback xmlns="">
          <p:pic>
            <p:nvPicPr>
              <p:cNvPr id="59" name="Encre 58">
                <a:extLst>
                  <a:ext uri="{FF2B5EF4-FFF2-40B4-BE49-F238E27FC236}">
                    <a16:creationId xmlns:a16="http://schemas.microsoft.com/office/drawing/2014/main" id="{FE629B22-F1E6-494F-82C8-00C1E36B65F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673011" y="4231757"/>
                <a:ext cx="94680" cy="78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60" name="Encre 59">
                <a:extLst>
                  <a:ext uri="{FF2B5EF4-FFF2-40B4-BE49-F238E27FC236}">
                    <a16:creationId xmlns:a16="http://schemas.microsoft.com/office/drawing/2014/main" id="{187DF172-0B6B-4487-AB52-AAA7DABB2BFA}"/>
                  </a:ext>
                </a:extLst>
              </p14:cNvPr>
              <p14:cNvContentPartPr/>
              <p14:nvPr/>
            </p14:nvContentPartPr>
            <p14:xfrm>
              <a:off x="1039691" y="5215997"/>
              <a:ext cx="413640" cy="823320"/>
            </p14:xfrm>
          </p:contentPart>
        </mc:Choice>
        <mc:Fallback xmlns="">
          <p:pic>
            <p:nvPicPr>
              <p:cNvPr id="60" name="Encre 59">
                <a:extLst>
                  <a:ext uri="{FF2B5EF4-FFF2-40B4-BE49-F238E27FC236}">
                    <a16:creationId xmlns:a16="http://schemas.microsoft.com/office/drawing/2014/main" id="{187DF172-0B6B-4487-AB52-AAA7DABB2BF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31051" y="5207357"/>
                <a:ext cx="431280" cy="84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61" name="Encre 60">
                <a:extLst>
                  <a:ext uri="{FF2B5EF4-FFF2-40B4-BE49-F238E27FC236}">
                    <a16:creationId xmlns:a16="http://schemas.microsoft.com/office/drawing/2014/main" id="{38BD8A10-F309-451E-8F9B-B2B62A750C2D}"/>
                  </a:ext>
                </a:extLst>
              </p14:cNvPr>
              <p14:cNvContentPartPr/>
              <p14:nvPr/>
            </p14:nvContentPartPr>
            <p14:xfrm>
              <a:off x="2959571" y="4226717"/>
              <a:ext cx="50400" cy="93240"/>
            </p14:xfrm>
          </p:contentPart>
        </mc:Choice>
        <mc:Fallback xmlns="">
          <p:pic>
            <p:nvPicPr>
              <p:cNvPr id="61" name="Encre 60">
                <a:extLst>
                  <a:ext uri="{FF2B5EF4-FFF2-40B4-BE49-F238E27FC236}">
                    <a16:creationId xmlns:a16="http://schemas.microsoft.com/office/drawing/2014/main" id="{38BD8A10-F309-451E-8F9B-B2B62A750C2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950931" y="4217717"/>
                <a:ext cx="680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62" name="Encre 61">
                <a:extLst>
                  <a:ext uri="{FF2B5EF4-FFF2-40B4-BE49-F238E27FC236}">
                    <a16:creationId xmlns:a16="http://schemas.microsoft.com/office/drawing/2014/main" id="{DB528707-455C-4F07-9F86-CA93A3A782ED}"/>
                  </a:ext>
                </a:extLst>
              </p14:cNvPr>
              <p14:cNvContentPartPr/>
              <p14:nvPr/>
            </p14:nvContentPartPr>
            <p14:xfrm>
              <a:off x="3332531" y="4210517"/>
              <a:ext cx="69480" cy="99720"/>
            </p14:xfrm>
          </p:contentPart>
        </mc:Choice>
        <mc:Fallback xmlns="">
          <p:pic>
            <p:nvPicPr>
              <p:cNvPr id="62" name="Encre 61">
                <a:extLst>
                  <a:ext uri="{FF2B5EF4-FFF2-40B4-BE49-F238E27FC236}">
                    <a16:creationId xmlns:a16="http://schemas.microsoft.com/office/drawing/2014/main" id="{DB528707-455C-4F07-9F86-CA93A3A782E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323891" y="4201517"/>
                <a:ext cx="8712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63" name="Encre 62">
                <a:extLst>
                  <a:ext uri="{FF2B5EF4-FFF2-40B4-BE49-F238E27FC236}">
                    <a16:creationId xmlns:a16="http://schemas.microsoft.com/office/drawing/2014/main" id="{FDA8C3CA-56E6-41BC-9630-EC37D5AEE81C}"/>
                  </a:ext>
                </a:extLst>
              </p14:cNvPr>
              <p14:cNvContentPartPr/>
              <p14:nvPr/>
            </p14:nvContentPartPr>
            <p14:xfrm>
              <a:off x="3645371" y="4213757"/>
              <a:ext cx="90720" cy="83520"/>
            </p14:xfrm>
          </p:contentPart>
        </mc:Choice>
        <mc:Fallback xmlns="">
          <p:pic>
            <p:nvPicPr>
              <p:cNvPr id="63" name="Encre 62">
                <a:extLst>
                  <a:ext uri="{FF2B5EF4-FFF2-40B4-BE49-F238E27FC236}">
                    <a16:creationId xmlns:a16="http://schemas.microsoft.com/office/drawing/2014/main" id="{FDA8C3CA-56E6-41BC-9630-EC37D5AEE81C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636731" y="4204757"/>
                <a:ext cx="10836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64" name="Encre 63">
                <a:extLst>
                  <a:ext uri="{FF2B5EF4-FFF2-40B4-BE49-F238E27FC236}">
                    <a16:creationId xmlns:a16="http://schemas.microsoft.com/office/drawing/2014/main" id="{093BD37A-CF23-496C-9E54-BB4A22DEDE1A}"/>
                  </a:ext>
                </a:extLst>
              </p14:cNvPr>
              <p14:cNvContentPartPr/>
              <p14:nvPr/>
            </p14:nvContentPartPr>
            <p14:xfrm>
              <a:off x="3962531" y="4223477"/>
              <a:ext cx="76320" cy="82440"/>
            </p14:xfrm>
          </p:contentPart>
        </mc:Choice>
        <mc:Fallback xmlns="">
          <p:pic>
            <p:nvPicPr>
              <p:cNvPr id="64" name="Encre 63">
                <a:extLst>
                  <a:ext uri="{FF2B5EF4-FFF2-40B4-BE49-F238E27FC236}">
                    <a16:creationId xmlns:a16="http://schemas.microsoft.com/office/drawing/2014/main" id="{093BD37A-CF23-496C-9E54-BB4A22DEDE1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953531" y="4214477"/>
                <a:ext cx="9396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70" name="Encre 69">
                <a:extLst>
                  <a:ext uri="{FF2B5EF4-FFF2-40B4-BE49-F238E27FC236}">
                    <a16:creationId xmlns:a16="http://schemas.microsoft.com/office/drawing/2014/main" id="{471D7839-BDEF-45EC-BEEC-988EF33BCAC3}"/>
                  </a:ext>
                </a:extLst>
              </p14:cNvPr>
              <p14:cNvContentPartPr/>
              <p14:nvPr/>
            </p14:nvContentPartPr>
            <p14:xfrm>
              <a:off x="2972531" y="4916837"/>
              <a:ext cx="74880" cy="63000"/>
            </p14:xfrm>
          </p:contentPart>
        </mc:Choice>
        <mc:Fallback xmlns="">
          <p:pic>
            <p:nvPicPr>
              <p:cNvPr id="70" name="Encre 69">
                <a:extLst>
                  <a:ext uri="{FF2B5EF4-FFF2-40B4-BE49-F238E27FC236}">
                    <a16:creationId xmlns:a16="http://schemas.microsoft.com/office/drawing/2014/main" id="{471D7839-BDEF-45EC-BEEC-988EF33BCAC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963891" y="4908197"/>
                <a:ext cx="925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71" name="Encre 70">
                <a:extLst>
                  <a:ext uri="{FF2B5EF4-FFF2-40B4-BE49-F238E27FC236}">
                    <a16:creationId xmlns:a16="http://schemas.microsoft.com/office/drawing/2014/main" id="{794BBBF6-89F3-499C-A167-637BCE2E4748}"/>
                  </a:ext>
                </a:extLst>
              </p14:cNvPr>
              <p14:cNvContentPartPr/>
              <p14:nvPr/>
            </p14:nvContentPartPr>
            <p14:xfrm>
              <a:off x="3297971" y="4901717"/>
              <a:ext cx="95760" cy="56520"/>
            </p14:xfrm>
          </p:contentPart>
        </mc:Choice>
        <mc:Fallback xmlns="">
          <p:pic>
            <p:nvPicPr>
              <p:cNvPr id="71" name="Encre 70">
                <a:extLst>
                  <a:ext uri="{FF2B5EF4-FFF2-40B4-BE49-F238E27FC236}">
                    <a16:creationId xmlns:a16="http://schemas.microsoft.com/office/drawing/2014/main" id="{794BBBF6-89F3-499C-A167-637BCE2E4748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288971" y="4893077"/>
                <a:ext cx="11340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72" name="Encre 71">
                <a:extLst>
                  <a:ext uri="{FF2B5EF4-FFF2-40B4-BE49-F238E27FC236}">
                    <a16:creationId xmlns:a16="http://schemas.microsoft.com/office/drawing/2014/main" id="{6021DBEF-E4FC-47B6-8E75-AFB1B8B501C7}"/>
                  </a:ext>
                </a:extLst>
              </p14:cNvPr>
              <p14:cNvContentPartPr/>
              <p14:nvPr/>
            </p14:nvContentPartPr>
            <p14:xfrm>
              <a:off x="3676691" y="4911437"/>
              <a:ext cx="95040" cy="58680"/>
            </p14:xfrm>
          </p:contentPart>
        </mc:Choice>
        <mc:Fallback xmlns="">
          <p:pic>
            <p:nvPicPr>
              <p:cNvPr id="72" name="Encre 71">
                <a:extLst>
                  <a:ext uri="{FF2B5EF4-FFF2-40B4-BE49-F238E27FC236}">
                    <a16:creationId xmlns:a16="http://schemas.microsoft.com/office/drawing/2014/main" id="{6021DBEF-E4FC-47B6-8E75-AFB1B8B501C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667691" y="4902797"/>
                <a:ext cx="1126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75" name="Encre 74">
                <a:extLst>
                  <a:ext uri="{FF2B5EF4-FFF2-40B4-BE49-F238E27FC236}">
                    <a16:creationId xmlns:a16="http://schemas.microsoft.com/office/drawing/2014/main" id="{6D1877AD-95CB-4934-83A2-E4CBF79A7206}"/>
                  </a:ext>
                </a:extLst>
              </p14:cNvPr>
              <p14:cNvContentPartPr/>
              <p14:nvPr/>
            </p14:nvContentPartPr>
            <p14:xfrm>
              <a:off x="3974051" y="4188917"/>
              <a:ext cx="363600" cy="918360"/>
            </p14:xfrm>
          </p:contentPart>
        </mc:Choice>
        <mc:Fallback xmlns="">
          <p:pic>
            <p:nvPicPr>
              <p:cNvPr id="75" name="Encre 74">
                <a:extLst>
                  <a:ext uri="{FF2B5EF4-FFF2-40B4-BE49-F238E27FC236}">
                    <a16:creationId xmlns:a16="http://schemas.microsoft.com/office/drawing/2014/main" id="{6D1877AD-95CB-4934-83A2-E4CBF79A720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965411" y="4180277"/>
                <a:ext cx="381240" cy="9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76" name="Encre 75">
                <a:extLst>
                  <a:ext uri="{FF2B5EF4-FFF2-40B4-BE49-F238E27FC236}">
                    <a16:creationId xmlns:a16="http://schemas.microsoft.com/office/drawing/2014/main" id="{E17111F4-5C4A-4D93-8947-093A2DD0AC89}"/>
                  </a:ext>
                </a:extLst>
              </p14:cNvPr>
              <p14:cNvContentPartPr/>
              <p14:nvPr/>
            </p14:nvContentPartPr>
            <p14:xfrm>
              <a:off x="3656891" y="4582037"/>
              <a:ext cx="78480" cy="87840"/>
            </p14:xfrm>
          </p:contentPart>
        </mc:Choice>
        <mc:Fallback xmlns="">
          <p:pic>
            <p:nvPicPr>
              <p:cNvPr id="76" name="Encre 75">
                <a:extLst>
                  <a:ext uri="{FF2B5EF4-FFF2-40B4-BE49-F238E27FC236}">
                    <a16:creationId xmlns:a16="http://schemas.microsoft.com/office/drawing/2014/main" id="{E17111F4-5C4A-4D93-8947-093A2DD0AC8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647891" y="4573037"/>
                <a:ext cx="9612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77" name="Encre 76">
                <a:extLst>
                  <a:ext uri="{FF2B5EF4-FFF2-40B4-BE49-F238E27FC236}">
                    <a16:creationId xmlns:a16="http://schemas.microsoft.com/office/drawing/2014/main" id="{9CA889AA-D7ED-446A-91D0-BD97F99306F7}"/>
                  </a:ext>
                </a:extLst>
              </p14:cNvPr>
              <p14:cNvContentPartPr/>
              <p14:nvPr/>
            </p14:nvContentPartPr>
            <p14:xfrm>
              <a:off x="2958851" y="4605797"/>
              <a:ext cx="343800" cy="84600"/>
            </p14:xfrm>
          </p:contentPart>
        </mc:Choice>
        <mc:Fallback xmlns="">
          <p:pic>
            <p:nvPicPr>
              <p:cNvPr id="77" name="Encre 76">
                <a:extLst>
                  <a:ext uri="{FF2B5EF4-FFF2-40B4-BE49-F238E27FC236}">
                    <a16:creationId xmlns:a16="http://schemas.microsoft.com/office/drawing/2014/main" id="{9CA889AA-D7ED-446A-91D0-BD97F99306F7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949851" y="4596797"/>
                <a:ext cx="36144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78" name="Encre 77">
                <a:extLst>
                  <a:ext uri="{FF2B5EF4-FFF2-40B4-BE49-F238E27FC236}">
                    <a16:creationId xmlns:a16="http://schemas.microsoft.com/office/drawing/2014/main" id="{CA00E87B-E757-4F13-8CA6-EDA4C73C3DEC}"/>
                  </a:ext>
                </a:extLst>
              </p14:cNvPr>
              <p14:cNvContentPartPr/>
              <p14:nvPr/>
            </p14:nvContentPartPr>
            <p14:xfrm>
              <a:off x="2678411" y="5232197"/>
              <a:ext cx="103680" cy="952920"/>
            </p14:xfrm>
          </p:contentPart>
        </mc:Choice>
        <mc:Fallback xmlns="">
          <p:pic>
            <p:nvPicPr>
              <p:cNvPr id="78" name="Encre 77">
                <a:extLst>
                  <a:ext uri="{FF2B5EF4-FFF2-40B4-BE49-F238E27FC236}">
                    <a16:creationId xmlns:a16="http://schemas.microsoft.com/office/drawing/2014/main" id="{CA00E87B-E757-4F13-8CA6-EDA4C73C3DEC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669771" y="5223557"/>
                <a:ext cx="121320" cy="9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9" name="Encre 78">
                <a:extLst>
                  <a:ext uri="{FF2B5EF4-FFF2-40B4-BE49-F238E27FC236}">
                    <a16:creationId xmlns:a16="http://schemas.microsoft.com/office/drawing/2014/main" id="{386A9C1A-9388-4779-AC4E-44FD55FBB123}"/>
                  </a:ext>
                </a:extLst>
              </p14:cNvPr>
              <p14:cNvContentPartPr/>
              <p14:nvPr/>
            </p14:nvContentPartPr>
            <p14:xfrm>
              <a:off x="2938691" y="5303477"/>
              <a:ext cx="77400" cy="110520"/>
            </p14:xfrm>
          </p:contentPart>
        </mc:Choice>
        <mc:Fallback xmlns="">
          <p:pic>
            <p:nvPicPr>
              <p:cNvPr id="79" name="Encre 78">
                <a:extLst>
                  <a:ext uri="{FF2B5EF4-FFF2-40B4-BE49-F238E27FC236}">
                    <a16:creationId xmlns:a16="http://schemas.microsoft.com/office/drawing/2014/main" id="{386A9C1A-9388-4779-AC4E-44FD55FBB123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2930051" y="5294837"/>
                <a:ext cx="9504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80" name="Encre 79">
                <a:extLst>
                  <a:ext uri="{FF2B5EF4-FFF2-40B4-BE49-F238E27FC236}">
                    <a16:creationId xmlns:a16="http://schemas.microsoft.com/office/drawing/2014/main" id="{0094D97A-5FD7-4157-AE4F-2DADB9B22FEA}"/>
                  </a:ext>
                </a:extLst>
              </p14:cNvPr>
              <p14:cNvContentPartPr/>
              <p14:nvPr/>
            </p14:nvContentPartPr>
            <p14:xfrm>
              <a:off x="3333611" y="5302397"/>
              <a:ext cx="65160" cy="77040"/>
            </p14:xfrm>
          </p:contentPart>
        </mc:Choice>
        <mc:Fallback xmlns="">
          <p:pic>
            <p:nvPicPr>
              <p:cNvPr id="80" name="Encre 79">
                <a:extLst>
                  <a:ext uri="{FF2B5EF4-FFF2-40B4-BE49-F238E27FC236}">
                    <a16:creationId xmlns:a16="http://schemas.microsoft.com/office/drawing/2014/main" id="{0094D97A-5FD7-4157-AE4F-2DADB9B22FEA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324971" y="5293757"/>
                <a:ext cx="8280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81" name="Encre 80">
                <a:extLst>
                  <a:ext uri="{FF2B5EF4-FFF2-40B4-BE49-F238E27FC236}">
                    <a16:creationId xmlns:a16="http://schemas.microsoft.com/office/drawing/2014/main" id="{F282FEE0-8EF9-4C7A-9829-F1409754BE70}"/>
                  </a:ext>
                </a:extLst>
              </p14:cNvPr>
              <p14:cNvContentPartPr/>
              <p14:nvPr/>
            </p14:nvContentPartPr>
            <p14:xfrm>
              <a:off x="3702611" y="5286197"/>
              <a:ext cx="66960" cy="70560"/>
            </p14:xfrm>
          </p:contentPart>
        </mc:Choice>
        <mc:Fallback xmlns="">
          <p:pic>
            <p:nvPicPr>
              <p:cNvPr id="81" name="Encre 80">
                <a:extLst>
                  <a:ext uri="{FF2B5EF4-FFF2-40B4-BE49-F238E27FC236}">
                    <a16:creationId xmlns:a16="http://schemas.microsoft.com/office/drawing/2014/main" id="{F282FEE0-8EF9-4C7A-9829-F1409754BE70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693971" y="5277557"/>
                <a:ext cx="846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82" name="Encre 81">
                <a:extLst>
                  <a:ext uri="{FF2B5EF4-FFF2-40B4-BE49-F238E27FC236}">
                    <a16:creationId xmlns:a16="http://schemas.microsoft.com/office/drawing/2014/main" id="{CB48D57E-10C6-4ED8-BC71-D9A162036391}"/>
                  </a:ext>
                </a:extLst>
              </p14:cNvPr>
              <p14:cNvContentPartPr/>
              <p14:nvPr/>
            </p14:nvContentPartPr>
            <p14:xfrm>
              <a:off x="4041371" y="5298077"/>
              <a:ext cx="54360" cy="70560"/>
            </p14:xfrm>
          </p:contentPart>
        </mc:Choice>
        <mc:Fallback xmlns="">
          <p:pic>
            <p:nvPicPr>
              <p:cNvPr id="82" name="Encre 81">
                <a:extLst>
                  <a:ext uri="{FF2B5EF4-FFF2-40B4-BE49-F238E27FC236}">
                    <a16:creationId xmlns:a16="http://schemas.microsoft.com/office/drawing/2014/main" id="{CB48D57E-10C6-4ED8-BC71-D9A162036391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4032371" y="5289437"/>
                <a:ext cx="720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83" name="Encre 82">
                <a:extLst>
                  <a:ext uri="{FF2B5EF4-FFF2-40B4-BE49-F238E27FC236}">
                    <a16:creationId xmlns:a16="http://schemas.microsoft.com/office/drawing/2014/main" id="{1FB0D18E-3975-48C3-99F1-04F67264A596}"/>
                  </a:ext>
                </a:extLst>
              </p14:cNvPr>
              <p14:cNvContentPartPr/>
              <p14:nvPr/>
            </p14:nvContentPartPr>
            <p14:xfrm>
              <a:off x="2967131" y="5825117"/>
              <a:ext cx="107640" cy="62280"/>
            </p14:xfrm>
          </p:contentPart>
        </mc:Choice>
        <mc:Fallback xmlns="">
          <p:pic>
            <p:nvPicPr>
              <p:cNvPr id="83" name="Encre 82">
                <a:extLst>
                  <a:ext uri="{FF2B5EF4-FFF2-40B4-BE49-F238E27FC236}">
                    <a16:creationId xmlns:a16="http://schemas.microsoft.com/office/drawing/2014/main" id="{1FB0D18E-3975-48C3-99F1-04F67264A596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958491" y="5816477"/>
                <a:ext cx="1252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84" name="Encre 83">
                <a:extLst>
                  <a:ext uri="{FF2B5EF4-FFF2-40B4-BE49-F238E27FC236}">
                    <a16:creationId xmlns:a16="http://schemas.microsoft.com/office/drawing/2014/main" id="{26DAC6AC-310D-4E4B-9D0F-202B8E19B0CB}"/>
                  </a:ext>
                </a:extLst>
              </p14:cNvPr>
              <p14:cNvContentPartPr/>
              <p14:nvPr/>
            </p14:nvContentPartPr>
            <p14:xfrm>
              <a:off x="3333611" y="5788757"/>
              <a:ext cx="70560" cy="78120"/>
            </p14:xfrm>
          </p:contentPart>
        </mc:Choice>
        <mc:Fallback xmlns="">
          <p:pic>
            <p:nvPicPr>
              <p:cNvPr id="84" name="Encre 83">
                <a:extLst>
                  <a:ext uri="{FF2B5EF4-FFF2-40B4-BE49-F238E27FC236}">
                    <a16:creationId xmlns:a16="http://schemas.microsoft.com/office/drawing/2014/main" id="{26DAC6AC-310D-4E4B-9D0F-202B8E19B0C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3324611" y="5779757"/>
                <a:ext cx="8820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85" name="Encre 84">
                <a:extLst>
                  <a:ext uri="{FF2B5EF4-FFF2-40B4-BE49-F238E27FC236}">
                    <a16:creationId xmlns:a16="http://schemas.microsoft.com/office/drawing/2014/main" id="{D1AFA746-7B48-4A42-9039-51920355823D}"/>
                  </a:ext>
                </a:extLst>
              </p14:cNvPr>
              <p14:cNvContentPartPr/>
              <p14:nvPr/>
            </p14:nvContentPartPr>
            <p14:xfrm>
              <a:off x="3677771" y="5783357"/>
              <a:ext cx="85680" cy="78120"/>
            </p14:xfrm>
          </p:contentPart>
        </mc:Choice>
        <mc:Fallback xmlns="">
          <p:pic>
            <p:nvPicPr>
              <p:cNvPr id="85" name="Encre 84">
                <a:extLst>
                  <a:ext uri="{FF2B5EF4-FFF2-40B4-BE49-F238E27FC236}">
                    <a16:creationId xmlns:a16="http://schemas.microsoft.com/office/drawing/2014/main" id="{D1AFA746-7B48-4A42-9039-51920355823D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3668771" y="5774357"/>
                <a:ext cx="1033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86" name="Encre 85">
                <a:extLst>
                  <a:ext uri="{FF2B5EF4-FFF2-40B4-BE49-F238E27FC236}">
                    <a16:creationId xmlns:a16="http://schemas.microsoft.com/office/drawing/2014/main" id="{7DCCED5A-0D38-4DD2-A013-2A8E6DD2EFD8}"/>
                  </a:ext>
                </a:extLst>
              </p14:cNvPr>
              <p14:cNvContentPartPr/>
              <p14:nvPr/>
            </p14:nvContentPartPr>
            <p14:xfrm>
              <a:off x="3970451" y="5781197"/>
              <a:ext cx="82440" cy="90000"/>
            </p14:xfrm>
          </p:contentPart>
        </mc:Choice>
        <mc:Fallback xmlns="">
          <p:pic>
            <p:nvPicPr>
              <p:cNvPr id="86" name="Encre 85">
                <a:extLst>
                  <a:ext uri="{FF2B5EF4-FFF2-40B4-BE49-F238E27FC236}">
                    <a16:creationId xmlns:a16="http://schemas.microsoft.com/office/drawing/2014/main" id="{7DCCED5A-0D38-4DD2-A013-2A8E6DD2EFD8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961811" y="5772197"/>
                <a:ext cx="1000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87" name="Encre 86">
                <a:extLst>
                  <a:ext uri="{FF2B5EF4-FFF2-40B4-BE49-F238E27FC236}">
                    <a16:creationId xmlns:a16="http://schemas.microsoft.com/office/drawing/2014/main" id="{EE53DF82-F4A4-4CB4-A204-29C00E6E9D5A}"/>
                  </a:ext>
                </a:extLst>
              </p14:cNvPr>
              <p14:cNvContentPartPr/>
              <p14:nvPr/>
            </p14:nvContentPartPr>
            <p14:xfrm>
              <a:off x="4294811" y="5277557"/>
              <a:ext cx="78480" cy="763920"/>
            </p14:xfrm>
          </p:contentPart>
        </mc:Choice>
        <mc:Fallback xmlns="">
          <p:pic>
            <p:nvPicPr>
              <p:cNvPr id="87" name="Encre 86">
                <a:extLst>
                  <a:ext uri="{FF2B5EF4-FFF2-40B4-BE49-F238E27FC236}">
                    <a16:creationId xmlns:a16="http://schemas.microsoft.com/office/drawing/2014/main" id="{EE53DF82-F4A4-4CB4-A204-29C00E6E9D5A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4285811" y="5268917"/>
                <a:ext cx="96120" cy="78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93" name="Encre 92">
                <a:extLst>
                  <a:ext uri="{FF2B5EF4-FFF2-40B4-BE49-F238E27FC236}">
                    <a16:creationId xmlns:a16="http://schemas.microsoft.com/office/drawing/2014/main" id="{6173966A-6AB5-4A49-9D1C-2C84F1D79612}"/>
                  </a:ext>
                </a:extLst>
              </p14:cNvPr>
              <p14:cNvContentPartPr/>
              <p14:nvPr/>
            </p14:nvContentPartPr>
            <p14:xfrm>
              <a:off x="2093051" y="1671797"/>
              <a:ext cx="1148040" cy="758880"/>
            </p14:xfrm>
          </p:contentPart>
        </mc:Choice>
        <mc:Fallback xmlns="">
          <p:pic>
            <p:nvPicPr>
              <p:cNvPr id="93" name="Encre 92">
                <a:extLst>
                  <a:ext uri="{FF2B5EF4-FFF2-40B4-BE49-F238E27FC236}">
                    <a16:creationId xmlns:a16="http://schemas.microsoft.com/office/drawing/2014/main" id="{6173966A-6AB5-4A49-9D1C-2C84F1D79612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2084408" y="1663153"/>
                <a:ext cx="1165686" cy="7765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98" name="Encre 97">
                <a:extLst>
                  <a:ext uri="{FF2B5EF4-FFF2-40B4-BE49-F238E27FC236}">
                    <a16:creationId xmlns:a16="http://schemas.microsoft.com/office/drawing/2014/main" id="{170ED290-3FF5-4879-8982-0B7011BF73C6}"/>
                  </a:ext>
                </a:extLst>
              </p14:cNvPr>
              <p14:cNvContentPartPr/>
              <p14:nvPr/>
            </p14:nvContentPartPr>
            <p14:xfrm>
              <a:off x="2174051" y="2587637"/>
              <a:ext cx="556200" cy="195120"/>
            </p14:xfrm>
          </p:contentPart>
        </mc:Choice>
        <mc:Fallback xmlns="">
          <p:pic>
            <p:nvPicPr>
              <p:cNvPr id="98" name="Encre 97">
                <a:extLst>
                  <a:ext uri="{FF2B5EF4-FFF2-40B4-BE49-F238E27FC236}">
                    <a16:creationId xmlns:a16="http://schemas.microsoft.com/office/drawing/2014/main" id="{170ED290-3FF5-4879-8982-0B7011BF73C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165045" y="2578637"/>
                <a:ext cx="573851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5" name="Encre 104">
                <a:extLst>
                  <a:ext uri="{FF2B5EF4-FFF2-40B4-BE49-F238E27FC236}">
                    <a16:creationId xmlns:a16="http://schemas.microsoft.com/office/drawing/2014/main" id="{0B9B21B4-2AA7-41CA-92AC-9AA25A198A8C}"/>
                  </a:ext>
                </a:extLst>
              </p14:cNvPr>
              <p14:cNvContentPartPr/>
              <p14:nvPr/>
            </p14:nvContentPartPr>
            <p14:xfrm>
              <a:off x="10609931" y="1735517"/>
              <a:ext cx="425160" cy="1061280"/>
            </p14:xfrm>
          </p:contentPart>
        </mc:Choice>
        <mc:Fallback xmlns="">
          <p:pic>
            <p:nvPicPr>
              <p:cNvPr id="105" name="Encre 104">
                <a:extLst>
                  <a:ext uri="{FF2B5EF4-FFF2-40B4-BE49-F238E27FC236}">
                    <a16:creationId xmlns:a16="http://schemas.microsoft.com/office/drawing/2014/main" id="{0B9B21B4-2AA7-41CA-92AC-9AA25A198A8C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0600931" y="1726520"/>
                <a:ext cx="442800" cy="10789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8" name="Encre 107">
                <a:extLst>
                  <a:ext uri="{FF2B5EF4-FFF2-40B4-BE49-F238E27FC236}">
                    <a16:creationId xmlns:a16="http://schemas.microsoft.com/office/drawing/2014/main" id="{3A7251BB-A703-4864-9017-6C1FB96CF2A5}"/>
                  </a:ext>
                </a:extLst>
              </p14:cNvPr>
              <p14:cNvContentPartPr/>
              <p14:nvPr/>
            </p14:nvContentPartPr>
            <p14:xfrm>
              <a:off x="1959851" y="163397"/>
              <a:ext cx="521280" cy="441720"/>
            </p14:xfrm>
          </p:contentPart>
        </mc:Choice>
        <mc:Fallback xmlns="">
          <p:pic>
            <p:nvPicPr>
              <p:cNvPr id="108" name="Encre 107">
                <a:extLst>
                  <a:ext uri="{FF2B5EF4-FFF2-40B4-BE49-F238E27FC236}">
                    <a16:creationId xmlns:a16="http://schemas.microsoft.com/office/drawing/2014/main" id="{3A7251BB-A703-4864-9017-6C1FB96CF2A5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951211" y="154397"/>
                <a:ext cx="538920" cy="45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037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A5CA00D-4423-436B-9FBE-07F7F558A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65" y="328590"/>
            <a:ext cx="8529700" cy="31004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361D15D6-5E01-46F7-8FFA-FAC7BF127B68}"/>
                  </a:ext>
                </a:extLst>
              </p14:cNvPr>
              <p14:cNvContentPartPr/>
              <p14:nvPr/>
            </p14:nvContentPartPr>
            <p14:xfrm>
              <a:off x="7215131" y="2202077"/>
              <a:ext cx="1220040" cy="234000"/>
            </p14:xfrm>
          </p:contentPart>
        </mc:Choice>
        <mc:Fallback xmlns=""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361D15D6-5E01-46F7-8FFA-FAC7BF127B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06491" y="2193424"/>
                <a:ext cx="1237680" cy="2516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Encre 21">
                <a:extLst>
                  <a:ext uri="{FF2B5EF4-FFF2-40B4-BE49-F238E27FC236}">
                    <a16:creationId xmlns:a16="http://schemas.microsoft.com/office/drawing/2014/main" id="{27B5692B-7358-47E7-9C24-01E26E221406}"/>
                  </a:ext>
                </a:extLst>
              </p14:cNvPr>
              <p14:cNvContentPartPr/>
              <p14:nvPr/>
            </p14:nvContentPartPr>
            <p14:xfrm>
              <a:off x="8294051" y="2841797"/>
              <a:ext cx="149400" cy="78120"/>
            </p14:xfrm>
          </p:contentPart>
        </mc:Choice>
        <mc:Fallback xmlns="">
          <p:pic>
            <p:nvPicPr>
              <p:cNvPr id="22" name="Encre 21">
                <a:extLst>
                  <a:ext uri="{FF2B5EF4-FFF2-40B4-BE49-F238E27FC236}">
                    <a16:creationId xmlns:a16="http://schemas.microsoft.com/office/drawing/2014/main" id="{27B5692B-7358-47E7-9C24-01E26E22140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85411" y="2832797"/>
                <a:ext cx="16704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295E9682-6DED-4C19-AD61-4B9A71292493}"/>
                  </a:ext>
                </a:extLst>
              </p14:cNvPr>
              <p14:cNvContentPartPr/>
              <p14:nvPr/>
            </p14:nvContentPartPr>
            <p14:xfrm>
              <a:off x="7538411" y="2741357"/>
              <a:ext cx="561960" cy="198000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295E9682-6DED-4C19-AD61-4B9A7129249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29771" y="2732357"/>
                <a:ext cx="57960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79A5D25D-B022-4735-A15F-2D61625CF2DB}"/>
                  </a:ext>
                </a:extLst>
              </p14:cNvPr>
              <p14:cNvContentPartPr/>
              <p14:nvPr/>
            </p14:nvContentPartPr>
            <p14:xfrm>
              <a:off x="11090171" y="2629037"/>
              <a:ext cx="335880" cy="336600"/>
            </p14:xfrm>
          </p:contentPart>
        </mc:Choice>
        <mc:Fallback xmlns=""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79A5D25D-B022-4735-A15F-2D61625CF2D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081171" y="2620037"/>
                <a:ext cx="35352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0" name="Encre 29">
                <a:extLst>
                  <a:ext uri="{FF2B5EF4-FFF2-40B4-BE49-F238E27FC236}">
                    <a16:creationId xmlns:a16="http://schemas.microsoft.com/office/drawing/2014/main" id="{297CDADA-2DED-4591-B56B-7B43510CD90B}"/>
                  </a:ext>
                </a:extLst>
              </p14:cNvPr>
              <p14:cNvContentPartPr/>
              <p14:nvPr/>
            </p14:nvContentPartPr>
            <p14:xfrm>
              <a:off x="11106371" y="2064917"/>
              <a:ext cx="384480" cy="313200"/>
            </p14:xfrm>
          </p:contentPart>
        </mc:Choice>
        <mc:Fallback xmlns="">
          <p:pic>
            <p:nvPicPr>
              <p:cNvPr id="30" name="Encre 29">
                <a:extLst>
                  <a:ext uri="{FF2B5EF4-FFF2-40B4-BE49-F238E27FC236}">
                    <a16:creationId xmlns:a16="http://schemas.microsoft.com/office/drawing/2014/main" id="{297CDADA-2DED-4591-B56B-7B43510CD90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097371" y="2056277"/>
                <a:ext cx="40212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ABC899FC-428B-462F-8B00-CAE38885F768}"/>
                  </a:ext>
                </a:extLst>
              </p14:cNvPr>
              <p14:cNvContentPartPr/>
              <p14:nvPr/>
            </p14:nvContentPartPr>
            <p14:xfrm>
              <a:off x="2228771" y="186077"/>
              <a:ext cx="485640" cy="393840"/>
            </p14:xfrm>
          </p:contentPart>
        </mc:Choice>
        <mc:Fallback xmlns=""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ABC899FC-428B-462F-8B00-CAE38885F76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19771" y="177077"/>
                <a:ext cx="503280" cy="41148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Image 1">
            <a:extLst>
              <a:ext uri="{FF2B5EF4-FFF2-40B4-BE49-F238E27FC236}">
                <a16:creationId xmlns:a16="http://schemas.microsoft.com/office/drawing/2014/main" id="{818C3E52-F20F-4152-BDA7-F1BB8BE83FA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52766" y="967528"/>
            <a:ext cx="2518443" cy="225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12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40136CC-D72A-4170-9231-5FCAC6958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50" y="297138"/>
            <a:ext cx="8929753" cy="54721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5" name="Encre 24">
                <a:extLst>
                  <a:ext uri="{FF2B5EF4-FFF2-40B4-BE49-F238E27FC236}">
                    <a16:creationId xmlns:a16="http://schemas.microsoft.com/office/drawing/2014/main" id="{1756A962-8D32-440A-8BEE-F09292777DBD}"/>
                  </a:ext>
                </a:extLst>
              </p14:cNvPr>
              <p14:cNvContentPartPr/>
              <p14:nvPr/>
            </p14:nvContentPartPr>
            <p14:xfrm>
              <a:off x="1132571" y="2589077"/>
              <a:ext cx="1527840" cy="767160"/>
            </p14:xfrm>
          </p:contentPart>
        </mc:Choice>
        <mc:Fallback xmlns="">
          <p:pic>
            <p:nvPicPr>
              <p:cNvPr id="25" name="Encre 24">
                <a:extLst>
                  <a:ext uri="{FF2B5EF4-FFF2-40B4-BE49-F238E27FC236}">
                    <a16:creationId xmlns:a16="http://schemas.microsoft.com/office/drawing/2014/main" id="{1756A962-8D32-440A-8BEE-F09292777D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3571" y="2580077"/>
                <a:ext cx="1545480" cy="78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5" name="Encre 34">
                <a:extLst>
                  <a:ext uri="{FF2B5EF4-FFF2-40B4-BE49-F238E27FC236}">
                    <a16:creationId xmlns:a16="http://schemas.microsoft.com/office/drawing/2014/main" id="{BE1BC379-2816-4E0E-8285-39ACF591708B}"/>
                  </a:ext>
                </a:extLst>
              </p14:cNvPr>
              <p14:cNvContentPartPr/>
              <p14:nvPr/>
            </p14:nvContentPartPr>
            <p14:xfrm>
              <a:off x="3201131" y="2557757"/>
              <a:ext cx="835560" cy="763200"/>
            </p14:xfrm>
          </p:contentPart>
        </mc:Choice>
        <mc:Fallback xmlns="">
          <p:pic>
            <p:nvPicPr>
              <p:cNvPr id="35" name="Encre 34">
                <a:extLst>
                  <a:ext uri="{FF2B5EF4-FFF2-40B4-BE49-F238E27FC236}">
                    <a16:creationId xmlns:a16="http://schemas.microsoft.com/office/drawing/2014/main" id="{BE1BC379-2816-4E0E-8285-39ACF591708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92135" y="2549117"/>
                <a:ext cx="853192" cy="78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6" name="Encre 45">
                <a:extLst>
                  <a:ext uri="{FF2B5EF4-FFF2-40B4-BE49-F238E27FC236}">
                    <a16:creationId xmlns:a16="http://schemas.microsoft.com/office/drawing/2014/main" id="{2FFAF002-7EF8-44D4-AE24-7B667B1AF594}"/>
                  </a:ext>
                </a:extLst>
              </p14:cNvPr>
              <p14:cNvContentPartPr/>
              <p14:nvPr/>
            </p14:nvContentPartPr>
            <p14:xfrm>
              <a:off x="4830491" y="2546957"/>
              <a:ext cx="754560" cy="778320"/>
            </p14:xfrm>
          </p:contentPart>
        </mc:Choice>
        <mc:Fallback xmlns="">
          <p:pic>
            <p:nvPicPr>
              <p:cNvPr id="46" name="Encre 45">
                <a:extLst>
                  <a:ext uri="{FF2B5EF4-FFF2-40B4-BE49-F238E27FC236}">
                    <a16:creationId xmlns:a16="http://schemas.microsoft.com/office/drawing/2014/main" id="{2FFAF002-7EF8-44D4-AE24-7B667B1AF59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87851" y="2537957"/>
                <a:ext cx="1006200" cy="795600"/>
              </a:xfrm>
              <a:prstGeom prst="rect">
                <a:avLst/>
              </a:prstGeom>
            </p:spPr>
          </p:pic>
        </mc:Fallback>
      </mc:AlternateContent>
      <p:pic>
        <p:nvPicPr>
          <p:cNvPr id="55" name="Image 54">
            <a:extLst>
              <a:ext uri="{FF2B5EF4-FFF2-40B4-BE49-F238E27FC236}">
                <a16:creationId xmlns:a16="http://schemas.microsoft.com/office/drawing/2014/main" id="{529AD1C7-BA42-48EE-8F21-83BF843FEF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3656" y="3882723"/>
            <a:ext cx="2452424" cy="777959"/>
          </a:xfrm>
          <a:prstGeom prst="rect">
            <a:avLst/>
          </a:prstGeom>
        </p:spPr>
      </p:pic>
      <p:pic>
        <p:nvPicPr>
          <p:cNvPr id="56" name="Image 55">
            <a:extLst>
              <a:ext uri="{FF2B5EF4-FFF2-40B4-BE49-F238E27FC236}">
                <a16:creationId xmlns:a16="http://schemas.microsoft.com/office/drawing/2014/main" id="{363BEAEB-EAC2-4ED0-BD35-2B0B9AD685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6065" y="3882723"/>
            <a:ext cx="3091886" cy="7779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3" name="Encre 62">
                <a:extLst>
                  <a:ext uri="{FF2B5EF4-FFF2-40B4-BE49-F238E27FC236}">
                    <a16:creationId xmlns:a16="http://schemas.microsoft.com/office/drawing/2014/main" id="{9DAA0578-B021-43F9-9A19-C0806E120B4C}"/>
                  </a:ext>
                </a:extLst>
              </p14:cNvPr>
              <p14:cNvContentPartPr/>
              <p14:nvPr/>
            </p14:nvContentPartPr>
            <p14:xfrm>
              <a:off x="5739131" y="4003157"/>
              <a:ext cx="575280" cy="318960"/>
            </p14:xfrm>
          </p:contentPart>
        </mc:Choice>
        <mc:Fallback xmlns="">
          <p:pic>
            <p:nvPicPr>
              <p:cNvPr id="63" name="Encre 62">
                <a:extLst>
                  <a:ext uri="{FF2B5EF4-FFF2-40B4-BE49-F238E27FC236}">
                    <a16:creationId xmlns:a16="http://schemas.microsoft.com/office/drawing/2014/main" id="{9DAA0578-B021-43F9-9A19-C0806E120B4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30131" y="3994157"/>
                <a:ext cx="59292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8" name="Encre 77">
                <a:extLst>
                  <a:ext uri="{FF2B5EF4-FFF2-40B4-BE49-F238E27FC236}">
                    <a16:creationId xmlns:a16="http://schemas.microsoft.com/office/drawing/2014/main" id="{32229850-A287-4C44-9CCC-DF8FCC3C9057}"/>
                  </a:ext>
                </a:extLst>
              </p14:cNvPr>
              <p14:cNvContentPartPr/>
              <p14:nvPr/>
            </p14:nvContentPartPr>
            <p14:xfrm>
              <a:off x="856451" y="5437037"/>
              <a:ext cx="1244880" cy="327240"/>
            </p14:xfrm>
          </p:contentPart>
        </mc:Choice>
        <mc:Fallback xmlns="">
          <p:pic>
            <p:nvPicPr>
              <p:cNvPr id="78" name="Encre 77">
                <a:extLst>
                  <a:ext uri="{FF2B5EF4-FFF2-40B4-BE49-F238E27FC236}">
                    <a16:creationId xmlns:a16="http://schemas.microsoft.com/office/drawing/2014/main" id="{32229850-A287-4C44-9CCC-DF8FCC3C905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7811" y="5428037"/>
                <a:ext cx="1262520" cy="344880"/>
              </a:xfrm>
              <a:prstGeom prst="rect">
                <a:avLst/>
              </a:prstGeom>
            </p:spPr>
          </p:pic>
        </mc:Fallback>
      </mc:AlternateContent>
      <p:pic>
        <p:nvPicPr>
          <p:cNvPr id="79" name="Image 78">
            <a:extLst>
              <a:ext uri="{FF2B5EF4-FFF2-40B4-BE49-F238E27FC236}">
                <a16:creationId xmlns:a16="http://schemas.microsoft.com/office/drawing/2014/main" id="{5E48BB3F-F2CF-41B7-A4FB-E2A983F4031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58244" y="5228491"/>
            <a:ext cx="1535191" cy="14452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4" name="Encre 83">
                <a:extLst>
                  <a:ext uri="{FF2B5EF4-FFF2-40B4-BE49-F238E27FC236}">
                    <a16:creationId xmlns:a16="http://schemas.microsoft.com/office/drawing/2014/main" id="{C8C262B0-7A33-4354-B231-C3884398489D}"/>
                  </a:ext>
                </a:extLst>
              </p14:cNvPr>
              <p14:cNvContentPartPr/>
              <p14:nvPr/>
            </p14:nvContentPartPr>
            <p14:xfrm>
              <a:off x="10250651" y="2567477"/>
              <a:ext cx="489960" cy="438840"/>
            </p14:xfrm>
          </p:contentPart>
        </mc:Choice>
        <mc:Fallback xmlns="">
          <p:pic>
            <p:nvPicPr>
              <p:cNvPr id="84" name="Encre 83">
                <a:extLst>
                  <a:ext uri="{FF2B5EF4-FFF2-40B4-BE49-F238E27FC236}">
                    <a16:creationId xmlns:a16="http://schemas.microsoft.com/office/drawing/2014/main" id="{C8C262B0-7A33-4354-B231-C3884398489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242005" y="2558477"/>
                <a:ext cx="507613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9" name="Encre 88">
                <a:extLst>
                  <a:ext uri="{FF2B5EF4-FFF2-40B4-BE49-F238E27FC236}">
                    <a16:creationId xmlns:a16="http://schemas.microsoft.com/office/drawing/2014/main" id="{50B9A674-6F00-41EC-AF69-4A7B3F7F9503}"/>
                  </a:ext>
                </a:extLst>
              </p14:cNvPr>
              <p14:cNvContentPartPr/>
              <p14:nvPr/>
            </p14:nvContentPartPr>
            <p14:xfrm>
              <a:off x="10257851" y="3942677"/>
              <a:ext cx="507240" cy="451080"/>
            </p14:xfrm>
          </p:contentPart>
        </mc:Choice>
        <mc:Fallback xmlns="">
          <p:pic>
            <p:nvPicPr>
              <p:cNvPr id="89" name="Encre 88">
                <a:extLst>
                  <a:ext uri="{FF2B5EF4-FFF2-40B4-BE49-F238E27FC236}">
                    <a16:creationId xmlns:a16="http://schemas.microsoft.com/office/drawing/2014/main" id="{50B9A674-6F00-41EC-AF69-4A7B3F7F950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248851" y="3933677"/>
                <a:ext cx="52488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2" name="Encre 91">
                <a:extLst>
                  <a:ext uri="{FF2B5EF4-FFF2-40B4-BE49-F238E27FC236}">
                    <a16:creationId xmlns:a16="http://schemas.microsoft.com/office/drawing/2014/main" id="{290465B2-1483-406E-87B4-343D859B9932}"/>
                  </a:ext>
                </a:extLst>
              </p14:cNvPr>
              <p14:cNvContentPartPr/>
              <p14:nvPr/>
            </p14:nvContentPartPr>
            <p14:xfrm>
              <a:off x="10215011" y="5495717"/>
              <a:ext cx="388800" cy="451800"/>
            </p14:xfrm>
          </p:contentPart>
        </mc:Choice>
        <mc:Fallback xmlns="">
          <p:pic>
            <p:nvPicPr>
              <p:cNvPr id="92" name="Encre 91">
                <a:extLst>
                  <a:ext uri="{FF2B5EF4-FFF2-40B4-BE49-F238E27FC236}">
                    <a16:creationId xmlns:a16="http://schemas.microsoft.com/office/drawing/2014/main" id="{290465B2-1483-406E-87B4-343D859B993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206371" y="5487077"/>
                <a:ext cx="40644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3" name="Encre 92">
                <a:extLst>
                  <a:ext uri="{FF2B5EF4-FFF2-40B4-BE49-F238E27FC236}">
                    <a16:creationId xmlns:a16="http://schemas.microsoft.com/office/drawing/2014/main" id="{B93F0753-3474-436B-A7E2-4100D61A4AE7}"/>
                  </a:ext>
                </a:extLst>
              </p14:cNvPr>
              <p14:cNvContentPartPr/>
              <p14:nvPr/>
            </p14:nvContentPartPr>
            <p14:xfrm>
              <a:off x="2505611" y="281837"/>
              <a:ext cx="114840" cy="162720"/>
            </p14:xfrm>
          </p:contentPart>
        </mc:Choice>
        <mc:Fallback xmlns="">
          <p:pic>
            <p:nvPicPr>
              <p:cNvPr id="93" name="Encre 92">
                <a:extLst>
                  <a:ext uri="{FF2B5EF4-FFF2-40B4-BE49-F238E27FC236}">
                    <a16:creationId xmlns:a16="http://schemas.microsoft.com/office/drawing/2014/main" id="{B93F0753-3474-436B-A7E2-4100D61A4AE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96971" y="273197"/>
                <a:ext cx="1324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4" name="Encre 93">
                <a:extLst>
                  <a:ext uri="{FF2B5EF4-FFF2-40B4-BE49-F238E27FC236}">
                    <a16:creationId xmlns:a16="http://schemas.microsoft.com/office/drawing/2014/main" id="{5B35819E-A125-4398-BB4C-3D8A7ADD8BCE}"/>
                  </a:ext>
                </a:extLst>
              </p14:cNvPr>
              <p14:cNvContentPartPr/>
              <p14:nvPr/>
            </p14:nvContentPartPr>
            <p14:xfrm>
              <a:off x="2326691" y="150797"/>
              <a:ext cx="446400" cy="389880"/>
            </p14:xfrm>
          </p:contentPart>
        </mc:Choice>
        <mc:Fallback xmlns="">
          <p:pic>
            <p:nvPicPr>
              <p:cNvPr id="94" name="Encre 93">
                <a:extLst>
                  <a:ext uri="{FF2B5EF4-FFF2-40B4-BE49-F238E27FC236}">
                    <a16:creationId xmlns:a16="http://schemas.microsoft.com/office/drawing/2014/main" id="{5B35819E-A125-4398-BB4C-3D8A7ADD8BC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318051" y="141797"/>
                <a:ext cx="46404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32A275CF-7911-4334-8212-C2838BD06883}"/>
                  </a:ext>
                </a:extLst>
              </p14:cNvPr>
              <p14:cNvContentPartPr/>
              <p14:nvPr/>
            </p14:nvContentPartPr>
            <p14:xfrm>
              <a:off x="4440611" y="2728037"/>
              <a:ext cx="219240" cy="276480"/>
            </p14:xfrm>
          </p:contentPart>
        </mc:Choice>
        <mc:Fallback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32A275CF-7911-4334-8212-C2838BD0688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431971" y="2719397"/>
                <a:ext cx="23688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" name="Encre 3">
                <a:extLst>
                  <a:ext uri="{FF2B5EF4-FFF2-40B4-BE49-F238E27FC236}">
                    <a16:creationId xmlns:a16="http://schemas.microsoft.com/office/drawing/2014/main" id="{2C0FD260-B4B8-4284-A40E-9E119547FE0C}"/>
                  </a:ext>
                </a:extLst>
              </p14:cNvPr>
              <p14:cNvContentPartPr/>
              <p14:nvPr/>
            </p14:nvContentPartPr>
            <p14:xfrm>
              <a:off x="2271251" y="5468717"/>
              <a:ext cx="184320" cy="304200"/>
            </p14:xfrm>
          </p:contentPart>
        </mc:Choice>
        <mc:Fallback>
          <p:pic>
            <p:nvPicPr>
              <p:cNvPr id="4" name="Encre 3">
                <a:extLst>
                  <a:ext uri="{FF2B5EF4-FFF2-40B4-BE49-F238E27FC236}">
                    <a16:creationId xmlns:a16="http://schemas.microsoft.com/office/drawing/2014/main" id="{2C0FD260-B4B8-4284-A40E-9E119547FE0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62611" y="5460077"/>
                <a:ext cx="20196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7F55E988-0509-41CD-AE1B-1CAEC06AABD7}"/>
                  </a:ext>
                </a:extLst>
              </p14:cNvPr>
              <p14:cNvContentPartPr/>
              <p14:nvPr/>
            </p14:nvContentPartPr>
            <p14:xfrm>
              <a:off x="3694331" y="5422277"/>
              <a:ext cx="141480" cy="235800"/>
            </p14:xfrm>
          </p:contentPart>
        </mc:Choice>
        <mc:Fallback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7F55E988-0509-41CD-AE1B-1CAEC06AABD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85331" y="5413637"/>
                <a:ext cx="159120" cy="25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0202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 78">
            <a:extLst>
              <a:ext uri="{FF2B5EF4-FFF2-40B4-BE49-F238E27FC236}">
                <a16:creationId xmlns:a16="http://schemas.microsoft.com/office/drawing/2014/main" id="{41835BAE-DEA9-41E4-B240-1E6E67E60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511" y="430841"/>
            <a:ext cx="8567800" cy="18716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0" name="Encre 89">
                <a:extLst>
                  <a:ext uri="{FF2B5EF4-FFF2-40B4-BE49-F238E27FC236}">
                    <a16:creationId xmlns:a16="http://schemas.microsoft.com/office/drawing/2014/main" id="{2972281B-00C0-4B3C-B6CA-80E3EA7D264B}"/>
                  </a:ext>
                </a:extLst>
              </p14:cNvPr>
              <p14:cNvContentPartPr/>
              <p14:nvPr/>
            </p14:nvContentPartPr>
            <p14:xfrm>
              <a:off x="1688051" y="3907802"/>
              <a:ext cx="985680" cy="255240"/>
            </p14:xfrm>
          </p:contentPart>
        </mc:Choice>
        <mc:Fallback xmlns="">
          <p:pic>
            <p:nvPicPr>
              <p:cNvPr id="90" name="Encre 89">
                <a:extLst>
                  <a:ext uri="{FF2B5EF4-FFF2-40B4-BE49-F238E27FC236}">
                    <a16:creationId xmlns:a16="http://schemas.microsoft.com/office/drawing/2014/main" id="{2972281B-00C0-4B3C-B6CA-80E3EA7D26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79411" y="3898802"/>
                <a:ext cx="100332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1" name="Encre 90">
                <a:extLst>
                  <a:ext uri="{FF2B5EF4-FFF2-40B4-BE49-F238E27FC236}">
                    <a16:creationId xmlns:a16="http://schemas.microsoft.com/office/drawing/2014/main" id="{3DCFB45B-147F-4A99-90B4-B94690124804}"/>
                  </a:ext>
                </a:extLst>
              </p14:cNvPr>
              <p14:cNvContentPartPr/>
              <p14:nvPr/>
            </p14:nvContentPartPr>
            <p14:xfrm>
              <a:off x="1021691" y="3769562"/>
              <a:ext cx="461160" cy="388080"/>
            </p14:xfrm>
          </p:contentPart>
        </mc:Choice>
        <mc:Fallback xmlns="">
          <p:pic>
            <p:nvPicPr>
              <p:cNvPr id="91" name="Encre 90">
                <a:extLst>
                  <a:ext uri="{FF2B5EF4-FFF2-40B4-BE49-F238E27FC236}">
                    <a16:creationId xmlns:a16="http://schemas.microsoft.com/office/drawing/2014/main" id="{3DCFB45B-147F-4A99-90B4-B946901248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2691" y="3760562"/>
                <a:ext cx="47880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7" name="Encre 96">
                <a:extLst>
                  <a:ext uri="{FF2B5EF4-FFF2-40B4-BE49-F238E27FC236}">
                    <a16:creationId xmlns:a16="http://schemas.microsoft.com/office/drawing/2014/main" id="{A2C2F43B-1241-41D2-A25B-2AAEB6CE6828}"/>
                  </a:ext>
                </a:extLst>
              </p14:cNvPr>
              <p14:cNvContentPartPr/>
              <p14:nvPr/>
            </p14:nvContentPartPr>
            <p14:xfrm>
              <a:off x="2977571" y="3735002"/>
              <a:ext cx="421560" cy="707040"/>
            </p14:xfrm>
          </p:contentPart>
        </mc:Choice>
        <mc:Fallback xmlns="">
          <p:pic>
            <p:nvPicPr>
              <p:cNvPr id="97" name="Encre 96">
                <a:extLst>
                  <a:ext uri="{FF2B5EF4-FFF2-40B4-BE49-F238E27FC236}">
                    <a16:creationId xmlns:a16="http://schemas.microsoft.com/office/drawing/2014/main" id="{A2C2F43B-1241-41D2-A25B-2AAEB6CE682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68924" y="3726002"/>
                <a:ext cx="439215" cy="72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9" name="Encre 98">
                <a:extLst>
                  <a:ext uri="{FF2B5EF4-FFF2-40B4-BE49-F238E27FC236}">
                    <a16:creationId xmlns:a16="http://schemas.microsoft.com/office/drawing/2014/main" id="{9EC2B282-ECA7-4239-AD5C-B64D5860E13A}"/>
                  </a:ext>
                </a:extLst>
              </p14:cNvPr>
              <p14:cNvContentPartPr/>
              <p14:nvPr/>
            </p14:nvContentPartPr>
            <p14:xfrm>
              <a:off x="3659411" y="3674522"/>
              <a:ext cx="422640" cy="846000"/>
            </p14:xfrm>
          </p:contentPart>
        </mc:Choice>
        <mc:Fallback xmlns="">
          <p:pic>
            <p:nvPicPr>
              <p:cNvPr id="99" name="Encre 98">
                <a:extLst>
                  <a:ext uri="{FF2B5EF4-FFF2-40B4-BE49-F238E27FC236}">
                    <a16:creationId xmlns:a16="http://schemas.microsoft.com/office/drawing/2014/main" id="{9EC2B282-ECA7-4239-AD5C-B64D5860E13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50419" y="3665522"/>
                <a:ext cx="440265" cy="86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7" name="Encre 106">
                <a:extLst>
                  <a:ext uri="{FF2B5EF4-FFF2-40B4-BE49-F238E27FC236}">
                    <a16:creationId xmlns:a16="http://schemas.microsoft.com/office/drawing/2014/main" id="{56983A8D-B904-4790-B42B-8F9A45E4A799}"/>
                  </a:ext>
                </a:extLst>
              </p14:cNvPr>
              <p14:cNvContentPartPr/>
              <p14:nvPr/>
            </p14:nvContentPartPr>
            <p14:xfrm>
              <a:off x="4876931" y="2550197"/>
              <a:ext cx="441720" cy="669960"/>
            </p14:xfrm>
          </p:contentPart>
        </mc:Choice>
        <mc:Fallback xmlns="">
          <p:pic>
            <p:nvPicPr>
              <p:cNvPr id="107" name="Encre 106">
                <a:extLst>
                  <a:ext uri="{FF2B5EF4-FFF2-40B4-BE49-F238E27FC236}">
                    <a16:creationId xmlns:a16="http://schemas.microsoft.com/office/drawing/2014/main" id="{56983A8D-B904-4790-B42B-8F9A45E4A79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68291" y="2541197"/>
                <a:ext cx="459360" cy="68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8" name="Encre 107">
                <a:extLst>
                  <a:ext uri="{FF2B5EF4-FFF2-40B4-BE49-F238E27FC236}">
                    <a16:creationId xmlns:a16="http://schemas.microsoft.com/office/drawing/2014/main" id="{6020AF74-4280-4519-B9E3-0922DB88BB52}"/>
                  </a:ext>
                </a:extLst>
              </p14:cNvPr>
              <p14:cNvContentPartPr/>
              <p14:nvPr/>
            </p14:nvContentPartPr>
            <p14:xfrm>
              <a:off x="4161971" y="2556677"/>
              <a:ext cx="414000" cy="664560"/>
            </p14:xfrm>
          </p:contentPart>
        </mc:Choice>
        <mc:Fallback xmlns="">
          <p:pic>
            <p:nvPicPr>
              <p:cNvPr id="108" name="Encre 107">
                <a:extLst>
                  <a:ext uri="{FF2B5EF4-FFF2-40B4-BE49-F238E27FC236}">
                    <a16:creationId xmlns:a16="http://schemas.microsoft.com/office/drawing/2014/main" id="{6020AF74-4280-4519-B9E3-0922DB88BB5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153323" y="2547677"/>
                <a:ext cx="431655" cy="68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3" name="Encre 112">
                <a:extLst>
                  <a:ext uri="{FF2B5EF4-FFF2-40B4-BE49-F238E27FC236}">
                    <a16:creationId xmlns:a16="http://schemas.microsoft.com/office/drawing/2014/main" id="{1C5DE305-621A-4AE7-8FAF-BD145A99AD9A}"/>
                  </a:ext>
                </a:extLst>
              </p14:cNvPr>
              <p14:cNvContentPartPr/>
              <p14:nvPr/>
            </p14:nvContentPartPr>
            <p14:xfrm>
              <a:off x="4240091" y="3652517"/>
              <a:ext cx="656640" cy="902160"/>
            </p14:xfrm>
          </p:contentPart>
        </mc:Choice>
        <mc:Fallback xmlns="">
          <p:pic>
            <p:nvPicPr>
              <p:cNvPr id="113" name="Encre 112">
                <a:extLst>
                  <a:ext uri="{FF2B5EF4-FFF2-40B4-BE49-F238E27FC236}">
                    <a16:creationId xmlns:a16="http://schemas.microsoft.com/office/drawing/2014/main" id="{1C5DE305-621A-4AE7-8FAF-BD145A99AD9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31086" y="3643877"/>
                <a:ext cx="674290" cy="9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0" name="Encre 119">
                <a:extLst>
                  <a:ext uri="{FF2B5EF4-FFF2-40B4-BE49-F238E27FC236}">
                    <a16:creationId xmlns:a16="http://schemas.microsoft.com/office/drawing/2014/main" id="{D32DD2DF-E1CE-45C4-A13D-73CDF9F5C0FD}"/>
                  </a:ext>
                </a:extLst>
              </p14:cNvPr>
              <p14:cNvContentPartPr/>
              <p14:nvPr/>
            </p14:nvContentPartPr>
            <p14:xfrm>
              <a:off x="5075651" y="3665837"/>
              <a:ext cx="667080" cy="196200"/>
            </p14:xfrm>
          </p:contentPart>
        </mc:Choice>
        <mc:Fallback xmlns="">
          <p:pic>
            <p:nvPicPr>
              <p:cNvPr id="120" name="Encre 119">
                <a:extLst>
                  <a:ext uri="{FF2B5EF4-FFF2-40B4-BE49-F238E27FC236}">
                    <a16:creationId xmlns:a16="http://schemas.microsoft.com/office/drawing/2014/main" id="{D32DD2DF-E1CE-45C4-A13D-73CDF9F5C0F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066651" y="3657181"/>
                <a:ext cx="684720" cy="2138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1" name="Encre 130">
                <a:extLst>
                  <a:ext uri="{FF2B5EF4-FFF2-40B4-BE49-F238E27FC236}">
                    <a16:creationId xmlns:a16="http://schemas.microsoft.com/office/drawing/2014/main" id="{E104831C-AE31-45C2-9D25-BED693223032}"/>
                  </a:ext>
                </a:extLst>
              </p14:cNvPr>
              <p14:cNvContentPartPr/>
              <p14:nvPr/>
            </p14:nvContentPartPr>
            <p14:xfrm>
              <a:off x="6568211" y="3602477"/>
              <a:ext cx="1342440" cy="260280"/>
            </p14:xfrm>
          </p:contentPart>
        </mc:Choice>
        <mc:Fallback xmlns="">
          <p:pic>
            <p:nvPicPr>
              <p:cNvPr id="131" name="Encre 130">
                <a:extLst>
                  <a:ext uri="{FF2B5EF4-FFF2-40B4-BE49-F238E27FC236}">
                    <a16:creationId xmlns:a16="http://schemas.microsoft.com/office/drawing/2014/main" id="{E104831C-AE31-45C2-9D25-BED69322303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559569" y="3593489"/>
                <a:ext cx="1360085" cy="2778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2" name="Encre 141">
                <a:extLst>
                  <a:ext uri="{FF2B5EF4-FFF2-40B4-BE49-F238E27FC236}">
                    <a16:creationId xmlns:a16="http://schemas.microsoft.com/office/drawing/2014/main" id="{BDD12747-BBAD-4767-A97F-8E1809611D4E}"/>
                  </a:ext>
                </a:extLst>
              </p14:cNvPr>
              <p14:cNvContentPartPr/>
              <p14:nvPr/>
            </p14:nvContentPartPr>
            <p14:xfrm>
              <a:off x="4455371" y="4251557"/>
              <a:ext cx="1307520" cy="248760"/>
            </p14:xfrm>
          </p:contentPart>
        </mc:Choice>
        <mc:Fallback xmlns="">
          <p:pic>
            <p:nvPicPr>
              <p:cNvPr id="142" name="Encre 141">
                <a:extLst>
                  <a:ext uri="{FF2B5EF4-FFF2-40B4-BE49-F238E27FC236}">
                    <a16:creationId xmlns:a16="http://schemas.microsoft.com/office/drawing/2014/main" id="{BDD12747-BBAD-4767-A97F-8E1809611D4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446373" y="4242904"/>
                <a:ext cx="1324795" cy="2667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56" name="Encre 155">
                <a:extLst>
                  <a:ext uri="{FF2B5EF4-FFF2-40B4-BE49-F238E27FC236}">
                    <a16:creationId xmlns:a16="http://schemas.microsoft.com/office/drawing/2014/main" id="{7ACA7FAD-32E7-413C-9400-C33F817C6112}"/>
                  </a:ext>
                </a:extLst>
              </p14:cNvPr>
              <p14:cNvContentPartPr/>
              <p14:nvPr/>
            </p14:nvContentPartPr>
            <p14:xfrm>
              <a:off x="8479811" y="3630197"/>
              <a:ext cx="64080" cy="896760"/>
            </p14:xfrm>
          </p:contentPart>
        </mc:Choice>
        <mc:Fallback xmlns="">
          <p:pic>
            <p:nvPicPr>
              <p:cNvPr id="156" name="Encre 155">
                <a:extLst>
                  <a:ext uri="{FF2B5EF4-FFF2-40B4-BE49-F238E27FC236}">
                    <a16:creationId xmlns:a16="http://schemas.microsoft.com/office/drawing/2014/main" id="{7ACA7FAD-32E7-413C-9400-C33F817C611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470811" y="3621557"/>
                <a:ext cx="81720" cy="9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7" name="Encre 156">
                <a:extLst>
                  <a:ext uri="{FF2B5EF4-FFF2-40B4-BE49-F238E27FC236}">
                    <a16:creationId xmlns:a16="http://schemas.microsoft.com/office/drawing/2014/main" id="{D3E99BA1-FFA4-477C-AE0F-B0AD53AA52FA}"/>
                  </a:ext>
                </a:extLst>
              </p14:cNvPr>
              <p14:cNvContentPartPr/>
              <p14:nvPr/>
            </p14:nvContentPartPr>
            <p14:xfrm>
              <a:off x="8236451" y="4100357"/>
              <a:ext cx="61200" cy="51120"/>
            </p14:xfrm>
          </p:contentPart>
        </mc:Choice>
        <mc:Fallback xmlns="">
          <p:pic>
            <p:nvPicPr>
              <p:cNvPr id="157" name="Encre 156">
                <a:extLst>
                  <a:ext uri="{FF2B5EF4-FFF2-40B4-BE49-F238E27FC236}">
                    <a16:creationId xmlns:a16="http://schemas.microsoft.com/office/drawing/2014/main" id="{D3E99BA1-FFA4-477C-AE0F-B0AD53AA52F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227451" y="4091357"/>
                <a:ext cx="7884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58" name="Encre 157">
                <a:extLst>
                  <a:ext uri="{FF2B5EF4-FFF2-40B4-BE49-F238E27FC236}">
                    <a16:creationId xmlns:a16="http://schemas.microsoft.com/office/drawing/2014/main" id="{694C9133-7D68-4C7C-BC88-A4A40913BC1D}"/>
                  </a:ext>
                </a:extLst>
              </p14:cNvPr>
              <p14:cNvContentPartPr/>
              <p14:nvPr/>
            </p14:nvContentPartPr>
            <p14:xfrm>
              <a:off x="6797531" y="3566117"/>
              <a:ext cx="1286640" cy="903960"/>
            </p14:xfrm>
          </p:contentPart>
        </mc:Choice>
        <mc:Fallback xmlns="">
          <p:pic>
            <p:nvPicPr>
              <p:cNvPr id="158" name="Encre 157">
                <a:extLst>
                  <a:ext uri="{FF2B5EF4-FFF2-40B4-BE49-F238E27FC236}">
                    <a16:creationId xmlns:a16="http://schemas.microsoft.com/office/drawing/2014/main" id="{694C9133-7D68-4C7C-BC88-A4A40913BC1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629411" y="3557117"/>
                <a:ext cx="1463400" cy="9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61" name="Encre 160">
                <a:extLst>
                  <a:ext uri="{FF2B5EF4-FFF2-40B4-BE49-F238E27FC236}">
                    <a16:creationId xmlns:a16="http://schemas.microsoft.com/office/drawing/2014/main" id="{85B84F42-4735-4E2D-8065-72276C0D8A09}"/>
                  </a:ext>
                </a:extLst>
              </p14:cNvPr>
              <p14:cNvContentPartPr/>
              <p14:nvPr/>
            </p14:nvContentPartPr>
            <p14:xfrm>
              <a:off x="8690051" y="3552437"/>
              <a:ext cx="207000" cy="219600"/>
            </p14:xfrm>
          </p:contentPart>
        </mc:Choice>
        <mc:Fallback xmlns="">
          <p:pic>
            <p:nvPicPr>
              <p:cNvPr id="161" name="Encre 160">
                <a:extLst>
                  <a:ext uri="{FF2B5EF4-FFF2-40B4-BE49-F238E27FC236}">
                    <a16:creationId xmlns:a16="http://schemas.microsoft.com/office/drawing/2014/main" id="{85B84F42-4735-4E2D-8065-72276C0D8A0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681396" y="3543797"/>
                <a:ext cx="224671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64" name="Encre 163">
                <a:extLst>
                  <a:ext uri="{FF2B5EF4-FFF2-40B4-BE49-F238E27FC236}">
                    <a16:creationId xmlns:a16="http://schemas.microsoft.com/office/drawing/2014/main" id="{DD4DACE0-FDBF-4D10-BB59-B5EF160B2262}"/>
                  </a:ext>
                </a:extLst>
              </p14:cNvPr>
              <p14:cNvContentPartPr/>
              <p14:nvPr/>
            </p14:nvContentPartPr>
            <p14:xfrm>
              <a:off x="9413291" y="3551357"/>
              <a:ext cx="225360" cy="202320"/>
            </p14:xfrm>
          </p:contentPart>
        </mc:Choice>
        <mc:Fallback xmlns="">
          <p:pic>
            <p:nvPicPr>
              <p:cNvPr id="164" name="Encre 163">
                <a:extLst>
                  <a:ext uri="{FF2B5EF4-FFF2-40B4-BE49-F238E27FC236}">
                    <a16:creationId xmlns:a16="http://schemas.microsoft.com/office/drawing/2014/main" id="{DD4DACE0-FDBF-4D10-BB59-B5EF160B226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404305" y="3542717"/>
                <a:ext cx="242972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67" name="Encre 166">
                <a:extLst>
                  <a:ext uri="{FF2B5EF4-FFF2-40B4-BE49-F238E27FC236}">
                    <a16:creationId xmlns:a16="http://schemas.microsoft.com/office/drawing/2014/main" id="{AF1221D9-7FFD-4723-866E-EA47EA6F7AB1}"/>
                  </a:ext>
                </a:extLst>
              </p14:cNvPr>
              <p14:cNvContentPartPr/>
              <p14:nvPr/>
            </p14:nvContentPartPr>
            <p14:xfrm>
              <a:off x="8653691" y="4180637"/>
              <a:ext cx="12600" cy="169200"/>
            </p14:xfrm>
          </p:contentPart>
        </mc:Choice>
        <mc:Fallback xmlns="">
          <p:pic>
            <p:nvPicPr>
              <p:cNvPr id="167" name="Encre 166">
                <a:extLst>
                  <a:ext uri="{FF2B5EF4-FFF2-40B4-BE49-F238E27FC236}">
                    <a16:creationId xmlns:a16="http://schemas.microsoft.com/office/drawing/2014/main" id="{AF1221D9-7FFD-4723-866E-EA47EA6F7AB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644691" y="4137797"/>
                <a:ext cx="28296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70" name="Encre 169">
                <a:extLst>
                  <a:ext uri="{FF2B5EF4-FFF2-40B4-BE49-F238E27FC236}">
                    <a16:creationId xmlns:a16="http://schemas.microsoft.com/office/drawing/2014/main" id="{731EB5B7-667A-412B-AF4B-6EF9EB5E0C4F}"/>
                  </a:ext>
                </a:extLst>
              </p14:cNvPr>
              <p14:cNvContentPartPr/>
              <p14:nvPr/>
            </p14:nvContentPartPr>
            <p14:xfrm>
              <a:off x="9827291" y="3444797"/>
              <a:ext cx="128160" cy="997200"/>
            </p14:xfrm>
          </p:contentPart>
        </mc:Choice>
        <mc:Fallback xmlns="">
          <p:pic>
            <p:nvPicPr>
              <p:cNvPr id="170" name="Encre 169">
                <a:extLst>
                  <a:ext uri="{FF2B5EF4-FFF2-40B4-BE49-F238E27FC236}">
                    <a16:creationId xmlns:a16="http://schemas.microsoft.com/office/drawing/2014/main" id="{731EB5B7-667A-412B-AF4B-6EF9EB5E0C4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818651" y="3435797"/>
                <a:ext cx="145800" cy="10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71" name="Encre 170">
                <a:extLst>
                  <a:ext uri="{FF2B5EF4-FFF2-40B4-BE49-F238E27FC236}">
                    <a16:creationId xmlns:a16="http://schemas.microsoft.com/office/drawing/2014/main" id="{A4BA9A1E-3340-4614-9D67-11AAD9A4E242}"/>
                  </a:ext>
                </a:extLst>
              </p14:cNvPr>
              <p14:cNvContentPartPr/>
              <p14:nvPr/>
            </p14:nvContentPartPr>
            <p14:xfrm>
              <a:off x="9402851" y="4108997"/>
              <a:ext cx="142560" cy="222120"/>
            </p14:xfrm>
          </p:contentPart>
        </mc:Choice>
        <mc:Fallback xmlns="">
          <p:pic>
            <p:nvPicPr>
              <p:cNvPr id="171" name="Encre 170">
                <a:extLst>
                  <a:ext uri="{FF2B5EF4-FFF2-40B4-BE49-F238E27FC236}">
                    <a16:creationId xmlns:a16="http://schemas.microsoft.com/office/drawing/2014/main" id="{A4BA9A1E-3340-4614-9D67-11AAD9A4E24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393863" y="4099997"/>
                <a:ext cx="287977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75" name="Encre 174">
                <a:extLst>
                  <a:ext uri="{FF2B5EF4-FFF2-40B4-BE49-F238E27FC236}">
                    <a16:creationId xmlns:a16="http://schemas.microsoft.com/office/drawing/2014/main" id="{A46A7EF4-72A2-4D4E-B047-E422F90BA6A5}"/>
                  </a:ext>
                </a:extLst>
              </p14:cNvPr>
              <p14:cNvContentPartPr/>
              <p14:nvPr/>
            </p14:nvContentPartPr>
            <p14:xfrm>
              <a:off x="10517051" y="3759797"/>
              <a:ext cx="370440" cy="446760"/>
            </p14:xfrm>
          </p:contentPart>
        </mc:Choice>
        <mc:Fallback xmlns="">
          <p:pic>
            <p:nvPicPr>
              <p:cNvPr id="175" name="Encre 174">
                <a:extLst>
                  <a:ext uri="{FF2B5EF4-FFF2-40B4-BE49-F238E27FC236}">
                    <a16:creationId xmlns:a16="http://schemas.microsoft.com/office/drawing/2014/main" id="{A46A7EF4-72A2-4D4E-B047-E422F90BA6A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508051" y="3750797"/>
                <a:ext cx="388080" cy="4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78" name="Encre 177">
                <a:extLst>
                  <a:ext uri="{FF2B5EF4-FFF2-40B4-BE49-F238E27FC236}">
                    <a16:creationId xmlns:a16="http://schemas.microsoft.com/office/drawing/2014/main" id="{5A0ECCB3-FF38-4016-BD34-C53E84E22CDD}"/>
                  </a:ext>
                </a:extLst>
              </p14:cNvPr>
              <p14:cNvContentPartPr/>
              <p14:nvPr/>
            </p14:nvContentPartPr>
            <p14:xfrm>
              <a:off x="2430371" y="359237"/>
              <a:ext cx="421560" cy="417600"/>
            </p14:xfrm>
          </p:contentPart>
        </mc:Choice>
        <mc:Fallback xmlns="">
          <p:pic>
            <p:nvPicPr>
              <p:cNvPr id="178" name="Encre 177">
                <a:extLst>
                  <a:ext uri="{FF2B5EF4-FFF2-40B4-BE49-F238E27FC236}">
                    <a16:creationId xmlns:a16="http://schemas.microsoft.com/office/drawing/2014/main" id="{5A0ECCB3-FF38-4016-BD34-C53E84E22CD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421371" y="350597"/>
                <a:ext cx="439200" cy="4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25B00F6A-F08D-4B62-BD32-01154F4E8C42}"/>
                  </a:ext>
                </a:extLst>
              </p14:cNvPr>
              <p14:cNvContentPartPr/>
              <p14:nvPr/>
            </p14:nvContentPartPr>
            <p14:xfrm>
              <a:off x="6581531" y="4161557"/>
              <a:ext cx="132840" cy="26424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25B00F6A-F08D-4B62-BD32-01154F4E8C4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572891" y="4152917"/>
                <a:ext cx="15048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45DECC84-5ABA-4123-BE7E-B88BCB8823A7}"/>
                  </a:ext>
                </a:extLst>
              </p14:cNvPr>
              <p14:cNvContentPartPr/>
              <p14:nvPr/>
            </p14:nvContentPartPr>
            <p14:xfrm>
              <a:off x="9603011" y="4118717"/>
              <a:ext cx="189360" cy="204480"/>
            </p14:xfrm>
          </p:contentPart>
        </mc:Choice>
        <mc:Fallback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45DECC84-5ABA-4123-BE7E-B88BCB8823A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594371" y="4109717"/>
                <a:ext cx="2070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4" name="Encre 3">
                <a:extLst>
                  <a:ext uri="{FF2B5EF4-FFF2-40B4-BE49-F238E27FC236}">
                    <a16:creationId xmlns:a16="http://schemas.microsoft.com/office/drawing/2014/main" id="{500A165C-189F-4B6F-B1C3-7DCAB2DFA0F8}"/>
                  </a:ext>
                </a:extLst>
              </p14:cNvPr>
              <p14:cNvContentPartPr/>
              <p14:nvPr/>
            </p14:nvContentPartPr>
            <p14:xfrm>
              <a:off x="5309651" y="4169477"/>
              <a:ext cx="85320" cy="353520"/>
            </p14:xfrm>
          </p:contentPart>
        </mc:Choice>
        <mc:Fallback>
          <p:pic>
            <p:nvPicPr>
              <p:cNvPr id="4" name="Encre 3">
                <a:extLst>
                  <a:ext uri="{FF2B5EF4-FFF2-40B4-BE49-F238E27FC236}">
                    <a16:creationId xmlns:a16="http://schemas.microsoft.com/office/drawing/2014/main" id="{500A165C-189F-4B6F-B1C3-7DCAB2DFA0F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300651" y="4160477"/>
                <a:ext cx="10296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5C867B14-643E-4211-8CAE-B857ADFE3CFB}"/>
                  </a:ext>
                </a:extLst>
              </p14:cNvPr>
              <p14:cNvContentPartPr/>
              <p14:nvPr/>
            </p14:nvContentPartPr>
            <p14:xfrm>
              <a:off x="8772131" y="4113677"/>
              <a:ext cx="145440" cy="256320"/>
            </p14:xfrm>
          </p:contentPart>
        </mc:Choice>
        <mc:Fallback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5C867B14-643E-4211-8CAE-B857ADFE3CF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763131" y="4104677"/>
                <a:ext cx="163080" cy="27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9055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6A7B376D-4A4A-4EAC-BAB9-C67DDFE91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54" y="151142"/>
            <a:ext cx="8910703" cy="36623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Encre 18">
                <a:extLst>
                  <a:ext uri="{FF2B5EF4-FFF2-40B4-BE49-F238E27FC236}">
                    <a16:creationId xmlns:a16="http://schemas.microsoft.com/office/drawing/2014/main" id="{874B8B4F-0FC2-45C6-AF58-4201FC50F150}"/>
                  </a:ext>
                </a:extLst>
              </p14:cNvPr>
              <p14:cNvContentPartPr/>
              <p14:nvPr/>
            </p14:nvContentPartPr>
            <p14:xfrm>
              <a:off x="10179731" y="2535797"/>
              <a:ext cx="16560" cy="180000"/>
            </p14:xfrm>
          </p:contentPart>
        </mc:Choice>
        <mc:Fallback xmlns="">
          <p:pic>
            <p:nvPicPr>
              <p:cNvPr id="19" name="Encre 18">
                <a:extLst>
                  <a:ext uri="{FF2B5EF4-FFF2-40B4-BE49-F238E27FC236}">
                    <a16:creationId xmlns:a16="http://schemas.microsoft.com/office/drawing/2014/main" id="{874B8B4F-0FC2-45C6-AF58-4201FC50F1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71091" y="2527157"/>
                <a:ext cx="3420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" name="Encre 19">
                <a:extLst>
                  <a:ext uri="{FF2B5EF4-FFF2-40B4-BE49-F238E27FC236}">
                    <a16:creationId xmlns:a16="http://schemas.microsoft.com/office/drawing/2014/main" id="{6B17D02C-D93C-41F8-A904-1829F9A0A6F6}"/>
                  </a:ext>
                </a:extLst>
              </p14:cNvPr>
              <p14:cNvContentPartPr/>
              <p14:nvPr/>
            </p14:nvContentPartPr>
            <p14:xfrm>
              <a:off x="10476731" y="2491517"/>
              <a:ext cx="32760" cy="147600"/>
            </p14:xfrm>
          </p:contentPart>
        </mc:Choice>
        <mc:Fallback xmlns="">
          <p:pic>
            <p:nvPicPr>
              <p:cNvPr id="20" name="Encre 19">
                <a:extLst>
                  <a:ext uri="{FF2B5EF4-FFF2-40B4-BE49-F238E27FC236}">
                    <a16:creationId xmlns:a16="http://schemas.microsoft.com/office/drawing/2014/main" id="{6B17D02C-D93C-41F8-A904-1829F9A0A6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67731" y="2482877"/>
                <a:ext cx="5040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Encre 20">
                <a:extLst>
                  <a:ext uri="{FF2B5EF4-FFF2-40B4-BE49-F238E27FC236}">
                    <a16:creationId xmlns:a16="http://schemas.microsoft.com/office/drawing/2014/main" id="{02D4333F-5A8F-4414-A6FF-2A02C4934394}"/>
                  </a:ext>
                </a:extLst>
              </p14:cNvPr>
              <p14:cNvContentPartPr/>
              <p14:nvPr/>
            </p14:nvContentPartPr>
            <p14:xfrm>
              <a:off x="8870411" y="2440037"/>
              <a:ext cx="1082880" cy="1465200"/>
            </p14:xfrm>
          </p:contentPart>
        </mc:Choice>
        <mc:Fallback xmlns="">
          <p:pic>
            <p:nvPicPr>
              <p:cNvPr id="21" name="Encre 20">
                <a:extLst>
                  <a:ext uri="{FF2B5EF4-FFF2-40B4-BE49-F238E27FC236}">
                    <a16:creationId xmlns:a16="http://schemas.microsoft.com/office/drawing/2014/main" id="{02D4333F-5A8F-4414-A6FF-2A02C493439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61411" y="2431037"/>
                <a:ext cx="1100520" cy="148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E3BECC92-B813-4416-9BF3-B57B0EF4977F}"/>
                  </a:ext>
                </a:extLst>
              </p14:cNvPr>
              <p14:cNvContentPartPr/>
              <p14:nvPr/>
            </p14:nvContentPartPr>
            <p14:xfrm>
              <a:off x="10161371" y="3079757"/>
              <a:ext cx="9000" cy="171720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E3BECC92-B813-4416-9BF3-B57B0EF4977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52371" y="3071117"/>
                <a:ext cx="2664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Encre 23">
                <a:extLst>
                  <a:ext uri="{FF2B5EF4-FFF2-40B4-BE49-F238E27FC236}">
                    <a16:creationId xmlns:a16="http://schemas.microsoft.com/office/drawing/2014/main" id="{236640C5-84D9-4D10-91C8-D2584DEA0CC1}"/>
                  </a:ext>
                </a:extLst>
              </p14:cNvPr>
              <p14:cNvContentPartPr/>
              <p14:nvPr/>
            </p14:nvContentPartPr>
            <p14:xfrm>
              <a:off x="10415531" y="3085877"/>
              <a:ext cx="108000" cy="145440"/>
            </p14:xfrm>
          </p:contentPart>
        </mc:Choice>
        <mc:Fallback xmlns="">
          <p:pic>
            <p:nvPicPr>
              <p:cNvPr id="24" name="Encre 23">
                <a:extLst>
                  <a:ext uri="{FF2B5EF4-FFF2-40B4-BE49-F238E27FC236}">
                    <a16:creationId xmlns:a16="http://schemas.microsoft.com/office/drawing/2014/main" id="{236640C5-84D9-4D10-91C8-D2584DEA0CC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406531" y="3077237"/>
                <a:ext cx="12564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7E34BD39-9B15-4048-8BE5-3B2A9FB69345}"/>
                  </a:ext>
                </a:extLst>
              </p14:cNvPr>
              <p14:cNvContentPartPr/>
              <p14:nvPr/>
            </p14:nvContentPartPr>
            <p14:xfrm>
              <a:off x="10199891" y="3639557"/>
              <a:ext cx="32760" cy="97200"/>
            </p14:xfrm>
          </p:contentPart>
        </mc:Choice>
        <mc:Fallback xmlns=""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7E34BD39-9B15-4048-8BE5-3B2A9FB6934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191251" y="3630557"/>
                <a:ext cx="5040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7" name="Encre 26">
                <a:extLst>
                  <a:ext uri="{FF2B5EF4-FFF2-40B4-BE49-F238E27FC236}">
                    <a16:creationId xmlns:a16="http://schemas.microsoft.com/office/drawing/2014/main" id="{EB2C1DFC-B8AE-4D75-BB89-943FC9E4A4E9}"/>
                  </a:ext>
                </a:extLst>
              </p14:cNvPr>
              <p14:cNvContentPartPr/>
              <p14:nvPr/>
            </p14:nvContentPartPr>
            <p14:xfrm>
              <a:off x="10423811" y="3621557"/>
              <a:ext cx="15480" cy="122400"/>
            </p14:xfrm>
          </p:contentPart>
        </mc:Choice>
        <mc:Fallback xmlns="">
          <p:pic>
            <p:nvPicPr>
              <p:cNvPr id="27" name="Encre 26">
                <a:extLst>
                  <a:ext uri="{FF2B5EF4-FFF2-40B4-BE49-F238E27FC236}">
                    <a16:creationId xmlns:a16="http://schemas.microsoft.com/office/drawing/2014/main" id="{EB2C1DFC-B8AE-4D75-BB89-943FC9E4A4E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415171" y="3612917"/>
                <a:ext cx="331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0" name="Encre 29">
                <a:extLst>
                  <a:ext uri="{FF2B5EF4-FFF2-40B4-BE49-F238E27FC236}">
                    <a16:creationId xmlns:a16="http://schemas.microsoft.com/office/drawing/2014/main" id="{A580B2E0-E88B-4136-BDE5-01933BEF9FE4}"/>
                  </a:ext>
                </a:extLst>
              </p14:cNvPr>
              <p14:cNvContentPartPr/>
              <p14:nvPr/>
            </p14:nvContentPartPr>
            <p14:xfrm>
              <a:off x="10647731" y="2388197"/>
              <a:ext cx="260640" cy="1387440"/>
            </p14:xfrm>
          </p:contentPart>
        </mc:Choice>
        <mc:Fallback xmlns="">
          <p:pic>
            <p:nvPicPr>
              <p:cNvPr id="30" name="Encre 29">
                <a:extLst>
                  <a:ext uri="{FF2B5EF4-FFF2-40B4-BE49-F238E27FC236}">
                    <a16:creationId xmlns:a16="http://schemas.microsoft.com/office/drawing/2014/main" id="{A580B2E0-E88B-4136-BDE5-01933BEF9FE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638731" y="2379197"/>
                <a:ext cx="278280" cy="140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8" name="Encre 37">
                <a:extLst>
                  <a:ext uri="{FF2B5EF4-FFF2-40B4-BE49-F238E27FC236}">
                    <a16:creationId xmlns:a16="http://schemas.microsoft.com/office/drawing/2014/main" id="{BDD8A8AA-C90D-4F10-890B-D097DC1CBEF1}"/>
                  </a:ext>
                </a:extLst>
              </p14:cNvPr>
              <p14:cNvContentPartPr/>
              <p14:nvPr/>
            </p14:nvContentPartPr>
            <p14:xfrm>
              <a:off x="11015651" y="2399357"/>
              <a:ext cx="545760" cy="1461600"/>
            </p14:xfrm>
          </p:contentPart>
        </mc:Choice>
        <mc:Fallback xmlns="">
          <p:pic>
            <p:nvPicPr>
              <p:cNvPr id="38" name="Encre 37">
                <a:extLst>
                  <a:ext uri="{FF2B5EF4-FFF2-40B4-BE49-F238E27FC236}">
                    <a16:creationId xmlns:a16="http://schemas.microsoft.com/office/drawing/2014/main" id="{BDD8A8AA-C90D-4F10-890B-D097DC1CBEF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007011" y="2390717"/>
                <a:ext cx="563400" cy="14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3" name="Encre 42">
                <a:extLst>
                  <a:ext uri="{FF2B5EF4-FFF2-40B4-BE49-F238E27FC236}">
                    <a16:creationId xmlns:a16="http://schemas.microsoft.com/office/drawing/2014/main" id="{4F8D4145-61F8-4A86-9015-DAA9A24103A3}"/>
                  </a:ext>
                </a:extLst>
              </p14:cNvPr>
              <p14:cNvContentPartPr/>
              <p14:nvPr/>
            </p14:nvContentPartPr>
            <p14:xfrm>
              <a:off x="9024131" y="2568197"/>
              <a:ext cx="966960" cy="1234440"/>
            </p14:xfrm>
          </p:contentPart>
        </mc:Choice>
        <mc:Fallback xmlns="">
          <p:pic>
            <p:nvPicPr>
              <p:cNvPr id="43" name="Encre 42">
                <a:extLst>
                  <a:ext uri="{FF2B5EF4-FFF2-40B4-BE49-F238E27FC236}">
                    <a16:creationId xmlns:a16="http://schemas.microsoft.com/office/drawing/2014/main" id="{4F8D4145-61F8-4A86-9015-DAA9A24103A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015131" y="2559197"/>
                <a:ext cx="984600" cy="1252080"/>
              </a:xfrm>
              <a:prstGeom prst="rect">
                <a:avLst/>
              </a:prstGeom>
            </p:spPr>
          </p:pic>
        </mc:Fallback>
      </mc:AlternateContent>
      <p:pic>
        <p:nvPicPr>
          <p:cNvPr id="44" name="Image 43">
            <a:extLst>
              <a:ext uri="{FF2B5EF4-FFF2-40B4-BE49-F238E27FC236}">
                <a16:creationId xmlns:a16="http://schemas.microsoft.com/office/drawing/2014/main" id="{3133CF53-A95A-4EF3-80E6-4977027BD11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5054" y="3905237"/>
            <a:ext cx="8624951" cy="7667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5" name="Encre 44">
                <a:extLst>
                  <a:ext uri="{FF2B5EF4-FFF2-40B4-BE49-F238E27FC236}">
                    <a16:creationId xmlns:a16="http://schemas.microsoft.com/office/drawing/2014/main" id="{F1248023-29F7-4D4F-8E44-721A47662AD3}"/>
                  </a:ext>
                </a:extLst>
              </p14:cNvPr>
              <p14:cNvContentPartPr/>
              <p14:nvPr/>
            </p14:nvContentPartPr>
            <p14:xfrm>
              <a:off x="770411" y="4695437"/>
              <a:ext cx="113760" cy="607680"/>
            </p14:xfrm>
          </p:contentPart>
        </mc:Choice>
        <mc:Fallback xmlns="">
          <p:pic>
            <p:nvPicPr>
              <p:cNvPr id="45" name="Encre 44">
                <a:extLst>
                  <a:ext uri="{FF2B5EF4-FFF2-40B4-BE49-F238E27FC236}">
                    <a16:creationId xmlns:a16="http://schemas.microsoft.com/office/drawing/2014/main" id="{F1248023-29F7-4D4F-8E44-721A47662AD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61411" y="4686797"/>
                <a:ext cx="131400" cy="62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7" name="Encre 46">
                <a:extLst>
                  <a:ext uri="{FF2B5EF4-FFF2-40B4-BE49-F238E27FC236}">
                    <a16:creationId xmlns:a16="http://schemas.microsoft.com/office/drawing/2014/main" id="{D8734590-1339-4E46-BA0D-7AC7EADC48E1}"/>
                  </a:ext>
                </a:extLst>
              </p14:cNvPr>
              <p14:cNvContentPartPr/>
              <p14:nvPr/>
            </p14:nvContentPartPr>
            <p14:xfrm>
              <a:off x="1132931" y="4696157"/>
              <a:ext cx="24840" cy="79560"/>
            </p14:xfrm>
          </p:contentPart>
        </mc:Choice>
        <mc:Fallback xmlns="">
          <p:pic>
            <p:nvPicPr>
              <p:cNvPr id="47" name="Encre 46">
                <a:extLst>
                  <a:ext uri="{FF2B5EF4-FFF2-40B4-BE49-F238E27FC236}">
                    <a16:creationId xmlns:a16="http://schemas.microsoft.com/office/drawing/2014/main" id="{D8734590-1339-4E46-BA0D-7AC7EADC48E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24291" y="4687517"/>
                <a:ext cx="4248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0" name="Encre 49">
                <a:extLst>
                  <a:ext uri="{FF2B5EF4-FFF2-40B4-BE49-F238E27FC236}">
                    <a16:creationId xmlns:a16="http://schemas.microsoft.com/office/drawing/2014/main" id="{1437EA1E-3EA5-41DE-803B-FA61714D2A1D}"/>
                  </a:ext>
                </a:extLst>
              </p14:cNvPr>
              <p14:cNvContentPartPr/>
              <p14:nvPr/>
            </p14:nvContentPartPr>
            <p14:xfrm>
              <a:off x="1165691" y="4926557"/>
              <a:ext cx="10440" cy="84600"/>
            </p14:xfrm>
          </p:contentPart>
        </mc:Choice>
        <mc:Fallback xmlns="">
          <p:pic>
            <p:nvPicPr>
              <p:cNvPr id="50" name="Encre 49">
                <a:extLst>
                  <a:ext uri="{FF2B5EF4-FFF2-40B4-BE49-F238E27FC236}">
                    <a16:creationId xmlns:a16="http://schemas.microsoft.com/office/drawing/2014/main" id="{1437EA1E-3EA5-41DE-803B-FA61714D2A1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56691" y="4917557"/>
                <a:ext cx="2808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2" name="Encre 51">
                <a:extLst>
                  <a:ext uri="{FF2B5EF4-FFF2-40B4-BE49-F238E27FC236}">
                    <a16:creationId xmlns:a16="http://schemas.microsoft.com/office/drawing/2014/main" id="{700C41E0-1BF6-48EA-9AE2-30858CDDDA06}"/>
                  </a:ext>
                </a:extLst>
              </p14:cNvPr>
              <p14:cNvContentPartPr/>
              <p14:nvPr/>
            </p14:nvContentPartPr>
            <p14:xfrm>
              <a:off x="1314731" y="4667357"/>
              <a:ext cx="91440" cy="327960"/>
            </p14:xfrm>
          </p:contentPart>
        </mc:Choice>
        <mc:Fallback xmlns="">
          <p:pic>
            <p:nvPicPr>
              <p:cNvPr id="52" name="Encre 51">
                <a:extLst>
                  <a:ext uri="{FF2B5EF4-FFF2-40B4-BE49-F238E27FC236}">
                    <a16:creationId xmlns:a16="http://schemas.microsoft.com/office/drawing/2014/main" id="{700C41E0-1BF6-48EA-9AE2-30858CDDDA0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306091" y="4658367"/>
                <a:ext cx="109080" cy="345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3" name="Encre 52">
                <a:extLst>
                  <a:ext uri="{FF2B5EF4-FFF2-40B4-BE49-F238E27FC236}">
                    <a16:creationId xmlns:a16="http://schemas.microsoft.com/office/drawing/2014/main" id="{36641375-9544-4772-A2FC-C4DB67893BB5}"/>
                  </a:ext>
                </a:extLst>
              </p14:cNvPr>
              <p14:cNvContentPartPr/>
              <p14:nvPr/>
            </p14:nvContentPartPr>
            <p14:xfrm>
              <a:off x="990371" y="4705157"/>
              <a:ext cx="28440" cy="311400"/>
            </p14:xfrm>
          </p:contentPart>
        </mc:Choice>
        <mc:Fallback xmlns="">
          <p:pic>
            <p:nvPicPr>
              <p:cNvPr id="53" name="Encre 52">
                <a:extLst>
                  <a:ext uri="{FF2B5EF4-FFF2-40B4-BE49-F238E27FC236}">
                    <a16:creationId xmlns:a16="http://schemas.microsoft.com/office/drawing/2014/main" id="{36641375-9544-4772-A2FC-C4DB67893BB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81483" y="4696517"/>
                <a:ext cx="4586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9" name="Encre 58">
                <a:extLst>
                  <a:ext uri="{FF2B5EF4-FFF2-40B4-BE49-F238E27FC236}">
                    <a16:creationId xmlns:a16="http://schemas.microsoft.com/office/drawing/2014/main" id="{EB8785B9-B0A2-4F67-A883-BD85FDD55F58}"/>
                  </a:ext>
                </a:extLst>
              </p14:cNvPr>
              <p14:cNvContentPartPr/>
              <p14:nvPr/>
            </p14:nvContentPartPr>
            <p14:xfrm>
              <a:off x="1509851" y="4597877"/>
              <a:ext cx="279720" cy="684720"/>
            </p14:xfrm>
          </p:contentPart>
        </mc:Choice>
        <mc:Fallback xmlns="">
          <p:pic>
            <p:nvPicPr>
              <p:cNvPr id="59" name="Encre 58">
                <a:extLst>
                  <a:ext uri="{FF2B5EF4-FFF2-40B4-BE49-F238E27FC236}">
                    <a16:creationId xmlns:a16="http://schemas.microsoft.com/office/drawing/2014/main" id="{EB8785B9-B0A2-4F67-A883-BD85FDD55F5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500851" y="4589232"/>
                <a:ext cx="297360" cy="7023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0" name="Encre 59">
                <a:extLst>
                  <a:ext uri="{FF2B5EF4-FFF2-40B4-BE49-F238E27FC236}">
                    <a16:creationId xmlns:a16="http://schemas.microsoft.com/office/drawing/2014/main" id="{35879A2F-E630-4258-956E-429E43FA53DA}"/>
                  </a:ext>
                </a:extLst>
              </p14:cNvPr>
              <p14:cNvContentPartPr/>
              <p14:nvPr/>
            </p14:nvContentPartPr>
            <p14:xfrm>
              <a:off x="970571" y="5198717"/>
              <a:ext cx="344880" cy="105120"/>
            </p14:xfrm>
          </p:contentPart>
        </mc:Choice>
        <mc:Fallback xmlns="">
          <p:pic>
            <p:nvPicPr>
              <p:cNvPr id="60" name="Encre 59">
                <a:extLst>
                  <a:ext uri="{FF2B5EF4-FFF2-40B4-BE49-F238E27FC236}">
                    <a16:creationId xmlns:a16="http://schemas.microsoft.com/office/drawing/2014/main" id="{35879A2F-E630-4258-956E-429E43FA53D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61931" y="5190077"/>
                <a:ext cx="36252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8" name="Encre 67">
                <a:extLst>
                  <a:ext uri="{FF2B5EF4-FFF2-40B4-BE49-F238E27FC236}">
                    <a16:creationId xmlns:a16="http://schemas.microsoft.com/office/drawing/2014/main" id="{66EA94C0-F864-4EC0-A517-4ED9751C3B4C}"/>
                  </a:ext>
                </a:extLst>
              </p14:cNvPr>
              <p14:cNvContentPartPr/>
              <p14:nvPr/>
            </p14:nvContentPartPr>
            <p14:xfrm>
              <a:off x="2622611" y="4630277"/>
              <a:ext cx="54000" cy="631800"/>
            </p14:xfrm>
          </p:contentPart>
        </mc:Choice>
        <mc:Fallback xmlns="">
          <p:pic>
            <p:nvPicPr>
              <p:cNvPr id="68" name="Encre 67">
                <a:extLst>
                  <a:ext uri="{FF2B5EF4-FFF2-40B4-BE49-F238E27FC236}">
                    <a16:creationId xmlns:a16="http://schemas.microsoft.com/office/drawing/2014/main" id="{66EA94C0-F864-4EC0-A517-4ED9751C3B4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613971" y="4621277"/>
                <a:ext cx="71640" cy="64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9" name="Encre 68">
                <a:extLst>
                  <a:ext uri="{FF2B5EF4-FFF2-40B4-BE49-F238E27FC236}">
                    <a16:creationId xmlns:a16="http://schemas.microsoft.com/office/drawing/2014/main" id="{0B57E939-A326-42D5-985C-C6C916478329}"/>
                  </a:ext>
                </a:extLst>
              </p14:cNvPr>
              <p14:cNvContentPartPr/>
              <p14:nvPr/>
            </p14:nvContentPartPr>
            <p14:xfrm>
              <a:off x="1870211" y="4609037"/>
              <a:ext cx="553320" cy="675360"/>
            </p14:xfrm>
          </p:contentPart>
        </mc:Choice>
        <mc:Fallback xmlns="">
          <p:pic>
            <p:nvPicPr>
              <p:cNvPr id="69" name="Encre 68">
                <a:extLst>
                  <a:ext uri="{FF2B5EF4-FFF2-40B4-BE49-F238E27FC236}">
                    <a16:creationId xmlns:a16="http://schemas.microsoft.com/office/drawing/2014/main" id="{0B57E939-A326-42D5-985C-C6C91647832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61211" y="4600397"/>
                <a:ext cx="570960" cy="69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7" name="Encre 76">
                <a:extLst>
                  <a:ext uri="{FF2B5EF4-FFF2-40B4-BE49-F238E27FC236}">
                    <a16:creationId xmlns:a16="http://schemas.microsoft.com/office/drawing/2014/main" id="{5F4B3645-7975-40B2-8DB3-E6255B0BCC3C}"/>
                  </a:ext>
                </a:extLst>
              </p14:cNvPr>
              <p14:cNvContentPartPr/>
              <p14:nvPr/>
            </p14:nvContentPartPr>
            <p14:xfrm>
              <a:off x="2790011" y="4605437"/>
              <a:ext cx="304920" cy="729000"/>
            </p14:xfrm>
          </p:contentPart>
        </mc:Choice>
        <mc:Fallback xmlns="">
          <p:pic>
            <p:nvPicPr>
              <p:cNvPr id="77" name="Encre 76">
                <a:extLst>
                  <a:ext uri="{FF2B5EF4-FFF2-40B4-BE49-F238E27FC236}">
                    <a16:creationId xmlns:a16="http://schemas.microsoft.com/office/drawing/2014/main" id="{5F4B3645-7975-40B2-8DB3-E6255B0BCC3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781022" y="4596437"/>
                <a:ext cx="322539" cy="746640"/>
              </a:xfrm>
              <a:prstGeom prst="rect">
                <a:avLst/>
              </a:prstGeom>
            </p:spPr>
          </p:pic>
        </mc:Fallback>
      </mc:AlternateContent>
      <p:pic>
        <p:nvPicPr>
          <p:cNvPr id="78" name="Image 77">
            <a:extLst>
              <a:ext uri="{FF2B5EF4-FFF2-40B4-BE49-F238E27FC236}">
                <a16:creationId xmlns:a16="http://schemas.microsoft.com/office/drawing/2014/main" id="{4AA29CBE-535C-4DC5-8ABB-C2DBE417F35C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02611" y="5405989"/>
            <a:ext cx="8567800" cy="6905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6" name="Encre 105">
                <a:extLst>
                  <a:ext uri="{FF2B5EF4-FFF2-40B4-BE49-F238E27FC236}">
                    <a16:creationId xmlns:a16="http://schemas.microsoft.com/office/drawing/2014/main" id="{8D46B1E5-6B5F-4219-9297-54E4E3A19D4B}"/>
                  </a:ext>
                </a:extLst>
              </p14:cNvPr>
              <p14:cNvContentPartPr/>
              <p14:nvPr/>
            </p14:nvContentPartPr>
            <p14:xfrm>
              <a:off x="9110531" y="4889837"/>
              <a:ext cx="1950480" cy="1147320"/>
            </p14:xfrm>
          </p:contentPart>
        </mc:Choice>
        <mc:Fallback xmlns="">
          <p:pic>
            <p:nvPicPr>
              <p:cNvPr id="106" name="Encre 105">
                <a:extLst>
                  <a:ext uri="{FF2B5EF4-FFF2-40B4-BE49-F238E27FC236}">
                    <a16:creationId xmlns:a16="http://schemas.microsoft.com/office/drawing/2014/main" id="{8D46B1E5-6B5F-4219-9297-54E4E3A19D4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101533" y="4881200"/>
                <a:ext cx="1968117" cy="11649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12" name="Encre 111">
                <a:extLst>
                  <a:ext uri="{FF2B5EF4-FFF2-40B4-BE49-F238E27FC236}">
                    <a16:creationId xmlns:a16="http://schemas.microsoft.com/office/drawing/2014/main" id="{6789B12E-CEE7-496D-8890-8BD93A73C7F6}"/>
                  </a:ext>
                </a:extLst>
              </p14:cNvPr>
              <p14:cNvContentPartPr/>
              <p14:nvPr/>
            </p14:nvContentPartPr>
            <p14:xfrm>
              <a:off x="11176931" y="4959317"/>
              <a:ext cx="542160" cy="1043640"/>
            </p14:xfrm>
          </p:contentPart>
        </mc:Choice>
        <mc:Fallback xmlns="">
          <p:pic>
            <p:nvPicPr>
              <p:cNvPr id="112" name="Encre 111">
                <a:extLst>
                  <a:ext uri="{FF2B5EF4-FFF2-40B4-BE49-F238E27FC236}">
                    <a16:creationId xmlns:a16="http://schemas.microsoft.com/office/drawing/2014/main" id="{6789B12E-CEE7-496D-8890-8BD93A73C7F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168285" y="4950317"/>
                <a:ext cx="559812" cy="10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23" name="Encre 122">
                <a:extLst>
                  <a:ext uri="{FF2B5EF4-FFF2-40B4-BE49-F238E27FC236}">
                    <a16:creationId xmlns:a16="http://schemas.microsoft.com/office/drawing/2014/main" id="{3CBEBE40-D110-46E2-9EC4-64ABAE9C95FC}"/>
                  </a:ext>
                </a:extLst>
              </p14:cNvPr>
              <p14:cNvContentPartPr/>
              <p14:nvPr/>
            </p14:nvContentPartPr>
            <p14:xfrm>
              <a:off x="789131" y="6217877"/>
              <a:ext cx="1186920" cy="483120"/>
            </p14:xfrm>
          </p:contentPart>
        </mc:Choice>
        <mc:Fallback xmlns="">
          <p:pic>
            <p:nvPicPr>
              <p:cNvPr id="123" name="Encre 122">
                <a:extLst>
                  <a:ext uri="{FF2B5EF4-FFF2-40B4-BE49-F238E27FC236}">
                    <a16:creationId xmlns:a16="http://schemas.microsoft.com/office/drawing/2014/main" id="{3CBEBE40-D110-46E2-9EC4-64ABAE9C95F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80488" y="6208877"/>
                <a:ext cx="1204565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34" name="Encre 133">
                <a:extLst>
                  <a:ext uri="{FF2B5EF4-FFF2-40B4-BE49-F238E27FC236}">
                    <a16:creationId xmlns:a16="http://schemas.microsoft.com/office/drawing/2014/main" id="{26391E30-ACE6-411C-878D-87A8FA760746}"/>
                  </a:ext>
                </a:extLst>
              </p14:cNvPr>
              <p14:cNvContentPartPr/>
              <p14:nvPr/>
            </p14:nvContentPartPr>
            <p14:xfrm>
              <a:off x="2339291" y="6174317"/>
              <a:ext cx="789120" cy="350640"/>
            </p14:xfrm>
          </p:contentPart>
        </mc:Choice>
        <mc:Fallback xmlns="">
          <p:pic>
            <p:nvPicPr>
              <p:cNvPr id="134" name="Encre 133">
                <a:extLst>
                  <a:ext uri="{FF2B5EF4-FFF2-40B4-BE49-F238E27FC236}">
                    <a16:creationId xmlns:a16="http://schemas.microsoft.com/office/drawing/2014/main" id="{26391E30-ACE6-411C-878D-87A8FA76074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330291" y="6165317"/>
                <a:ext cx="80676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38" name="Encre 137">
                <a:extLst>
                  <a:ext uri="{FF2B5EF4-FFF2-40B4-BE49-F238E27FC236}">
                    <a16:creationId xmlns:a16="http://schemas.microsoft.com/office/drawing/2014/main" id="{01D95B50-4F64-49ED-B7C7-C02727054870}"/>
                  </a:ext>
                </a:extLst>
              </p14:cNvPr>
              <p14:cNvContentPartPr/>
              <p14:nvPr/>
            </p14:nvContentPartPr>
            <p14:xfrm>
              <a:off x="3310931" y="6209957"/>
              <a:ext cx="455760" cy="440280"/>
            </p14:xfrm>
          </p:contentPart>
        </mc:Choice>
        <mc:Fallback xmlns="">
          <p:pic>
            <p:nvPicPr>
              <p:cNvPr id="138" name="Encre 137">
                <a:extLst>
                  <a:ext uri="{FF2B5EF4-FFF2-40B4-BE49-F238E27FC236}">
                    <a16:creationId xmlns:a16="http://schemas.microsoft.com/office/drawing/2014/main" id="{01D95B50-4F64-49ED-B7C7-C0272705487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302284" y="6200957"/>
                <a:ext cx="473414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49" name="Encre 148">
                <a:extLst>
                  <a:ext uri="{FF2B5EF4-FFF2-40B4-BE49-F238E27FC236}">
                    <a16:creationId xmlns:a16="http://schemas.microsoft.com/office/drawing/2014/main" id="{8A2484C6-FB1E-41A2-A359-B5B7F896AEF2}"/>
                  </a:ext>
                </a:extLst>
              </p14:cNvPr>
              <p14:cNvContentPartPr/>
              <p14:nvPr/>
            </p14:nvContentPartPr>
            <p14:xfrm>
              <a:off x="4214891" y="6134357"/>
              <a:ext cx="1466640" cy="441360"/>
            </p14:xfrm>
          </p:contentPart>
        </mc:Choice>
        <mc:Fallback xmlns="">
          <p:pic>
            <p:nvPicPr>
              <p:cNvPr id="149" name="Encre 148">
                <a:extLst>
                  <a:ext uri="{FF2B5EF4-FFF2-40B4-BE49-F238E27FC236}">
                    <a16:creationId xmlns:a16="http://schemas.microsoft.com/office/drawing/2014/main" id="{8A2484C6-FB1E-41A2-A359-B5B7F896AEF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205893" y="6125357"/>
                <a:ext cx="1484276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52" name="Encre 151">
                <a:extLst>
                  <a:ext uri="{FF2B5EF4-FFF2-40B4-BE49-F238E27FC236}">
                    <a16:creationId xmlns:a16="http://schemas.microsoft.com/office/drawing/2014/main" id="{F4B67473-A59F-47C0-AAAE-C1A0984C24C4}"/>
                  </a:ext>
                </a:extLst>
              </p14:cNvPr>
              <p14:cNvContentPartPr/>
              <p14:nvPr/>
            </p14:nvContentPartPr>
            <p14:xfrm>
              <a:off x="11608571" y="2920997"/>
              <a:ext cx="308520" cy="354240"/>
            </p14:xfrm>
          </p:contentPart>
        </mc:Choice>
        <mc:Fallback xmlns="">
          <p:pic>
            <p:nvPicPr>
              <p:cNvPr id="152" name="Encre 151">
                <a:extLst>
                  <a:ext uri="{FF2B5EF4-FFF2-40B4-BE49-F238E27FC236}">
                    <a16:creationId xmlns:a16="http://schemas.microsoft.com/office/drawing/2014/main" id="{F4B67473-A59F-47C0-AAAE-C1A0984C24C4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1599931" y="2912357"/>
                <a:ext cx="32616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55" name="Encre 154">
                <a:extLst>
                  <a:ext uri="{FF2B5EF4-FFF2-40B4-BE49-F238E27FC236}">
                    <a16:creationId xmlns:a16="http://schemas.microsoft.com/office/drawing/2014/main" id="{3879EAD3-8461-4FC9-9D80-45D43870DEBE}"/>
                  </a:ext>
                </a:extLst>
              </p14:cNvPr>
              <p14:cNvContentPartPr/>
              <p14:nvPr/>
            </p14:nvContentPartPr>
            <p14:xfrm>
              <a:off x="4777931" y="4708037"/>
              <a:ext cx="390240" cy="477720"/>
            </p14:xfrm>
          </p:contentPart>
        </mc:Choice>
        <mc:Fallback xmlns="">
          <p:pic>
            <p:nvPicPr>
              <p:cNvPr id="155" name="Encre 154">
                <a:extLst>
                  <a:ext uri="{FF2B5EF4-FFF2-40B4-BE49-F238E27FC236}">
                    <a16:creationId xmlns:a16="http://schemas.microsoft.com/office/drawing/2014/main" id="{3879EAD3-8461-4FC9-9D80-45D43870DEB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768931" y="4699397"/>
                <a:ext cx="40788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58" name="Encre 157">
                <a:extLst>
                  <a:ext uri="{FF2B5EF4-FFF2-40B4-BE49-F238E27FC236}">
                    <a16:creationId xmlns:a16="http://schemas.microsoft.com/office/drawing/2014/main" id="{3F7119AC-0C7D-4EC8-A3B9-FE1B17582A9D}"/>
                  </a:ext>
                </a:extLst>
              </p14:cNvPr>
              <p14:cNvContentPartPr/>
              <p14:nvPr/>
            </p14:nvContentPartPr>
            <p14:xfrm>
              <a:off x="8152931" y="6246677"/>
              <a:ext cx="316440" cy="381600"/>
            </p14:xfrm>
          </p:contentPart>
        </mc:Choice>
        <mc:Fallback xmlns="">
          <p:pic>
            <p:nvPicPr>
              <p:cNvPr id="158" name="Encre 157">
                <a:extLst>
                  <a:ext uri="{FF2B5EF4-FFF2-40B4-BE49-F238E27FC236}">
                    <a16:creationId xmlns:a16="http://schemas.microsoft.com/office/drawing/2014/main" id="{3F7119AC-0C7D-4EC8-A3B9-FE1B17582A9D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143931" y="6238037"/>
                <a:ext cx="33408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61" name="Encre 160">
                <a:extLst>
                  <a:ext uri="{FF2B5EF4-FFF2-40B4-BE49-F238E27FC236}">
                    <a16:creationId xmlns:a16="http://schemas.microsoft.com/office/drawing/2014/main" id="{F6EE17F7-A52C-4E35-956B-0DF7FAE994D4}"/>
                  </a:ext>
                </a:extLst>
              </p14:cNvPr>
              <p14:cNvContentPartPr/>
              <p14:nvPr/>
            </p14:nvContentPartPr>
            <p14:xfrm>
              <a:off x="1763291" y="53957"/>
              <a:ext cx="278640" cy="316440"/>
            </p14:xfrm>
          </p:contentPart>
        </mc:Choice>
        <mc:Fallback xmlns="">
          <p:pic>
            <p:nvPicPr>
              <p:cNvPr id="161" name="Encre 160">
                <a:extLst>
                  <a:ext uri="{FF2B5EF4-FFF2-40B4-BE49-F238E27FC236}">
                    <a16:creationId xmlns:a16="http://schemas.microsoft.com/office/drawing/2014/main" id="{F6EE17F7-A52C-4E35-956B-0DF7FAE994D4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754291" y="45317"/>
                <a:ext cx="296280" cy="33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53681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</Words>
  <Application>Microsoft Office PowerPoint</Application>
  <PresentationFormat>Grand écran</PresentationFormat>
  <Paragraphs>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Thomas</dc:creator>
  <cp:lastModifiedBy>Thomas</cp:lastModifiedBy>
  <cp:revision>6</cp:revision>
  <dcterms:created xsi:type="dcterms:W3CDTF">2021-11-30T16:13:22Z</dcterms:created>
  <dcterms:modified xsi:type="dcterms:W3CDTF">2021-12-01T08:27:43Z</dcterms:modified>
</cp:coreProperties>
</file>