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25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8087B-1C1E-48B6-8804-1B4E3C9FC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8E61D2-A18E-41C5-98C8-F9464D401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AF61FB-FEF7-4DC4-86E5-BF63C1FBB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121E4E-3861-4669-BD8D-D5310D66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AC1383-8824-4273-8B68-4053F3C1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79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DFB2F9-9B65-494B-A9B8-3233E376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C5EA47-B573-4992-8E22-9DBE7A165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F80C64-FD5C-4086-A0B1-F4769760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EE6369-4487-46F4-BE04-EB90A093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F6D5AE-2DDC-47FA-B2B0-50016366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90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F3581-230F-4E40-BDAB-FE0A096E8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1D9437-9932-4FFF-A873-072092FE5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BD8F65-32C1-4F3A-9088-832B4402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590794-2CA9-4A1C-9A6B-ABA65301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473474-51AE-458C-89B6-0870BB33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05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FD8FC-FD99-46FB-9A5C-2B7826AC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CB4592-D952-4655-97FF-8DB99EC79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A23E0C-9585-4365-AC28-C79AAEEEB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57DA32-44D8-4DEC-953F-1726ED7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F69319-FC4B-41FC-9F7C-C486E74B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417061-5075-4C4F-8207-6B94E911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18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20C0AB-5B66-46F9-BE22-11A44564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F83499-6AB1-4F9B-975E-CA450F744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AF3DF3-8B5A-4E45-B9CC-E66F80085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54E2D8-BCB8-4F3F-B10A-8EE8A7A80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4A8AC4-AF27-46AD-A2DB-D39FB545F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B6439BB-AA3B-441E-AAF3-F3A460C7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272A664-6942-4512-A20A-E839BA9D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5A2D7F3-3DC1-445B-9115-16D73994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75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2152C-257D-4C0B-99A0-F5723243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9E38CF6-B094-4126-A192-17B9AF1E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B791F7-91CA-4765-85B7-D12AE066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965C3C-DDF5-4D09-8713-18BC2087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748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B17B03-7EAC-4A4C-A1A0-867351A6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C18462-BF5D-4F3F-B927-33424C06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E6E612-2950-4DE9-9201-A2DE22A8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58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0EF6F5-9DEF-4D12-8B6A-8805E1F7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5E88DF-C1D2-4695-B8C4-BE2D6F78B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7671EC-91D2-4169-AF31-B130651A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7EB550-14A1-4FB0-BD44-3E757655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83E8CD-781B-4357-BD39-26C06FDB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108819-DEE5-4D0B-8A36-5C767EC4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53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20F9E3-90A5-46A5-9380-10610326F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84470C-DE5A-401B-8781-0A20D0DE8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00280F-B6DC-469A-B08B-5F6DC4BB8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D5A671-3262-4CD7-BEBD-DCB6F315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3D821B-35D9-4121-B36E-D2FC29D3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99586A-42B0-4622-B784-7D0FBDD4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35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4BD593-106D-43A4-BF41-F47A6A5D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B403B4-CBE3-4CEF-B829-F84EB386C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970F6B-3BF9-44CE-A746-2787CDAB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EDCEF4-DE5B-4963-9502-CCA621C7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225357-A0B0-4A42-A963-03CEDB95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281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5BD196D-C492-44C4-B86B-5AE04FDD6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ACA80AF-992E-4AC4-A6EF-0F03AFE47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FFAB3E-334C-4229-9791-4B95AE5B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11EEB6-6414-4090-B3DB-00B7D3C1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47FEE4-5BF1-48C1-A7DE-399AA3E8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74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CDE3189-3A77-4F9B-8F5F-9D7C4A26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2A2E98-A5BA-4C87-BA1A-AEAABDE0D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8F0343-6552-446D-8383-6795683EE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E78EC-977B-40F9-8A91-BF606B1EC600}" type="datetimeFigureOut">
              <a:rPr lang="fr-FR" smtClean="0"/>
              <a:t>09/01/2022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7F3E62-1780-47BF-9B9E-33D5B9B69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303AD-EA8D-452C-84C0-FECB250EC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CB37D-5664-4DB6-8034-8057C8938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958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80AE2AD-AC07-4231-B59B-41F80C393E60}"/>
              </a:ext>
            </a:extLst>
          </p:cNvPr>
          <p:cNvSpPr/>
          <p:nvPr/>
        </p:nvSpPr>
        <p:spPr>
          <a:xfrm>
            <a:off x="1352282" y="566670"/>
            <a:ext cx="9581881" cy="56280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9399-BCD2-435B-9958-DB804ED019BE}"/>
              </a:ext>
            </a:extLst>
          </p:cNvPr>
          <p:cNvSpPr/>
          <p:nvPr/>
        </p:nvSpPr>
        <p:spPr>
          <a:xfrm>
            <a:off x="2112135" y="1493949"/>
            <a:ext cx="2073498" cy="15712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err="1"/>
              <a:t>verif_nb_notes</a:t>
            </a:r>
            <a:endParaRPr lang="fr-FR" sz="20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5F411F-B373-4BC3-99DC-81E1F266DEAD}"/>
              </a:ext>
            </a:extLst>
          </p:cNvPr>
          <p:cNvSpPr/>
          <p:nvPr/>
        </p:nvSpPr>
        <p:spPr>
          <a:xfrm>
            <a:off x="5020614" y="3844343"/>
            <a:ext cx="2397617" cy="15712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err="1"/>
              <a:t>enleve_note_min</a:t>
            </a:r>
            <a:endParaRPr lang="fr-FR" sz="20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606D65-981A-4B14-B859-B948F7F98D32}"/>
              </a:ext>
            </a:extLst>
          </p:cNvPr>
          <p:cNvSpPr/>
          <p:nvPr/>
        </p:nvSpPr>
        <p:spPr>
          <a:xfrm>
            <a:off x="8006366" y="1202027"/>
            <a:ext cx="2397617" cy="42843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err="1"/>
              <a:t>calcul_moyenne</a:t>
            </a:r>
            <a:endParaRPr lang="fr-FR" sz="2000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C93581-39A6-4E69-A683-42093777310C}"/>
              </a:ext>
            </a:extLst>
          </p:cNvPr>
          <p:cNvSpPr txBox="1"/>
          <p:nvPr/>
        </p:nvSpPr>
        <p:spPr>
          <a:xfrm>
            <a:off x="4919730" y="197338"/>
            <a:ext cx="2341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moyenne_ponderee</a:t>
            </a:r>
            <a:endParaRPr lang="fr-FR" sz="2000" b="1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DC3E0FDE-3E63-4A4B-BC05-125028ECAB2C}"/>
              </a:ext>
            </a:extLst>
          </p:cNvPr>
          <p:cNvCxnSpPr/>
          <p:nvPr/>
        </p:nvCxnSpPr>
        <p:spPr>
          <a:xfrm>
            <a:off x="7418231" y="4159876"/>
            <a:ext cx="58813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7DB876D1-43E8-4D4A-A658-8C4CFE8BB2E4}"/>
              </a:ext>
            </a:extLst>
          </p:cNvPr>
          <p:cNvCxnSpPr/>
          <p:nvPr/>
        </p:nvCxnSpPr>
        <p:spPr>
          <a:xfrm>
            <a:off x="7418230" y="4930462"/>
            <a:ext cx="58813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6B6C9AD-8390-4BF3-814A-93591B6D4651}"/>
              </a:ext>
            </a:extLst>
          </p:cNvPr>
          <p:cNvCxnSpPr>
            <a:cxnSpLocks/>
          </p:cNvCxnSpPr>
          <p:nvPr/>
        </p:nvCxnSpPr>
        <p:spPr>
          <a:xfrm flipV="1">
            <a:off x="1105436" y="5181603"/>
            <a:ext cx="3915178" cy="2146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2D854645-469C-40A5-A88F-E9E4B58B8357}"/>
              </a:ext>
            </a:extLst>
          </p:cNvPr>
          <p:cNvCxnSpPr>
            <a:cxnSpLocks/>
          </p:cNvCxnSpPr>
          <p:nvPr/>
        </p:nvCxnSpPr>
        <p:spPr>
          <a:xfrm>
            <a:off x="1105436" y="2159358"/>
            <a:ext cx="10066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8EAF1FB-91EA-4FCF-BD25-4A48305B9A9E}"/>
              </a:ext>
            </a:extLst>
          </p:cNvPr>
          <p:cNvCxnSpPr>
            <a:cxnSpLocks/>
          </p:cNvCxnSpPr>
          <p:nvPr/>
        </p:nvCxnSpPr>
        <p:spPr>
          <a:xfrm>
            <a:off x="1751527" y="4677179"/>
            <a:ext cx="3269087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8CB9CC55-2A94-482E-9DF3-30AEBC5EBAFE}"/>
              </a:ext>
            </a:extLst>
          </p:cNvPr>
          <p:cNvCxnSpPr>
            <a:cxnSpLocks/>
          </p:cNvCxnSpPr>
          <p:nvPr/>
        </p:nvCxnSpPr>
        <p:spPr>
          <a:xfrm flipH="1" flipV="1">
            <a:off x="1738648" y="2118572"/>
            <a:ext cx="12879" cy="2558607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CB9C7E64-22EC-43D2-96FA-A239BBD8732A}"/>
              </a:ext>
            </a:extLst>
          </p:cNvPr>
          <p:cNvCxnSpPr>
            <a:stCxn id="7" idx="3"/>
          </p:cNvCxnSpPr>
          <p:nvPr/>
        </p:nvCxnSpPr>
        <p:spPr>
          <a:xfrm flipV="1">
            <a:off x="4185633" y="2253803"/>
            <a:ext cx="3820732" cy="25758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6314BC61-7ECB-4E1C-B267-EEE86BBF8A05}"/>
              </a:ext>
            </a:extLst>
          </p:cNvPr>
          <p:cNvCxnSpPr>
            <a:cxnSpLocks/>
          </p:cNvCxnSpPr>
          <p:nvPr/>
        </p:nvCxnSpPr>
        <p:spPr>
          <a:xfrm>
            <a:off x="4559121" y="4198514"/>
            <a:ext cx="461493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06647609-22D7-4F30-B484-D23FD5F75155}"/>
              </a:ext>
            </a:extLst>
          </p:cNvPr>
          <p:cNvCxnSpPr>
            <a:cxnSpLocks/>
          </p:cNvCxnSpPr>
          <p:nvPr/>
        </p:nvCxnSpPr>
        <p:spPr>
          <a:xfrm>
            <a:off x="4559121" y="2820473"/>
            <a:ext cx="0" cy="1339403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289A549-FC74-4D09-8D04-216FEDEC28AA}"/>
              </a:ext>
            </a:extLst>
          </p:cNvPr>
          <p:cNvCxnSpPr>
            <a:cxnSpLocks/>
          </p:cNvCxnSpPr>
          <p:nvPr/>
        </p:nvCxnSpPr>
        <p:spPr>
          <a:xfrm>
            <a:off x="4185633" y="2820473"/>
            <a:ext cx="373488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2FD0886C-5397-49CD-B945-157F32CE6F30}"/>
              </a:ext>
            </a:extLst>
          </p:cNvPr>
          <p:cNvCxnSpPr>
            <a:cxnSpLocks/>
          </p:cNvCxnSpPr>
          <p:nvPr/>
        </p:nvCxnSpPr>
        <p:spPr>
          <a:xfrm>
            <a:off x="10403983" y="3264795"/>
            <a:ext cx="10066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FE95A0EE-94E1-4B5E-9F83-6CD61A87034B}"/>
              </a:ext>
            </a:extLst>
          </p:cNvPr>
          <p:cNvSpPr txBox="1"/>
          <p:nvPr/>
        </p:nvSpPr>
        <p:spPr>
          <a:xfrm>
            <a:off x="371534" y="1974692"/>
            <a:ext cx="707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notes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FE992F7-B4EB-41A2-AB96-7D66A650736F}"/>
              </a:ext>
            </a:extLst>
          </p:cNvPr>
          <p:cNvSpPr txBox="1"/>
          <p:nvPr/>
        </p:nvSpPr>
        <p:spPr>
          <a:xfrm>
            <a:off x="350263" y="5046234"/>
            <a:ext cx="74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coeffs</a:t>
            </a:r>
            <a:endParaRPr lang="fr-FR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676AA00-D5E1-4F1A-BB54-9A5CF116F6D0}"/>
              </a:ext>
            </a:extLst>
          </p:cNvPr>
          <p:cNvSpPr txBox="1"/>
          <p:nvPr/>
        </p:nvSpPr>
        <p:spPr>
          <a:xfrm>
            <a:off x="7358321" y="3751250"/>
            <a:ext cx="707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979A2DD4-1BD4-4162-AD1A-8DE90E554E31}"/>
              </a:ext>
            </a:extLst>
          </p:cNvPr>
          <p:cNvSpPr txBox="1"/>
          <p:nvPr/>
        </p:nvSpPr>
        <p:spPr>
          <a:xfrm>
            <a:off x="7355075" y="4492513"/>
            <a:ext cx="74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coeffs</a:t>
            </a:r>
            <a:endParaRPr lang="fr-FR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38E39BA-962F-417B-855C-07ACC1D5FF68}"/>
              </a:ext>
            </a:extLst>
          </p:cNvPr>
          <p:cNvSpPr txBox="1"/>
          <p:nvPr/>
        </p:nvSpPr>
        <p:spPr>
          <a:xfrm>
            <a:off x="4562837" y="2796725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TRUE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509A2945-B0C6-4E73-B1DC-ED2A1A001ACF}"/>
              </a:ext>
            </a:extLst>
          </p:cNvPr>
          <p:cNvSpPr txBox="1"/>
          <p:nvPr/>
        </p:nvSpPr>
        <p:spPr>
          <a:xfrm>
            <a:off x="4513459" y="1892052"/>
            <a:ext cx="7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0314222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</Words>
  <Application>Microsoft Office PowerPoint</Application>
  <PresentationFormat>Grand écran</PresentationFormat>
  <Paragraphs>10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Thomas</dc:creator>
  <cp:lastModifiedBy>Thomas</cp:lastModifiedBy>
  <cp:revision>2</cp:revision>
  <dcterms:created xsi:type="dcterms:W3CDTF">2022-01-09T20:27:23Z</dcterms:created>
  <dcterms:modified xsi:type="dcterms:W3CDTF">2022-01-09T20:42:38Z</dcterms:modified>
</cp:coreProperties>
</file>