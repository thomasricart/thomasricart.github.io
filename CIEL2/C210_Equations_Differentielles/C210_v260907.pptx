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DF5BE3-2411-52B4-7BA0-2B60BE5FE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935C77-E58A-BC98-0D2F-28164B57B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283C36-9C1F-0C56-6024-FC960A89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D5E2E6-E7E3-FE6E-F0A6-067B2E65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5658C4-CE6F-F475-DC5A-1877C126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84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72522-8723-C7B9-7A91-AEA1EE71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ADC14E-94C9-B718-2ADC-233429D1B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CED142-A0E6-FC17-ABAF-36D761A8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0C00EA-458B-CABB-2F8C-B1A1EAF2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AC96FD-B74F-BF7B-1B01-28B2BB03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60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9BDA7-1BA0-4CE1-0CA5-088145D4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744F9B-6395-17DB-68DC-E63C5E9A9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97748A-5D8B-EEA3-7BF3-9D5EC084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CA65E7-79DE-DB89-2C13-30B02DED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05E89B-062D-8C99-A7CE-F4857E4A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79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DDB4D-F11F-47DF-6134-DD6BDBEB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A77D7A-B086-9033-62B1-73C434354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CECDFD-0B7F-6B60-C88F-14F1C54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9BCCCD-5427-18DA-1946-BEB9F8BE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5D1063-B524-95A0-DBB3-13A346FC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C2A053-0E05-4A43-897B-08050F4A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1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A29A1-1938-18F5-1041-D0968DD5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9050F7-EE21-7C22-C404-5D07B85E5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0B35AC-343A-B44E-2AE6-2927F2BC9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D8DC35C-F28B-14EB-15BF-D1CCC20EB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6A4333-DE5D-CEC4-34E5-46C83FD4A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43A9DAD-FC6F-40BD-CDA5-F1062C9A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0C37F9-6017-ECD0-8687-D1C09D9D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BC376C-6DAB-5C8D-03A4-7A5E31C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04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8EA0E2-4781-F991-10D8-C67EAA1B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8AAC58-4B12-397E-6F9A-85D82BA0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C874DB-08AD-EAB3-48AC-4742617C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A41125-B501-10AE-E0D2-4E77DF8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16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3BD0A2-A598-C2EB-0ACD-1E353485B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2495A7-EA07-6741-B2C9-D66EA823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D5B89A-6048-6CEB-9303-D0637E97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45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55043-6620-B698-BC64-A413587B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82FEC-3EE3-97B6-2626-94C38AF3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67F402-6668-983E-5918-CAC077E00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269790-62C4-DE6F-6D6C-83E6038E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BA12DC-4CEB-37FA-AC58-25417772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A3D3C1-551C-C824-CD48-0FC6C3F7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96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8FD5E9-2064-3361-26DF-47889A21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7D9D81F-A28F-3925-48ED-F64B09A33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4CFCF2-D976-AFC8-4B8E-8616D103E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B32679-901A-35BB-BDC5-DBE075D6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47ADF7-5FFC-5E52-EC53-01E0663A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590B73-480C-B898-3F32-03CB5378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15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3EFB1-C627-25FF-B064-474F3C2B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B624A4-E44A-F2D4-E4B1-D46E065AA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49B10A-1778-0EE6-1C2F-A34E9B19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0AA2D-1C72-00B2-6C45-D65302A80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476DE8-9AFA-D4D6-756F-59840E95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95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56721AF-D275-F2AA-1CF1-836D1CBB4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486890-8D59-BD12-F12A-3D625A7F8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40C11D-80F0-6E51-AC91-2FFFA040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AFBC7-4FAD-ACAE-A239-F8260796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FD3BC5-0875-BEB3-670C-F76C5CF2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290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0A871EF-BD33-AD78-0A58-EE8901E4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635D9C-E304-1D6E-ACF0-927C185AE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A7ED7F-8B09-92B5-DE06-23D8C54F1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0F0-39B6-4C02-9162-5A47CB000139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917E2-9CC2-5A7E-6CD8-06C85556A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CE79F4-67F7-5898-401B-066A8B17E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E2CB5-6E44-417B-80C1-FBBE8422F8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4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0D894-E246-5102-36FF-B44527A10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C210</a:t>
            </a:r>
            <a:br>
              <a:rPr lang="fr-FR" dirty="0"/>
            </a:br>
            <a:r>
              <a:rPr lang="fr-FR" dirty="0"/>
              <a:t>Equations différentielles du premier ordre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CB9CE8-EBC8-81D6-1AF1-E996589F8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0241"/>
            <a:ext cx="9144000" cy="1265207"/>
          </a:xfrm>
        </p:spPr>
        <p:txBody>
          <a:bodyPr/>
          <a:lstStyle/>
          <a:p>
            <a:r>
              <a:rPr lang="fr-FR" dirty="0"/>
              <a:t>BTS CIEL2</a:t>
            </a:r>
          </a:p>
        </p:txBody>
      </p:sp>
    </p:spTree>
    <p:extLst>
      <p:ext uri="{BB962C8B-B14F-4D97-AF65-F5344CB8AC3E}">
        <p14:creationId xmlns:p14="http://schemas.microsoft.com/office/powerpoint/2010/main" val="333513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2B52E8E-A1C4-E39F-5D2F-26402E0B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04" y="137300"/>
            <a:ext cx="11796021" cy="8978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41B668-B850-587D-479A-114AA5FAD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0" y="1289912"/>
            <a:ext cx="3930472" cy="20628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8D7DF5B-6F32-CE34-2149-2F58843A7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251" y="1289912"/>
            <a:ext cx="3086123" cy="19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3250-3298-844B-2986-661BE518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2797B8E-54FD-7FA5-CFF3-840F1599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05" y="194686"/>
            <a:ext cx="5079981" cy="646862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C0DFAE9-748B-1226-A312-EFB8BDF6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426" y="986976"/>
            <a:ext cx="4917965" cy="48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8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F4E1-C296-1B3F-72F7-E2FA91CF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CC618D8-689B-8A57-BDCF-DD0E3607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42" y="266063"/>
            <a:ext cx="11527134" cy="49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87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A930-6A37-DDD0-0D7D-B220C304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CA125B9-7F46-71CC-8530-8CD2D95A3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9" y="207034"/>
            <a:ext cx="11685269" cy="55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0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9C55-126C-5075-B373-74F9D5F5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1511B00-0781-2E23-6739-2383EE7D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40" y="293745"/>
            <a:ext cx="11262971" cy="13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8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FCFD-E233-E163-C5DD-EC9ED4A9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6973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Grand écran</PresentationFormat>
  <Paragraphs>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C210 Equations différentielles du premier ordre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ICART</dc:creator>
  <cp:lastModifiedBy>R ICART</cp:lastModifiedBy>
  <cp:revision>2</cp:revision>
  <dcterms:created xsi:type="dcterms:W3CDTF">2026-09-07T07:43:48Z</dcterms:created>
  <dcterms:modified xsi:type="dcterms:W3CDTF">2026-09-07T07:47:42Z</dcterms:modified>
</cp:coreProperties>
</file>